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sldIdLst>
    <p:sldId id="2116" r:id="rId2"/>
    <p:sldId id="2230" r:id="rId3"/>
    <p:sldId id="2156" r:id="rId4"/>
    <p:sldId id="2155" r:id="rId5"/>
    <p:sldId id="2157" r:id="rId6"/>
    <p:sldId id="2160" r:id="rId7"/>
    <p:sldId id="2159" r:id="rId8"/>
    <p:sldId id="2158" r:id="rId9"/>
    <p:sldId id="2166" r:id="rId10"/>
    <p:sldId id="2165" r:id="rId11"/>
    <p:sldId id="2164" r:id="rId12"/>
    <p:sldId id="2163" r:id="rId13"/>
    <p:sldId id="2162" r:id="rId14"/>
    <p:sldId id="2161" r:id="rId15"/>
    <p:sldId id="2167" r:id="rId16"/>
    <p:sldId id="2168" r:id="rId17"/>
    <p:sldId id="2171" r:id="rId18"/>
    <p:sldId id="2170" r:id="rId19"/>
    <p:sldId id="2173" r:id="rId20"/>
    <p:sldId id="2172" r:id="rId21"/>
    <p:sldId id="2177" r:id="rId22"/>
    <p:sldId id="2176" r:id="rId23"/>
    <p:sldId id="2175" r:id="rId24"/>
    <p:sldId id="2232" r:id="rId25"/>
    <p:sldId id="2231" r:id="rId26"/>
    <p:sldId id="2233" r:id="rId27"/>
    <p:sldId id="2236" r:id="rId28"/>
    <p:sldId id="2234" r:id="rId29"/>
    <p:sldId id="2235" r:id="rId30"/>
    <p:sldId id="2237" r:id="rId31"/>
    <p:sldId id="2238" r:id="rId32"/>
    <p:sldId id="2239" r:id="rId33"/>
    <p:sldId id="2240" r:id="rId34"/>
    <p:sldId id="2195" r:id="rId35"/>
    <p:sldId id="2241" r:id="rId36"/>
    <p:sldId id="2242" r:id="rId37"/>
    <p:sldId id="2205" r:id="rId38"/>
    <p:sldId id="2206" r:id="rId39"/>
    <p:sldId id="2207" r:id="rId40"/>
    <p:sldId id="2227" r:id="rId41"/>
    <p:sldId id="2243" r:id="rId42"/>
    <p:sldId id="2244" r:id="rId43"/>
    <p:sldId id="2196" r:id="rId44"/>
    <p:sldId id="2245" r:id="rId45"/>
    <p:sldId id="2246" r:id="rId46"/>
    <p:sldId id="2212" r:id="rId47"/>
    <p:sldId id="2247" r:id="rId48"/>
    <p:sldId id="2248" r:id="rId49"/>
    <p:sldId id="2215" r:id="rId50"/>
    <p:sldId id="2216" r:id="rId51"/>
    <p:sldId id="2249" r:id="rId52"/>
    <p:sldId id="2250" r:id="rId53"/>
    <p:sldId id="2219" r:id="rId54"/>
    <p:sldId id="2251" r:id="rId55"/>
    <p:sldId id="2221" r:id="rId56"/>
    <p:sldId id="2211" r:id="rId57"/>
    <p:sldId id="2252" r:id="rId58"/>
    <p:sldId id="2253" r:id="rId59"/>
    <p:sldId id="2255" r:id="rId60"/>
    <p:sldId id="2256" r:id="rId61"/>
    <p:sldId id="2257" r:id="rId62"/>
    <p:sldId id="2183" r:id="rId63"/>
    <p:sldId id="2259" r:id="rId64"/>
    <p:sldId id="2258" r:id="rId65"/>
    <p:sldId id="2182" r:id="rId66"/>
    <p:sldId id="2228" r:id="rId67"/>
    <p:sldId id="2203" r:id="rId68"/>
    <p:sldId id="2229" r:id="rId69"/>
    <p:sldId id="2121" r:id="rId70"/>
  </p:sldIdLst>
  <p:sldSz cx="9144000" cy="5143500" type="screen16x9"/>
  <p:notesSz cx="6797675" cy="9856788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égis Simier" initials="RS" lastIdx="1" clrIdx="0">
    <p:extLst>
      <p:ext uri="{19B8F6BF-5375-455C-9EA6-DF929625EA0E}">
        <p15:presenceInfo xmlns:p15="http://schemas.microsoft.com/office/powerpoint/2012/main" userId="4d557c87b25d47b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2600"/>
    <a:srgbClr val="FF66FF"/>
    <a:srgbClr val="FFC000"/>
    <a:srgbClr val="148D6C"/>
    <a:srgbClr val="19532A"/>
    <a:srgbClr val="CCFF33"/>
    <a:srgbClr val="E4E1DC"/>
    <a:srgbClr val="99CC00"/>
    <a:srgbClr val="5F5F5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8152" autoAdjust="0"/>
  </p:normalViewPr>
  <p:slideViewPr>
    <p:cSldViewPr>
      <p:cViewPr varScale="1">
        <p:scale>
          <a:sx n="150" d="100"/>
          <a:sy n="150" d="100"/>
        </p:scale>
        <p:origin x="456" y="1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2840"/>
          </a:xfrm>
          <a:prstGeom prst="rect">
            <a:avLst/>
          </a:prstGeom>
        </p:spPr>
        <p:txBody>
          <a:bodyPr vert="horz" wrap="square" lIns="95165" tIns="47583" rIns="95165" bIns="4758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2840"/>
          </a:xfrm>
          <a:prstGeom prst="rect">
            <a:avLst/>
          </a:prstGeom>
        </p:spPr>
        <p:txBody>
          <a:bodyPr vert="horz" wrap="square" lIns="95165" tIns="47583" rIns="95165" bIns="4758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05B9DCAC-B38C-46E1-B6D7-1283222EB584}" type="datetimeFigureOut">
              <a:rPr lang="es-ES"/>
              <a:pPr>
                <a:defRPr/>
              </a:pPr>
              <a:t>02/08/2022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39775"/>
            <a:ext cx="6569075" cy="3695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65" tIns="47583" rIns="95165" bIns="47583" rtlCol="0" anchor="ctr"/>
          <a:lstStyle/>
          <a:p>
            <a:pPr lvl="0"/>
            <a:endParaRPr lang="es-ES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79768" y="4681974"/>
            <a:ext cx="5438140" cy="4435555"/>
          </a:xfrm>
          <a:prstGeom prst="rect">
            <a:avLst/>
          </a:prstGeom>
        </p:spPr>
        <p:txBody>
          <a:bodyPr vert="horz" wrap="square" lIns="95165" tIns="47583" rIns="95165" bIns="47583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362238"/>
            <a:ext cx="2945659" cy="492840"/>
          </a:xfrm>
          <a:prstGeom prst="rect">
            <a:avLst/>
          </a:prstGeom>
        </p:spPr>
        <p:txBody>
          <a:bodyPr vert="horz" wrap="square" lIns="95165" tIns="47583" rIns="95165" bIns="4758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50443" y="9362238"/>
            <a:ext cx="2945659" cy="492840"/>
          </a:xfrm>
          <a:prstGeom prst="rect">
            <a:avLst/>
          </a:prstGeom>
        </p:spPr>
        <p:txBody>
          <a:bodyPr vert="horz" wrap="square" lIns="95165" tIns="47583" rIns="95165" bIns="4758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4EFF165E-2B95-490D-AF65-AB911D849B40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69628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 userDrawn="1"/>
        </p:nvSpPr>
        <p:spPr>
          <a:xfrm>
            <a:off x="0" y="-20538"/>
            <a:ext cx="9144000" cy="864096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8 Marcador de posición de imagen"/>
          <p:cNvSpPr>
            <a:spLocks noGrp="1"/>
          </p:cNvSpPr>
          <p:nvPr>
            <p:ph type="pic" sz="quarter" idx="10"/>
          </p:nvPr>
        </p:nvSpPr>
        <p:spPr>
          <a:xfrm>
            <a:off x="0" y="843558"/>
            <a:ext cx="9144000" cy="43204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>
                <a:latin typeface="Gotham" pitchFamily="50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9" name="8 Marcador de texto"/>
          <p:cNvSpPr>
            <a:spLocks noGrp="1"/>
          </p:cNvSpPr>
          <p:nvPr>
            <p:ph type="body" sz="quarter" idx="11" hasCustomPrompt="1"/>
          </p:nvPr>
        </p:nvSpPr>
        <p:spPr>
          <a:xfrm>
            <a:off x="395288" y="1275259"/>
            <a:ext cx="6769100" cy="3024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bg2"/>
                </a:solidFill>
                <a:latin typeface="Gotham" pitchFamily="50" charset="0"/>
              </a:defRPr>
            </a:lvl1pPr>
            <a:lvl2pPr>
              <a:defRPr>
                <a:latin typeface="Gotham" pitchFamily="50" charset="0"/>
              </a:defRPr>
            </a:lvl2pPr>
            <a:lvl3pPr>
              <a:defRPr>
                <a:latin typeface="Gotham" pitchFamily="50" charset="0"/>
              </a:defRPr>
            </a:lvl3pPr>
            <a:lvl4pPr>
              <a:defRPr>
                <a:latin typeface="Gotham" pitchFamily="50" charset="0"/>
              </a:defRPr>
            </a:lvl4pPr>
            <a:lvl5pPr>
              <a:defRPr>
                <a:latin typeface="Gotham" pitchFamily="50" charset="0"/>
              </a:defRPr>
            </a:lvl5pPr>
          </a:lstStyle>
          <a:p>
            <a:pPr lvl="0"/>
            <a:r>
              <a:rPr lang="en-US" dirty="0">
                <a:effectLst/>
              </a:rPr>
              <a:t>CLICK TO CHANGE TEXT STYLE PATTERN</a:t>
            </a:r>
            <a:endParaRPr lang="es-E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2" y="27434"/>
            <a:ext cx="2296838" cy="7441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3 Rectángulo"/>
          <p:cNvSpPr/>
          <p:nvPr userDrawn="1"/>
        </p:nvSpPr>
        <p:spPr>
          <a:xfrm>
            <a:off x="0" y="4371950"/>
            <a:ext cx="9144000" cy="771550"/>
          </a:xfrm>
          <a:prstGeom prst="rect">
            <a:avLst/>
          </a:prstGeom>
          <a:solidFill>
            <a:srgbClr val="19532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10" hasCustomPrompt="1"/>
          </p:nvPr>
        </p:nvSpPr>
        <p:spPr>
          <a:xfrm>
            <a:off x="251521" y="195486"/>
            <a:ext cx="8568630" cy="396044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>
                <a:latin typeface="Gotham" pitchFamily="50" charset="0"/>
              </a:defRPr>
            </a:lvl1pPr>
            <a:lvl2pPr>
              <a:buNone/>
              <a:defRPr>
                <a:latin typeface="Gotham" pitchFamily="50" charset="0"/>
              </a:defRPr>
            </a:lvl2pPr>
            <a:lvl3pPr marL="0" indent="0">
              <a:buNone/>
              <a:defRPr b="0">
                <a:latin typeface="Gotham" pitchFamily="50" charset="0"/>
              </a:defRPr>
            </a:lvl3pPr>
            <a:lvl4pPr marL="0" indent="0">
              <a:buNone/>
              <a:defRPr b="0">
                <a:latin typeface="Gotham" pitchFamily="50" charset="0"/>
              </a:defRPr>
            </a:lvl4pPr>
            <a:lvl5pPr marL="0" indent="0">
              <a:buNone/>
              <a:defRPr b="0">
                <a:latin typeface="Gotham" pitchFamily="50" charset="0"/>
              </a:defRPr>
            </a:lvl5pPr>
          </a:lstStyle>
          <a:p>
            <a:pPr lvl="0"/>
            <a:r>
              <a:rPr lang="en-US" dirty="0">
                <a:effectLst/>
              </a:rPr>
              <a:t>CLICK TO CHANGE TEXT STYLE PATTERN</a:t>
            </a:r>
            <a:endParaRPr lang="es-ES" dirty="0"/>
          </a:p>
        </p:txBody>
      </p:sp>
      <p:pic>
        <p:nvPicPr>
          <p:cNvPr id="5" name="6 Imagen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365" y="4509983"/>
            <a:ext cx="1574323" cy="510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3 Rectángulo"/>
          <p:cNvSpPr/>
          <p:nvPr userDrawn="1"/>
        </p:nvSpPr>
        <p:spPr>
          <a:xfrm>
            <a:off x="0" y="4371950"/>
            <a:ext cx="9144000" cy="771550"/>
          </a:xfrm>
          <a:prstGeom prst="rect">
            <a:avLst/>
          </a:prstGeom>
          <a:solidFill>
            <a:srgbClr val="19532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10" hasCustomPrompt="1"/>
          </p:nvPr>
        </p:nvSpPr>
        <p:spPr>
          <a:xfrm>
            <a:off x="251521" y="1275606"/>
            <a:ext cx="8712968" cy="295232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600" b="0">
                <a:solidFill>
                  <a:srgbClr val="4C2600"/>
                </a:solidFill>
                <a:latin typeface="Gotham" pitchFamily="50" charset="0"/>
              </a:defRPr>
            </a:lvl1pPr>
            <a:lvl2pPr>
              <a:buNone/>
              <a:defRPr>
                <a:latin typeface="Gotham" pitchFamily="50" charset="0"/>
              </a:defRPr>
            </a:lvl2pPr>
            <a:lvl3pPr marL="0" indent="0">
              <a:buNone/>
              <a:defRPr b="0">
                <a:latin typeface="Gotham" pitchFamily="50" charset="0"/>
              </a:defRPr>
            </a:lvl3pPr>
            <a:lvl4pPr marL="0" indent="0">
              <a:buNone/>
              <a:defRPr b="0">
                <a:latin typeface="Gotham" pitchFamily="50" charset="0"/>
              </a:defRPr>
            </a:lvl4pPr>
            <a:lvl5pPr marL="0" indent="0">
              <a:buNone/>
              <a:defRPr b="0">
                <a:latin typeface="Gotham" pitchFamily="50" charset="0"/>
              </a:defRPr>
            </a:lvl5pPr>
          </a:lstStyle>
          <a:p>
            <a:pPr lvl="0"/>
            <a:r>
              <a:rPr lang="en-US" dirty="0">
                <a:effectLst/>
              </a:rPr>
              <a:t>CLICK TO CHANGE TEXT STYLE PATTERN</a:t>
            </a:r>
            <a:endParaRPr lang="es-ES" dirty="0"/>
          </a:p>
        </p:txBody>
      </p:sp>
      <p:sp>
        <p:nvSpPr>
          <p:cNvPr id="9" name="8 Marcador de texto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339725"/>
            <a:ext cx="8640960" cy="71985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>
                <a:solidFill>
                  <a:srgbClr val="4C2600"/>
                </a:solidFill>
                <a:latin typeface="Gotham" pitchFamily="50" charset="0"/>
              </a:defRPr>
            </a:lvl1pPr>
            <a:lvl2pPr marL="0" indent="0">
              <a:buNone/>
              <a:defRPr sz="2000" b="1">
                <a:latin typeface="Gotham" pitchFamily="50" charset="0"/>
              </a:defRPr>
            </a:lvl2pPr>
            <a:lvl3pPr marL="0" indent="0">
              <a:buNone/>
              <a:defRPr sz="2000" b="1">
                <a:latin typeface="Gotham" pitchFamily="50" charset="0"/>
              </a:defRPr>
            </a:lvl3pPr>
            <a:lvl4pPr marL="0" indent="0">
              <a:buNone/>
              <a:defRPr sz="2000" b="1">
                <a:latin typeface="Gotham" pitchFamily="50" charset="0"/>
              </a:defRPr>
            </a:lvl4pPr>
            <a:lvl5pPr>
              <a:buNone/>
              <a:defRPr/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>
                <a:effectLst/>
              </a:rPr>
              <a:t>HEADLINE</a:t>
            </a:r>
            <a:endParaRPr lang="es-ES" dirty="0"/>
          </a:p>
        </p:txBody>
      </p:sp>
      <p:pic>
        <p:nvPicPr>
          <p:cNvPr id="10" name="6 Imagen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365" y="4509983"/>
            <a:ext cx="1574323" cy="510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ENERAL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Marcador de posición de imagen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483768" cy="43719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>
                <a:solidFill>
                  <a:srgbClr val="E4E1DC"/>
                </a:solidFill>
                <a:latin typeface="Gotham" pitchFamily="50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11" name="3 Rectángulo"/>
          <p:cNvSpPr/>
          <p:nvPr userDrawn="1"/>
        </p:nvSpPr>
        <p:spPr>
          <a:xfrm>
            <a:off x="0" y="4371950"/>
            <a:ext cx="9144000" cy="771550"/>
          </a:xfrm>
          <a:prstGeom prst="rect">
            <a:avLst/>
          </a:prstGeom>
          <a:solidFill>
            <a:srgbClr val="19532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10" hasCustomPrompt="1"/>
          </p:nvPr>
        </p:nvSpPr>
        <p:spPr>
          <a:xfrm>
            <a:off x="2843808" y="987574"/>
            <a:ext cx="6048672" cy="31683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600" b="0">
                <a:solidFill>
                  <a:srgbClr val="4C2600"/>
                </a:solidFill>
                <a:latin typeface="Gotham" pitchFamily="50" charset="0"/>
              </a:defRPr>
            </a:lvl1pPr>
            <a:lvl2pPr>
              <a:buNone/>
              <a:defRPr>
                <a:latin typeface="Gotham" pitchFamily="50" charset="0"/>
              </a:defRPr>
            </a:lvl2pPr>
            <a:lvl3pPr marL="0" indent="0">
              <a:buNone/>
              <a:defRPr b="0">
                <a:latin typeface="Gotham" pitchFamily="50" charset="0"/>
              </a:defRPr>
            </a:lvl3pPr>
            <a:lvl4pPr marL="0" indent="0">
              <a:buNone/>
              <a:defRPr b="0">
                <a:latin typeface="Gotham" pitchFamily="50" charset="0"/>
              </a:defRPr>
            </a:lvl4pPr>
            <a:lvl5pPr marL="0" indent="0">
              <a:buNone/>
              <a:defRPr b="0">
                <a:latin typeface="Gotham" pitchFamily="50" charset="0"/>
              </a:defRPr>
            </a:lvl5pPr>
          </a:lstStyle>
          <a:p>
            <a:pPr lvl="0"/>
            <a:r>
              <a:rPr lang="en-US" dirty="0">
                <a:effectLst/>
              </a:rPr>
              <a:t>CLICK TO CHANGE TEXT STYLE PATTERN</a:t>
            </a:r>
            <a:endParaRPr lang="es-ES" dirty="0"/>
          </a:p>
        </p:txBody>
      </p:sp>
      <p:sp>
        <p:nvSpPr>
          <p:cNvPr id="9" name="8 Marcador de texto"/>
          <p:cNvSpPr>
            <a:spLocks noGrp="1"/>
          </p:cNvSpPr>
          <p:nvPr>
            <p:ph type="body" sz="quarter" idx="11" hasCustomPrompt="1"/>
          </p:nvPr>
        </p:nvSpPr>
        <p:spPr>
          <a:xfrm>
            <a:off x="2843808" y="339725"/>
            <a:ext cx="5960618" cy="57626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>
                <a:solidFill>
                  <a:srgbClr val="4C2600"/>
                </a:solidFill>
                <a:latin typeface="Gotham" pitchFamily="50" charset="0"/>
              </a:defRPr>
            </a:lvl1pPr>
            <a:lvl2pPr marL="0" indent="0">
              <a:buNone/>
              <a:defRPr sz="2000" b="1">
                <a:latin typeface="Gotham" pitchFamily="50" charset="0"/>
              </a:defRPr>
            </a:lvl2pPr>
            <a:lvl3pPr marL="0" indent="0">
              <a:buNone/>
              <a:defRPr sz="2000" b="1">
                <a:latin typeface="Gotham" pitchFamily="50" charset="0"/>
              </a:defRPr>
            </a:lvl3pPr>
            <a:lvl4pPr marL="0" indent="0">
              <a:buNone/>
              <a:defRPr sz="2000" b="1">
                <a:latin typeface="Gotham" pitchFamily="50" charset="0"/>
              </a:defRPr>
            </a:lvl4pPr>
            <a:lvl5pPr>
              <a:buNone/>
              <a:defRPr/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>
                <a:effectLst/>
              </a:rPr>
              <a:t>HEADLINE</a:t>
            </a:r>
            <a:endParaRPr lang="es-ES" dirty="0"/>
          </a:p>
        </p:txBody>
      </p:sp>
      <p:pic>
        <p:nvPicPr>
          <p:cNvPr id="8" name="6 Imagen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365" y="4509983"/>
            <a:ext cx="1574323" cy="510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3 Rectángulo"/>
          <p:cNvSpPr/>
          <p:nvPr userDrawn="1"/>
        </p:nvSpPr>
        <p:spPr>
          <a:xfrm>
            <a:off x="0" y="4371950"/>
            <a:ext cx="9144000" cy="771550"/>
          </a:xfrm>
          <a:prstGeom prst="rect">
            <a:avLst/>
          </a:prstGeom>
          <a:solidFill>
            <a:srgbClr val="19532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" name="9 Marcador de posición de imagen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113159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>
                <a:solidFill>
                  <a:srgbClr val="E4E1DC"/>
                </a:solidFill>
                <a:latin typeface="Gotham" pitchFamily="50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10" hasCustomPrompt="1"/>
          </p:nvPr>
        </p:nvSpPr>
        <p:spPr>
          <a:xfrm>
            <a:off x="323528" y="1917695"/>
            <a:ext cx="8568952" cy="223823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600" b="0">
                <a:solidFill>
                  <a:srgbClr val="4C2600"/>
                </a:solidFill>
                <a:latin typeface="Gotham" pitchFamily="50" charset="0"/>
              </a:defRPr>
            </a:lvl1pPr>
            <a:lvl2pPr>
              <a:buNone/>
              <a:defRPr>
                <a:latin typeface="Gotham" pitchFamily="50" charset="0"/>
              </a:defRPr>
            </a:lvl2pPr>
            <a:lvl3pPr marL="0" indent="0">
              <a:buNone/>
              <a:defRPr b="0">
                <a:latin typeface="Gotham" pitchFamily="50" charset="0"/>
              </a:defRPr>
            </a:lvl3pPr>
            <a:lvl4pPr marL="0" indent="0">
              <a:buNone/>
              <a:defRPr b="0">
                <a:latin typeface="Gotham" pitchFamily="50" charset="0"/>
              </a:defRPr>
            </a:lvl4pPr>
            <a:lvl5pPr marL="0" indent="0">
              <a:buNone/>
              <a:defRPr b="0">
                <a:latin typeface="Gotham" pitchFamily="50" charset="0"/>
              </a:defRPr>
            </a:lvl5pPr>
          </a:lstStyle>
          <a:p>
            <a:pPr lvl="0"/>
            <a:r>
              <a:rPr lang="en-US" dirty="0">
                <a:effectLst/>
              </a:rPr>
              <a:t>CLICK TO CHANGE TEXT STYLE PATTERN</a:t>
            </a:r>
            <a:endParaRPr lang="es-ES" dirty="0"/>
          </a:p>
        </p:txBody>
      </p:sp>
      <p:sp>
        <p:nvSpPr>
          <p:cNvPr id="9" name="8 Marcador de texto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1347614"/>
            <a:ext cx="8444209" cy="4320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4C2600"/>
                </a:solidFill>
                <a:latin typeface="Gotham" pitchFamily="50" charset="0"/>
              </a:defRPr>
            </a:lvl1pPr>
            <a:lvl2pPr marL="0" indent="0">
              <a:buNone/>
              <a:defRPr sz="2000" b="1">
                <a:latin typeface="Gotham" pitchFamily="50" charset="0"/>
              </a:defRPr>
            </a:lvl2pPr>
            <a:lvl3pPr marL="0" indent="0">
              <a:buNone/>
              <a:defRPr sz="2000" b="1">
                <a:latin typeface="Gotham" pitchFamily="50" charset="0"/>
              </a:defRPr>
            </a:lvl3pPr>
            <a:lvl4pPr marL="0" indent="0">
              <a:buNone/>
              <a:defRPr sz="2000" b="1">
                <a:latin typeface="Gotham" pitchFamily="50" charset="0"/>
              </a:defRPr>
            </a:lvl4pPr>
            <a:lvl5pPr>
              <a:buNone/>
              <a:defRPr/>
            </a:lvl5pPr>
          </a:lstStyle>
          <a:p>
            <a:pPr lvl="0"/>
            <a:r>
              <a:rPr lang="en-US" dirty="0">
                <a:effectLst/>
              </a:rPr>
              <a:t>HEADLINE</a:t>
            </a:r>
            <a:endParaRPr lang="es-ES" dirty="0"/>
          </a:p>
        </p:txBody>
      </p:sp>
      <p:pic>
        <p:nvPicPr>
          <p:cNvPr id="8" name="6 Imagen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365" y="4509983"/>
            <a:ext cx="1574323" cy="510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Marcador de posición de imagen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9144000" cy="438650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>
                <a:latin typeface="Gotham" pitchFamily="50" charset="0"/>
              </a:defRPr>
            </a:lvl1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6" name="3 Rectángulo"/>
          <p:cNvSpPr/>
          <p:nvPr userDrawn="1"/>
        </p:nvSpPr>
        <p:spPr>
          <a:xfrm>
            <a:off x="0" y="4371950"/>
            <a:ext cx="9144000" cy="771550"/>
          </a:xfrm>
          <a:prstGeom prst="rect">
            <a:avLst/>
          </a:prstGeom>
          <a:solidFill>
            <a:srgbClr val="19532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5" name="6 Imagen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365" y="4509983"/>
            <a:ext cx="1574323" cy="510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3 Rectángulo"/>
          <p:cNvSpPr/>
          <p:nvPr userDrawn="1"/>
        </p:nvSpPr>
        <p:spPr>
          <a:xfrm>
            <a:off x="0" y="4371950"/>
            <a:ext cx="9144000" cy="771550"/>
          </a:xfrm>
          <a:prstGeom prst="rect">
            <a:avLst/>
          </a:prstGeom>
          <a:solidFill>
            <a:srgbClr val="19532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4" name="6 Imagen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365" y="4509983"/>
            <a:ext cx="1574323" cy="510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bg>
      <p:bgPr>
        <a:solidFill>
          <a:srgbClr val="195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quarter" idx="11" hasCustomPrompt="1"/>
          </p:nvPr>
        </p:nvSpPr>
        <p:spPr>
          <a:xfrm>
            <a:off x="1187450" y="1131888"/>
            <a:ext cx="6624638" cy="2952750"/>
          </a:xfrm>
          <a:prstGeom prst="rect">
            <a:avLst/>
          </a:prstGeom>
        </p:spPr>
        <p:txBody>
          <a:bodyPr anchor="ctr"/>
          <a:lstStyle>
            <a:lvl1pPr marL="87313" indent="0" algn="ctr">
              <a:buNone/>
              <a:defRPr sz="4400" b="1">
                <a:solidFill>
                  <a:schemeClr val="bg2"/>
                </a:solidFill>
                <a:latin typeface="Gotham" pitchFamily="50" charset="0"/>
              </a:defRPr>
            </a:lvl1pPr>
            <a:lvl2pPr marL="87313" indent="0" algn="ctr">
              <a:buNone/>
              <a:defRPr sz="4800">
                <a:latin typeface="Gotham" pitchFamily="50" charset="0"/>
              </a:defRPr>
            </a:lvl2pPr>
            <a:lvl3pPr marL="87313" indent="0" algn="ctr">
              <a:buNone/>
              <a:defRPr sz="4800">
                <a:latin typeface="Gotham" pitchFamily="50" charset="0"/>
              </a:defRPr>
            </a:lvl3pPr>
            <a:lvl4pPr marL="87313" indent="0" algn="ctr">
              <a:buNone/>
              <a:defRPr sz="4800">
                <a:latin typeface="Gotham" pitchFamily="50" charset="0"/>
              </a:defRPr>
            </a:lvl4pPr>
            <a:lvl5pPr marL="87313" indent="0" algn="ctr">
              <a:buNone/>
              <a:defRPr sz="4800">
                <a:latin typeface="Gotham" pitchFamily="50" charset="0"/>
              </a:defRPr>
            </a:lvl5pPr>
          </a:lstStyle>
          <a:p>
            <a:pPr lvl="0"/>
            <a:r>
              <a:rPr lang="en-US" dirty="0">
                <a:effectLst/>
              </a:rPr>
              <a:t>CLICK TO CHANGE TEXT STYLE PATTERN</a:t>
            </a:r>
            <a:endParaRPr lang="es-E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ar Cover">
    <p:bg>
      <p:bgPr>
        <a:solidFill>
          <a:srgbClr val="195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quarter" idx="11" hasCustomPrompt="1"/>
          </p:nvPr>
        </p:nvSpPr>
        <p:spPr>
          <a:xfrm>
            <a:off x="1187450" y="1131888"/>
            <a:ext cx="6624638" cy="1871910"/>
          </a:xfrm>
          <a:prstGeom prst="rect">
            <a:avLst/>
          </a:prstGeom>
        </p:spPr>
        <p:txBody>
          <a:bodyPr anchor="ctr"/>
          <a:lstStyle>
            <a:lvl1pPr marL="87313" indent="0" algn="ctr">
              <a:buNone/>
              <a:defRPr sz="4400" b="1">
                <a:solidFill>
                  <a:schemeClr val="bg2"/>
                </a:solidFill>
                <a:latin typeface="Gotham" pitchFamily="50" charset="0"/>
              </a:defRPr>
            </a:lvl1pPr>
            <a:lvl2pPr marL="87313" indent="0" algn="ctr">
              <a:buNone/>
              <a:defRPr sz="4800">
                <a:latin typeface="Gotham" pitchFamily="50" charset="0"/>
              </a:defRPr>
            </a:lvl2pPr>
            <a:lvl3pPr marL="87313" indent="0" algn="ctr">
              <a:buNone/>
              <a:defRPr sz="4800">
                <a:latin typeface="Gotham" pitchFamily="50" charset="0"/>
              </a:defRPr>
            </a:lvl3pPr>
            <a:lvl4pPr marL="87313" indent="0" algn="ctr">
              <a:buNone/>
              <a:defRPr sz="4800">
                <a:latin typeface="Gotham" pitchFamily="50" charset="0"/>
              </a:defRPr>
            </a:lvl4pPr>
            <a:lvl5pPr marL="87313" indent="0" algn="ctr">
              <a:buNone/>
              <a:defRPr sz="4800">
                <a:latin typeface="Gotham" pitchFamily="50" charset="0"/>
              </a:defRPr>
            </a:lvl5pPr>
          </a:lstStyle>
          <a:p>
            <a:pPr lvl="0"/>
            <a:r>
              <a:rPr lang="en-US" dirty="0">
                <a:effectLst/>
              </a:rPr>
              <a:t>CLICK TO CHANGE TEXT STYLE PATTERN</a:t>
            </a:r>
            <a:endParaRPr lang="es-E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7960" y="2787774"/>
            <a:ext cx="2763617" cy="274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83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4" r:id="rId2"/>
    <p:sldLayoutId id="2147483665" r:id="rId3"/>
    <p:sldLayoutId id="2147483666" r:id="rId4"/>
    <p:sldLayoutId id="2147483668" r:id="rId5"/>
    <p:sldLayoutId id="2147483663" r:id="rId6"/>
    <p:sldLayoutId id="2147483667" r:id="rId7"/>
    <p:sldLayoutId id="2147483658" r:id="rId8"/>
    <p:sldLayoutId id="2147483656" r:id="rId9"/>
    <p:sldLayoutId id="2147483669" r:id="rId10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6 Marcador de texto"/>
          <p:cNvSpPr txBox="1">
            <a:spLocks/>
          </p:cNvSpPr>
          <p:nvPr/>
        </p:nvSpPr>
        <p:spPr>
          <a:xfrm>
            <a:off x="251520" y="2067694"/>
            <a:ext cx="6336704" cy="2088231"/>
          </a:xfrm>
          <a:prstGeom prst="rect">
            <a:avLst/>
          </a:prstGeom>
        </p:spPr>
        <p:txBody>
          <a:bodyPr/>
          <a:lstStyle/>
          <a:p>
            <a:pPr lvl="0" eaLnBrk="0" hangingPunct="0">
              <a:spcBef>
                <a:spcPct val="20000"/>
              </a:spcBef>
            </a:pPr>
            <a:r>
              <a:rPr lang="en-US" sz="4000" b="1" dirty="0">
                <a:solidFill>
                  <a:schemeClr val="bg1"/>
                </a:solidFill>
                <a:latin typeface="Gotham Bold" pitchFamily="2" charset="0"/>
                <a:ea typeface="ＭＳ Ｐゴシック"/>
                <a:cs typeface="ＭＳ Ｐゴシック"/>
              </a:rPr>
              <a:t>DESIGNED, TESTED AND VERIFIED  TO FIT ALL YOUR NEEDS …</a:t>
            </a:r>
            <a:endParaRPr kumimoji="0" lang="es-ES" sz="4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otham Bold" pitchFamily="2" charset="0"/>
              <a:cs typeface="+mn-cs"/>
            </a:endParaRPr>
          </a:p>
        </p:txBody>
      </p:sp>
      <p:pic>
        <p:nvPicPr>
          <p:cNvPr id="7" name="6 Marcador de posición de imagen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iControl Standard PANEL </a:t>
            </a:r>
            <a:r>
              <a:rPr lang="en-US" dirty="0">
                <a:solidFill>
                  <a:schemeClr val="bg1"/>
                </a:solidFill>
              </a:rPr>
              <a:t>for LINEAR</a:t>
            </a:r>
          </a:p>
        </p:txBody>
      </p:sp>
    </p:spTree>
    <p:extLst>
      <p:ext uri="{BB962C8B-B14F-4D97-AF65-F5344CB8AC3E}">
        <p14:creationId xmlns:p14="http://schemas.microsoft.com/office/powerpoint/2010/main" val="126408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46F0201-D57F-4095-8EA1-4998F7154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87450" y="843558"/>
            <a:ext cx="6624638" cy="3600400"/>
          </a:xfrm>
        </p:spPr>
        <p:txBody>
          <a:bodyPr/>
          <a:lstStyle/>
          <a:p>
            <a:r>
              <a:rPr lang="en-US" dirty="0"/>
              <a:t>HOW RUNS THE</a:t>
            </a:r>
          </a:p>
          <a:p>
            <a:r>
              <a:rPr lang="en-US" dirty="0" err="1"/>
              <a:t>iCONTROL</a:t>
            </a:r>
            <a:r>
              <a:rPr lang="en-US" dirty="0"/>
              <a:t> STANDARD PANEL ?</a:t>
            </a:r>
          </a:p>
          <a:p>
            <a:endParaRPr lang="en-US" dirty="0"/>
          </a:p>
          <a:p>
            <a:r>
              <a:rPr lang="en-US" sz="2400" dirty="0"/>
              <a:t>(Common schematic for pivot and linear.)</a:t>
            </a:r>
          </a:p>
        </p:txBody>
      </p:sp>
    </p:spTree>
    <p:extLst>
      <p:ext uri="{BB962C8B-B14F-4D97-AF65-F5344CB8AC3E}">
        <p14:creationId xmlns:p14="http://schemas.microsoft.com/office/powerpoint/2010/main" val="1633361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294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6B37D3E-BC7B-4BBB-8972-21D6A8B405C2}"/>
              </a:ext>
            </a:extLst>
          </p:cNvPr>
          <p:cNvSpPr txBox="1"/>
          <p:nvPr/>
        </p:nvSpPr>
        <p:spPr>
          <a:xfrm>
            <a:off x="8172400" y="195486"/>
            <a:ext cx="111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POWER</a:t>
            </a:r>
          </a:p>
        </p:txBody>
      </p:sp>
    </p:spTree>
    <p:extLst>
      <p:ext uri="{BB962C8B-B14F-4D97-AF65-F5344CB8AC3E}">
        <p14:creationId xmlns:p14="http://schemas.microsoft.com/office/powerpoint/2010/main" val="20694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4731990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001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4731990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5AB3FF4-8F0B-494C-B8FF-B50796053BA3}"/>
              </a:ext>
            </a:extLst>
          </p:cNvPr>
          <p:cNvCxnSpPr>
            <a:cxnSpLocks/>
          </p:cNvCxnSpPr>
          <p:nvPr/>
        </p:nvCxnSpPr>
        <p:spPr>
          <a:xfrm flipV="1">
            <a:off x="3312000" y="3816000"/>
            <a:ext cx="0" cy="720072"/>
          </a:xfrm>
          <a:prstGeom prst="line">
            <a:avLst/>
          </a:prstGeom>
          <a:ln w="19050">
            <a:solidFill>
              <a:srgbClr val="FF0000"/>
            </a:solidFill>
            <a:prstDash val="lg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3312000" y="3816000"/>
            <a:ext cx="17640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F4BEAF9-D4DC-4E6F-9971-8F81D511EEEA}"/>
              </a:ext>
            </a:extLst>
          </p:cNvPr>
          <p:cNvSpPr txBox="1"/>
          <p:nvPr/>
        </p:nvSpPr>
        <p:spPr>
          <a:xfrm>
            <a:off x="8171888" y="194373"/>
            <a:ext cx="936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3640243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4731990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5AB3FF4-8F0B-494C-B8FF-B50796053BA3}"/>
              </a:ext>
            </a:extLst>
          </p:cNvPr>
          <p:cNvCxnSpPr>
            <a:cxnSpLocks/>
          </p:cNvCxnSpPr>
          <p:nvPr/>
        </p:nvCxnSpPr>
        <p:spPr>
          <a:xfrm flipV="1">
            <a:off x="3312000" y="3816000"/>
            <a:ext cx="0" cy="720072"/>
          </a:xfrm>
          <a:prstGeom prst="line">
            <a:avLst/>
          </a:prstGeom>
          <a:ln w="19050">
            <a:solidFill>
              <a:srgbClr val="FF0000"/>
            </a:solidFill>
            <a:prstDash val="lg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3312000" y="3816000"/>
            <a:ext cx="17640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828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4731990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5AB3FF4-8F0B-494C-B8FF-B50796053BA3}"/>
              </a:ext>
            </a:extLst>
          </p:cNvPr>
          <p:cNvCxnSpPr>
            <a:cxnSpLocks/>
          </p:cNvCxnSpPr>
          <p:nvPr/>
        </p:nvCxnSpPr>
        <p:spPr>
          <a:xfrm flipV="1">
            <a:off x="3312000" y="3816000"/>
            <a:ext cx="0" cy="720072"/>
          </a:xfrm>
          <a:prstGeom prst="line">
            <a:avLst/>
          </a:prstGeom>
          <a:ln w="19050">
            <a:solidFill>
              <a:srgbClr val="FF0000"/>
            </a:solidFill>
            <a:prstDash val="lg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3312000" y="3816000"/>
            <a:ext cx="17640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7E43AB-047F-4481-8878-09D05E280114}"/>
              </a:ext>
            </a:extLst>
          </p:cNvPr>
          <p:cNvCxnSpPr>
            <a:cxnSpLocks/>
          </p:cNvCxnSpPr>
          <p:nvPr/>
        </p:nvCxnSpPr>
        <p:spPr>
          <a:xfrm>
            <a:off x="5003795" y="2468117"/>
            <a:ext cx="0" cy="15766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560C5EF-0A1B-4BFF-A930-AE6FE8993DE2}"/>
              </a:ext>
            </a:extLst>
          </p:cNvPr>
          <p:cNvCxnSpPr>
            <a:cxnSpLocks/>
          </p:cNvCxnSpPr>
          <p:nvPr/>
        </p:nvCxnSpPr>
        <p:spPr>
          <a:xfrm flipH="1">
            <a:off x="5003796" y="2468117"/>
            <a:ext cx="32420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1F4A36-EAB3-40EE-AC82-4D53007F38D8}"/>
              </a:ext>
            </a:extLst>
          </p:cNvPr>
          <p:cNvCxnSpPr>
            <a:cxnSpLocks/>
          </p:cNvCxnSpPr>
          <p:nvPr/>
        </p:nvCxnSpPr>
        <p:spPr>
          <a:xfrm>
            <a:off x="5328000" y="843558"/>
            <a:ext cx="0" cy="157777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7B759AD-6738-430A-ADA0-0538EE252AF2}"/>
              </a:ext>
            </a:extLst>
          </p:cNvPr>
          <p:cNvCxnSpPr>
            <a:cxnSpLocks/>
          </p:cNvCxnSpPr>
          <p:nvPr/>
        </p:nvCxnSpPr>
        <p:spPr>
          <a:xfrm>
            <a:off x="5220072" y="1047336"/>
            <a:ext cx="107928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5A3D8D5-B429-4479-B0DD-3BB84BD762C6}"/>
              </a:ext>
            </a:extLst>
          </p:cNvPr>
          <p:cNvCxnSpPr>
            <a:cxnSpLocks/>
          </p:cNvCxnSpPr>
          <p:nvPr/>
        </p:nvCxnSpPr>
        <p:spPr>
          <a:xfrm>
            <a:off x="5220072" y="831312"/>
            <a:ext cx="0" cy="21602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752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4731990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5AB3FF4-8F0B-494C-B8FF-B50796053BA3}"/>
              </a:ext>
            </a:extLst>
          </p:cNvPr>
          <p:cNvCxnSpPr>
            <a:cxnSpLocks/>
          </p:cNvCxnSpPr>
          <p:nvPr/>
        </p:nvCxnSpPr>
        <p:spPr>
          <a:xfrm flipV="1">
            <a:off x="3312000" y="3816000"/>
            <a:ext cx="0" cy="720072"/>
          </a:xfrm>
          <a:prstGeom prst="line">
            <a:avLst/>
          </a:prstGeom>
          <a:ln w="19050">
            <a:solidFill>
              <a:srgbClr val="FF0000"/>
            </a:solidFill>
            <a:prstDash val="lg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3312000" y="3816000"/>
            <a:ext cx="17640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7E43AB-047F-4481-8878-09D05E280114}"/>
              </a:ext>
            </a:extLst>
          </p:cNvPr>
          <p:cNvCxnSpPr>
            <a:cxnSpLocks/>
          </p:cNvCxnSpPr>
          <p:nvPr/>
        </p:nvCxnSpPr>
        <p:spPr>
          <a:xfrm>
            <a:off x="5003795" y="2468117"/>
            <a:ext cx="0" cy="15766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560C5EF-0A1B-4BFF-A930-AE6FE8993DE2}"/>
              </a:ext>
            </a:extLst>
          </p:cNvPr>
          <p:cNvCxnSpPr>
            <a:cxnSpLocks/>
          </p:cNvCxnSpPr>
          <p:nvPr/>
        </p:nvCxnSpPr>
        <p:spPr>
          <a:xfrm flipH="1">
            <a:off x="5003796" y="2468117"/>
            <a:ext cx="32420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1F4A36-EAB3-40EE-AC82-4D53007F38D8}"/>
              </a:ext>
            </a:extLst>
          </p:cNvPr>
          <p:cNvCxnSpPr>
            <a:cxnSpLocks/>
          </p:cNvCxnSpPr>
          <p:nvPr/>
        </p:nvCxnSpPr>
        <p:spPr>
          <a:xfrm>
            <a:off x="5328000" y="843558"/>
            <a:ext cx="0" cy="157777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7B759AD-6738-430A-ADA0-0538EE252AF2}"/>
              </a:ext>
            </a:extLst>
          </p:cNvPr>
          <p:cNvCxnSpPr>
            <a:cxnSpLocks/>
          </p:cNvCxnSpPr>
          <p:nvPr/>
        </p:nvCxnSpPr>
        <p:spPr>
          <a:xfrm>
            <a:off x="5220072" y="1047336"/>
            <a:ext cx="107928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5A3D8D5-B429-4479-B0DD-3BB84BD762C6}"/>
              </a:ext>
            </a:extLst>
          </p:cNvPr>
          <p:cNvCxnSpPr>
            <a:cxnSpLocks/>
          </p:cNvCxnSpPr>
          <p:nvPr/>
        </p:nvCxnSpPr>
        <p:spPr>
          <a:xfrm>
            <a:off x="5220072" y="831312"/>
            <a:ext cx="0" cy="21602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ED737B9-83DD-404C-B5F3-077A21804108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8E5D96F-90C4-4A18-A2F2-0086B2FA0C71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346F3AC-4CBA-4262-A753-4BC75333456B}"/>
              </a:ext>
            </a:extLst>
          </p:cNvPr>
          <p:cNvCxnSpPr>
            <a:cxnSpLocks/>
          </p:cNvCxnSpPr>
          <p:nvPr/>
        </p:nvCxnSpPr>
        <p:spPr>
          <a:xfrm flipV="1">
            <a:off x="3024000" y="324000"/>
            <a:ext cx="0" cy="156367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0225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4731990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5AB3FF4-8F0B-494C-B8FF-B50796053BA3}"/>
              </a:ext>
            </a:extLst>
          </p:cNvPr>
          <p:cNvCxnSpPr>
            <a:cxnSpLocks/>
          </p:cNvCxnSpPr>
          <p:nvPr/>
        </p:nvCxnSpPr>
        <p:spPr>
          <a:xfrm flipV="1">
            <a:off x="3312000" y="3816000"/>
            <a:ext cx="0" cy="720072"/>
          </a:xfrm>
          <a:prstGeom prst="line">
            <a:avLst/>
          </a:prstGeom>
          <a:ln w="19050">
            <a:solidFill>
              <a:srgbClr val="FF0000"/>
            </a:solidFill>
            <a:prstDash val="lg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3312000" y="3816000"/>
            <a:ext cx="17640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7E43AB-047F-4481-8878-09D05E280114}"/>
              </a:ext>
            </a:extLst>
          </p:cNvPr>
          <p:cNvCxnSpPr>
            <a:cxnSpLocks/>
          </p:cNvCxnSpPr>
          <p:nvPr/>
        </p:nvCxnSpPr>
        <p:spPr>
          <a:xfrm>
            <a:off x="5003795" y="2468117"/>
            <a:ext cx="0" cy="15766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560C5EF-0A1B-4BFF-A930-AE6FE8993DE2}"/>
              </a:ext>
            </a:extLst>
          </p:cNvPr>
          <p:cNvCxnSpPr>
            <a:cxnSpLocks/>
          </p:cNvCxnSpPr>
          <p:nvPr/>
        </p:nvCxnSpPr>
        <p:spPr>
          <a:xfrm flipH="1">
            <a:off x="5003796" y="2468117"/>
            <a:ext cx="32420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1F4A36-EAB3-40EE-AC82-4D53007F38D8}"/>
              </a:ext>
            </a:extLst>
          </p:cNvPr>
          <p:cNvCxnSpPr>
            <a:cxnSpLocks/>
          </p:cNvCxnSpPr>
          <p:nvPr/>
        </p:nvCxnSpPr>
        <p:spPr>
          <a:xfrm>
            <a:off x="5328000" y="843558"/>
            <a:ext cx="0" cy="157777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7B759AD-6738-430A-ADA0-0538EE252AF2}"/>
              </a:ext>
            </a:extLst>
          </p:cNvPr>
          <p:cNvCxnSpPr>
            <a:cxnSpLocks/>
          </p:cNvCxnSpPr>
          <p:nvPr/>
        </p:nvCxnSpPr>
        <p:spPr>
          <a:xfrm>
            <a:off x="5220072" y="1047336"/>
            <a:ext cx="107928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5A3D8D5-B429-4479-B0DD-3BB84BD762C6}"/>
              </a:ext>
            </a:extLst>
          </p:cNvPr>
          <p:cNvCxnSpPr>
            <a:cxnSpLocks/>
          </p:cNvCxnSpPr>
          <p:nvPr/>
        </p:nvCxnSpPr>
        <p:spPr>
          <a:xfrm>
            <a:off x="5220072" y="831312"/>
            <a:ext cx="0" cy="21602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ED737B9-83DD-404C-B5F3-077A21804108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8E5D96F-90C4-4A18-A2F2-0086B2FA0C71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346F3AC-4CBA-4262-A753-4BC75333456B}"/>
              </a:ext>
            </a:extLst>
          </p:cNvPr>
          <p:cNvCxnSpPr>
            <a:cxnSpLocks/>
          </p:cNvCxnSpPr>
          <p:nvPr/>
        </p:nvCxnSpPr>
        <p:spPr>
          <a:xfrm flipV="1">
            <a:off x="3024000" y="324000"/>
            <a:ext cx="0" cy="156367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8848EAF-B39F-4B6B-98CC-151BEC644E1D}"/>
              </a:ext>
            </a:extLst>
          </p:cNvPr>
          <p:cNvCxnSpPr>
            <a:cxnSpLocks/>
          </p:cNvCxnSpPr>
          <p:nvPr/>
        </p:nvCxnSpPr>
        <p:spPr>
          <a:xfrm flipV="1">
            <a:off x="2987824" y="1980000"/>
            <a:ext cx="0" cy="33953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08DCCE0-97DE-4DB3-9FC3-93408D04FF10}"/>
              </a:ext>
            </a:extLst>
          </p:cNvPr>
          <p:cNvCxnSpPr>
            <a:cxnSpLocks/>
          </p:cNvCxnSpPr>
          <p:nvPr/>
        </p:nvCxnSpPr>
        <p:spPr>
          <a:xfrm flipV="1">
            <a:off x="3024000" y="2412425"/>
            <a:ext cx="0" cy="591373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A158844-2C59-48A3-8DFE-39F80981A99A}"/>
              </a:ext>
            </a:extLst>
          </p:cNvPr>
          <p:cNvCxnSpPr>
            <a:cxnSpLocks/>
          </p:cNvCxnSpPr>
          <p:nvPr/>
        </p:nvCxnSpPr>
        <p:spPr>
          <a:xfrm flipH="1">
            <a:off x="3059832" y="306000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82DE908-3C45-489E-BE59-476D5965F6C5}"/>
              </a:ext>
            </a:extLst>
          </p:cNvPr>
          <p:cNvCxnSpPr>
            <a:cxnSpLocks/>
          </p:cNvCxnSpPr>
          <p:nvPr/>
        </p:nvCxnSpPr>
        <p:spPr>
          <a:xfrm>
            <a:off x="3347864" y="2571750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33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3219822"/>
            <a:ext cx="0" cy="1584176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5AB3FF4-8F0B-494C-B8FF-B50796053BA3}"/>
              </a:ext>
            </a:extLst>
          </p:cNvPr>
          <p:cNvCxnSpPr>
            <a:cxnSpLocks/>
          </p:cNvCxnSpPr>
          <p:nvPr/>
        </p:nvCxnSpPr>
        <p:spPr>
          <a:xfrm flipV="1">
            <a:off x="3312000" y="3816000"/>
            <a:ext cx="0" cy="720072"/>
          </a:xfrm>
          <a:prstGeom prst="line">
            <a:avLst/>
          </a:prstGeom>
          <a:ln w="19050">
            <a:solidFill>
              <a:srgbClr val="FF0000"/>
            </a:solidFill>
            <a:prstDash val="lg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3312000" y="3816000"/>
            <a:ext cx="17640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7E43AB-047F-4481-8878-09D05E280114}"/>
              </a:ext>
            </a:extLst>
          </p:cNvPr>
          <p:cNvCxnSpPr>
            <a:cxnSpLocks/>
          </p:cNvCxnSpPr>
          <p:nvPr/>
        </p:nvCxnSpPr>
        <p:spPr>
          <a:xfrm>
            <a:off x="5003795" y="2468117"/>
            <a:ext cx="0" cy="15766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560C5EF-0A1B-4BFF-A930-AE6FE8993DE2}"/>
              </a:ext>
            </a:extLst>
          </p:cNvPr>
          <p:cNvCxnSpPr>
            <a:cxnSpLocks/>
          </p:cNvCxnSpPr>
          <p:nvPr/>
        </p:nvCxnSpPr>
        <p:spPr>
          <a:xfrm flipH="1">
            <a:off x="5003796" y="2468117"/>
            <a:ext cx="32420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1F4A36-EAB3-40EE-AC82-4D53007F38D8}"/>
              </a:ext>
            </a:extLst>
          </p:cNvPr>
          <p:cNvCxnSpPr>
            <a:cxnSpLocks/>
          </p:cNvCxnSpPr>
          <p:nvPr/>
        </p:nvCxnSpPr>
        <p:spPr>
          <a:xfrm>
            <a:off x="5328000" y="843558"/>
            <a:ext cx="0" cy="157777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7B759AD-6738-430A-ADA0-0538EE252AF2}"/>
              </a:ext>
            </a:extLst>
          </p:cNvPr>
          <p:cNvCxnSpPr>
            <a:cxnSpLocks/>
          </p:cNvCxnSpPr>
          <p:nvPr/>
        </p:nvCxnSpPr>
        <p:spPr>
          <a:xfrm>
            <a:off x="5220072" y="1047336"/>
            <a:ext cx="107928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5A3D8D5-B429-4479-B0DD-3BB84BD762C6}"/>
              </a:ext>
            </a:extLst>
          </p:cNvPr>
          <p:cNvCxnSpPr>
            <a:cxnSpLocks/>
          </p:cNvCxnSpPr>
          <p:nvPr/>
        </p:nvCxnSpPr>
        <p:spPr>
          <a:xfrm>
            <a:off x="5220072" y="831312"/>
            <a:ext cx="0" cy="21602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ED737B9-83DD-404C-B5F3-077A21804108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8E5D96F-90C4-4A18-A2F2-0086B2FA0C71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346F3AC-4CBA-4262-A753-4BC75333456B}"/>
              </a:ext>
            </a:extLst>
          </p:cNvPr>
          <p:cNvCxnSpPr>
            <a:cxnSpLocks/>
          </p:cNvCxnSpPr>
          <p:nvPr/>
        </p:nvCxnSpPr>
        <p:spPr>
          <a:xfrm flipV="1">
            <a:off x="3024000" y="324000"/>
            <a:ext cx="0" cy="156367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8848EAF-B39F-4B6B-98CC-151BEC644E1D}"/>
              </a:ext>
            </a:extLst>
          </p:cNvPr>
          <p:cNvCxnSpPr>
            <a:cxnSpLocks/>
          </p:cNvCxnSpPr>
          <p:nvPr/>
        </p:nvCxnSpPr>
        <p:spPr>
          <a:xfrm flipV="1">
            <a:off x="2987824" y="1980000"/>
            <a:ext cx="0" cy="33953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08DCCE0-97DE-4DB3-9FC3-93408D04FF10}"/>
              </a:ext>
            </a:extLst>
          </p:cNvPr>
          <p:cNvCxnSpPr>
            <a:cxnSpLocks/>
          </p:cNvCxnSpPr>
          <p:nvPr/>
        </p:nvCxnSpPr>
        <p:spPr>
          <a:xfrm flipV="1">
            <a:off x="3024000" y="2412425"/>
            <a:ext cx="0" cy="591373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A158844-2C59-48A3-8DFE-39F80981A99A}"/>
              </a:ext>
            </a:extLst>
          </p:cNvPr>
          <p:cNvCxnSpPr>
            <a:cxnSpLocks/>
          </p:cNvCxnSpPr>
          <p:nvPr/>
        </p:nvCxnSpPr>
        <p:spPr>
          <a:xfrm flipH="1">
            <a:off x="3059832" y="306000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82DE908-3C45-489E-BE59-476D5965F6C5}"/>
              </a:ext>
            </a:extLst>
          </p:cNvPr>
          <p:cNvCxnSpPr>
            <a:cxnSpLocks/>
          </p:cNvCxnSpPr>
          <p:nvPr/>
        </p:nvCxnSpPr>
        <p:spPr>
          <a:xfrm>
            <a:off x="3347864" y="2571750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co 41">
            <a:extLst>
              <a:ext uri="{FF2B5EF4-FFF2-40B4-BE49-F238E27FC236}">
                <a16:creationId xmlns:a16="http://schemas.microsoft.com/office/drawing/2014/main" id="{215F65C8-3BC4-4D3F-97B9-3A18672C2500}"/>
              </a:ext>
            </a:extLst>
          </p:cNvPr>
          <p:cNvSpPr/>
          <p:nvPr/>
        </p:nvSpPr>
        <p:spPr>
          <a:xfrm>
            <a:off x="665472" y="1959678"/>
            <a:ext cx="2628428" cy="1134889"/>
          </a:xfrm>
          <a:prstGeom prst="arc">
            <a:avLst>
              <a:gd name="adj1" fmla="val 74580"/>
              <a:gd name="adj2" fmla="val 36130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54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3219822"/>
            <a:ext cx="0" cy="1584176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5AB3FF4-8F0B-494C-B8FF-B50796053BA3}"/>
              </a:ext>
            </a:extLst>
          </p:cNvPr>
          <p:cNvCxnSpPr>
            <a:cxnSpLocks/>
          </p:cNvCxnSpPr>
          <p:nvPr/>
        </p:nvCxnSpPr>
        <p:spPr>
          <a:xfrm flipV="1">
            <a:off x="3312000" y="3816000"/>
            <a:ext cx="0" cy="720072"/>
          </a:xfrm>
          <a:prstGeom prst="line">
            <a:avLst/>
          </a:prstGeom>
          <a:ln w="19050">
            <a:solidFill>
              <a:srgbClr val="FF0000"/>
            </a:solidFill>
            <a:prstDash val="lg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3312000" y="3816000"/>
            <a:ext cx="17640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7E43AB-047F-4481-8878-09D05E280114}"/>
              </a:ext>
            </a:extLst>
          </p:cNvPr>
          <p:cNvCxnSpPr>
            <a:cxnSpLocks/>
          </p:cNvCxnSpPr>
          <p:nvPr/>
        </p:nvCxnSpPr>
        <p:spPr>
          <a:xfrm>
            <a:off x="5003795" y="2468117"/>
            <a:ext cx="0" cy="15766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560C5EF-0A1B-4BFF-A930-AE6FE8993DE2}"/>
              </a:ext>
            </a:extLst>
          </p:cNvPr>
          <p:cNvCxnSpPr>
            <a:cxnSpLocks/>
          </p:cNvCxnSpPr>
          <p:nvPr/>
        </p:nvCxnSpPr>
        <p:spPr>
          <a:xfrm flipH="1">
            <a:off x="5003796" y="2468117"/>
            <a:ext cx="32420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1F4A36-EAB3-40EE-AC82-4D53007F38D8}"/>
              </a:ext>
            </a:extLst>
          </p:cNvPr>
          <p:cNvCxnSpPr>
            <a:cxnSpLocks/>
          </p:cNvCxnSpPr>
          <p:nvPr/>
        </p:nvCxnSpPr>
        <p:spPr>
          <a:xfrm>
            <a:off x="5328000" y="843558"/>
            <a:ext cx="0" cy="157777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7B759AD-6738-430A-ADA0-0538EE252AF2}"/>
              </a:ext>
            </a:extLst>
          </p:cNvPr>
          <p:cNvCxnSpPr>
            <a:cxnSpLocks/>
          </p:cNvCxnSpPr>
          <p:nvPr/>
        </p:nvCxnSpPr>
        <p:spPr>
          <a:xfrm>
            <a:off x="5220072" y="1047336"/>
            <a:ext cx="107928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5A3D8D5-B429-4479-B0DD-3BB84BD762C6}"/>
              </a:ext>
            </a:extLst>
          </p:cNvPr>
          <p:cNvCxnSpPr>
            <a:cxnSpLocks/>
          </p:cNvCxnSpPr>
          <p:nvPr/>
        </p:nvCxnSpPr>
        <p:spPr>
          <a:xfrm>
            <a:off x="5220072" y="831312"/>
            <a:ext cx="0" cy="21602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ED737B9-83DD-404C-B5F3-077A21804108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8E5D96F-90C4-4A18-A2F2-0086B2FA0C71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346F3AC-4CBA-4262-A753-4BC75333456B}"/>
              </a:ext>
            </a:extLst>
          </p:cNvPr>
          <p:cNvCxnSpPr>
            <a:cxnSpLocks/>
          </p:cNvCxnSpPr>
          <p:nvPr/>
        </p:nvCxnSpPr>
        <p:spPr>
          <a:xfrm flipV="1">
            <a:off x="3024000" y="324000"/>
            <a:ext cx="0" cy="156367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8848EAF-B39F-4B6B-98CC-151BEC644E1D}"/>
              </a:ext>
            </a:extLst>
          </p:cNvPr>
          <p:cNvCxnSpPr>
            <a:cxnSpLocks/>
          </p:cNvCxnSpPr>
          <p:nvPr/>
        </p:nvCxnSpPr>
        <p:spPr>
          <a:xfrm flipV="1">
            <a:off x="2987824" y="1980000"/>
            <a:ext cx="0" cy="33953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08DCCE0-97DE-4DB3-9FC3-93408D04FF10}"/>
              </a:ext>
            </a:extLst>
          </p:cNvPr>
          <p:cNvCxnSpPr>
            <a:cxnSpLocks/>
          </p:cNvCxnSpPr>
          <p:nvPr/>
        </p:nvCxnSpPr>
        <p:spPr>
          <a:xfrm flipV="1">
            <a:off x="3024000" y="2412425"/>
            <a:ext cx="0" cy="591373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A158844-2C59-48A3-8DFE-39F80981A99A}"/>
              </a:ext>
            </a:extLst>
          </p:cNvPr>
          <p:cNvCxnSpPr>
            <a:cxnSpLocks/>
          </p:cNvCxnSpPr>
          <p:nvPr/>
        </p:nvCxnSpPr>
        <p:spPr>
          <a:xfrm flipH="1">
            <a:off x="3059832" y="306000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82DE908-3C45-489E-BE59-476D5965F6C5}"/>
              </a:ext>
            </a:extLst>
          </p:cNvPr>
          <p:cNvCxnSpPr>
            <a:cxnSpLocks/>
          </p:cNvCxnSpPr>
          <p:nvPr/>
        </p:nvCxnSpPr>
        <p:spPr>
          <a:xfrm>
            <a:off x="3347864" y="2571750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co 41">
            <a:extLst>
              <a:ext uri="{FF2B5EF4-FFF2-40B4-BE49-F238E27FC236}">
                <a16:creationId xmlns:a16="http://schemas.microsoft.com/office/drawing/2014/main" id="{215F65C8-3BC4-4D3F-97B9-3A18672C2500}"/>
              </a:ext>
            </a:extLst>
          </p:cNvPr>
          <p:cNvSpPr/>
          <p:nvPr/>
        </p:nvSpPr>
        <p:spPr>
          <a:xfrm>
            <a:off x="665472" y="1959678"/>
            <a:ext cx="2628428" cy="1134889"/>
          </a:xfrm>
          <a:prstGeom prst="arc">
            <a:avLst>
              <a:gd name="adj1" fmla="val 74580"/>
              <a:gd name="adj2" fmla="val 36130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6EB3E8AA-8C0C-4879-A87F-0D816A5D1554}"/>
              </a:ext>
            </a:extLst>
          </p:cNvPr>
          <p:cNvCxnSpPr>
            <a:cxnSpLocks/>
          </p:cNvCxnSpPr>
          <p:nvPr/>
        </p:nvCxnSpPr>
        <p:spPr>
          <a:xfrm flipV="1">
            <a:off x="2267744" y="2571750"/>
            <a:ext cx="0" cy="522817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720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3219822"/>
            <a:ext cx="0" cy="1584176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5AB3FF4-8F0B-494C-B8FF-B50796053BA3}"/>
              </a:ext>
            </a:extLst>
          </p:cNvPr>
          <p:cNvCxnSpPr>
            <a:cxnSpLocks/>
          </p:cNvCxnSpPr>
          <p:nvPr/>
        </p:nvCxnSpPr>
        <p:spPr>
          <a:xfrm flipV="1">
            <a:off x="3312000" y="3816000"/>
            <a:ext cx="0" cy="720072"/>
          </a:xfrm>
          <a:prstGeom prst="line">
            <a:avLst/>
          </a:prstGeom>
          <a:ln w="19050">
            <a:solidFill>
              <a:srgbClr val="FF0000"/>
            </a:solidFill>
            <a:prstDash val="lg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3312000" y="3816000"/>
            <a:ext cx="17640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7E43AB-047F-4481-8878-09D05E280114}"/>
              </a:ext>
            </a:extLst>
          </p:cNvPr>
          <p:cNvCxnSpPr>
            <a:cxnSpLocks/>
          </p:cNvCxnSpPr>
          <p:nvPr/>
        </p:nvCxnSpPr>
        <p:spPr>
          <a:xfrm>
            <a:off x="5003795" y="2468117"/>
            <a:ext cx="0" cy="15766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560C5EF-0A1B-4BFF-A930-AE6FE8993DE2}"/>
              </a:ext>
            </a:extLst>
          </p:cNvPr>
          <p:cNvCxnSpPr>
            <a:cxnSpLocks/>
          </p:cNvCxnSpPr>
          <p:nvPr/>
        </p:nvCxnSpPr>
        <p:spPr>
          <a:xfrm flipH="1">
            <a:off x="5003796" y="2468117"/>
            <a:ext cx="32420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1F4A36-EAB3-40EE-AC82-4D53007F38D8}"/>
              </a:ext>
            </a:extLst>
          </p:cNvPr>
          <p:cNvCxnSpPr>
            <a:cxnSpLocks/>
          </p:cNvCxnSpPr>
          <p:nvPr/>
        </p:nvCxnSpPr>
        <p:spPr>
          <a:xfrm>
            <a:off x="5328000" y="843558"/>
            <a:ext cx="0" cy="157777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7B759AD-6738-430A-ADA0-0538EE252AF2}"/>
              </a:ext>
            </a:extLst>
          </p:cNvPr>
          <p:cNvCxnSpPr>
            <a:cxnSpLocks/>
          </p:cNvCxnSpPr>
          <p:nvPr/>
        </p:nvCxnSpPr>
        <p:spPr>
          <a:xfrm>
            <a:off x="5220072" y="1047336"/>
            <a:ext cx="107928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5A3D8D5-B429-4479-B0DD-3BB84BD762C6}"/>
              </a:ext>
            </a:extLst>
          </p:cNvPr>
          <p:cNvCxnSpPr>
            <a:cxnSpLocks/>
          </p:cNvCxnSpPr>
          <p:nvPr/>
        </p:nvCxnSpPr>
        <p:spPr>
          <a:xfrm>
            <a:off x="5220072" y="831312"/>
            <a:ext cx="0" cy="21602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ED737B9-83DD-404C-B5F3-077A21804108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8E5D96F-90C4-4A18-A2F2-0086B2FA0C71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346F3AC-4CBA-4262-A753-4BC75333456B}"/>
              </a:ext>
            </a:extLst>
          </p:cNvPr>
          <p:cNvCxnSpPr>
            <a:cxnSpLocks/>
          </p:cNvCxnSpPr>
          <p:nvPr/>
        </p:nvCxnSpPr>
        <p:spPr>
          <a:xfrm flipV="1">
            <a:off x="3024000" y="324000"/>
            <a:ext cx="0" cy="156367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8848EAF-B39F-4B6B-98CC-151BEC644E1D}"/>
              </a:ext>
            </a:extLst>
          </p:cNvPr>
          <p:cNvCxnSpPr>
            <a:cxnSpLocks/>
          </p:cNvCxnSpPr>
          <p:nvPr/>
        </p:nvCxnSpPr>
        <p:spPr>
          <a:xfrm flipV="1">
            <a:off x="2987824" y="1980000"/>
            <a:ext cx="0" cy="33953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08DCCE0-97DE-4DB3-9FC3-93408D04FF10}"/>
              </a:ext>
            </a:extLst>
          </p:cNvPr>
          <p:cNvCxnSpPr>
            <a:cxnSpLocks/>
          </p:cNvCxnSpPr>
          <p:nvPr/>
        </p:nvCxnSpPr>
        <p:spPr>
          <a:xfrm flipV="1">
            <a:off x="3024000" y="2412425"/>
            <a:ext cx="0" cy="591373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A158844-2C59-48A3-8DFE-39F80981A99A}"/>
              </a:ext>
            </a:extLst>
          </p:cNvPr>
          <p:cNvCxnSpPr>
            <a:cxnSpLocks/>
          </p:cNvCxnSpPr>
          <p:nvPr/>
        </p:nvCxnSpPr>
        <p:spPr>
          <a:xfrm flipH="1">
            <a:off x="3059832" y="306000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82DE908-3C45-489E-BE59-476D5965F6C5}"/>
              </a:ext>
            </a:extLst>
          </p:cNvPr>
          <p:cNvCxnSpPr>
            <a:cxnSpLocks/>
          </p:cNvCxnSpPr>
          <p:nvPr/>
        </p:nvCxnSpPr>
        <p:spPr>
          <a:xfrm>
            <a:off x="3347864" y="2571750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co 41">
            <a:extLst>
              <a:ext uri="{FF2B5EF4-FFF2-40B4-BE49-F238E27FC236}">
                <a16:creationId xmlns:a16="http://schemas.microsoft.com/office/drawing/2014/main" id="{215F65C8-3BC4-4D3F-97B9-3A18672C2500}"/>
              </a:ext>
            </a:extLst>
          </p:cNvPr>
          <p:cNvSpPr/>
          <p:nvPr/>
        </p:nvSpPr>
        <p:spPr>
          <a:xfrm>
            <a:off x="665472" y="1959678"/>
            <a:ext cx="2628428" cy="1134889"/>
          </a:xfrm>
          <a:prstGeom prst="arc">
            <a:avLst>
              <a:gd name="adj1" fmla="val 74580"/>
              <a:gd name="adj2" fmla="val 36130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6EB3E8AA-8C0C-4879-A87F-0D816A5D1554}"/>
              </a:ext>
            </a:extLst>
          </p:cNvPr>
          <p:cNvCxnSpPr>
            <a:cxnSpLocks/>
          </p:cNvCxnSpPr>
          <p:nvPr/>
        </p:nvCxnSpPr>
        <p:spPr>
          <a:xfrm flipV="1">
            <a:off x="2267744" y="2571750"/>
            <a:ext cx="0" cy="522817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Arco 46">
            <a:extLst>
              <a:ext uri="{FF2B5EF4-FFF2-40B4-BE49-F238E27FC236}">
                <a16:creationId xmlns:a16="http://schemas.microsoft.com/office/drawing/2014/main" id="{039D53BE-E1FB-4A89-BB1E-C5904C559BC3}"/>
              </a:ext>
            </a:extLst>
          </p:cNvPr>
          <p:cNvSpPr/>
          <p:nvPr/>
        </p:nvSpPr>
        <p:spPr>
          <a:xfrm flipH="1">
            <a:off x="1949277" y="2391542"/>
            <a:ext cx="1192001" cy="1819035"/>
          </a:xfrm>
          <a:prstGeom prst="arc">
            <a:avLst>
              <a:gd name="adj1" fmla="val 17685525"/>
              <a:gd name="adj2" fmla="val 6484547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AF37AA78-81FD-4723-9D0D-5476DD34D7AF}"/>
              </a:ext>
            </a:extLst>
          </p:cNvPr>
          <p:cNvCxnSpPr>
            <a:cxnSpLocks/>
          </p:cNvCxnSpPr>
          <p:nvPr/>
        </p:nvCxnSpPr>
        <p:spPr>
          <a:xfrm>
            <a:off x="2303608" y="4299942"/>
            <a:ext cx="61220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CFF6938-EB06-4909-A529-C8CF643FFD00}"/>
              </a:ext>
            </a:extLst>
          </p:cNvPr>
          <p:cNvCxnSpPr>
            <a:cxnSpLocks/>
          </p:cNvCxnSpPr>
          <p:nvPr/>
        </p:nvCxnSpPr>
        <p:spPr>
          <a:xfrm flipV="1">
            <a:off x="2926291" y="4088502"/>
            <a:ext cx="0" cy="16517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2116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3219822"/>
            <a:ext cx="0" cy="1584176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5AB3FF4-8F0B-494C-B8FF-B50796053BA3}"/>
              </a:ext>
            </a:extLst>
          </p:cNvPr>
          <p:cNvCxnSpPr>
            <a:cxnSpLocks/>
          </p:cNvCxnSpPr>
          <p:nvPr/>
        </p:nvCxnSpPr>
        <p:spPr>
          <a:xfrm flipV="1">
            <a:off x="3312000" y="3816000"/>
            <a:ext cx="0" cy="720072"/>
          </a:xfrm>
          <a:prstGeom prst="line">
            <a:avLst/>
          </a:prstGeom>
          <a:ln w="19050">
            <a:solidFill>
              <a:srgbClr val="FF0000"/>
            </a:solidFill>
            <a:prstDash val="lg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2987824" y="3816000"/>
            <a:ext cx="2088232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7E43AB-047F-4481-8878-09D05E280114}"/>
              </a:ext>
            </a:extLst>
          </p:cNvPr>
          <p:cNvCxnSpPr>
            <a:cxnSpLocks/>
          </p:cNvCxnSpPr>
          <p:nvPr/>
        </p:nvCxnSpPr>
        <p:spPr>
          <a:xfrm>
            <a:off x="5003795" y="2468117"/>
            <a:ext cx="0" cy="15766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560C5EF-0A1B-4BFF-A930-AE6FE8993DE2}"/>
              </a:ext>
            </a:extLst>
          </p:cNvPr>
          <p:cNvCxnSpPr>
            <a:cxnSpLocks/>
          </p:cNvCxnSpPr>
          <p:nvPr/>
        </p:nvCxnSpPr>
        <p:spPr>
          <a:xfrm flipH="1">
            <a:off x="5003796" y="2468117"/>
            <a:ext cx="32420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1F4A36-EAB3-40EE-AC82-4D53007F38D8}"/>
              </a:ext>
            </a:extLst>
          </p:cNvPr>
          <p:cNvCxnSpPr>
            <a:cxnSpLocks/>
          </p:cNvCxnSpPr>
          <p:nvPr/>
        </p:nvCxnSpPr>
        <p:spPr>
          <a:xfrm>
            <a:off x="5328000" y="843558"/>
            <a:ext cx="0" cy="157777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7B759AD-6738-430A-ADA0-0538EE252AF2}"/>
              </a:ext>
            </a:extLst>
          </p:cNvPr>
          <p:cNvCxnSpPr>
            <a:cxnSpLocks/>
          </p:cNvCxnSpPr>
          <p:nvPr/>
        </p:nvCxnSpPr>
        <p:spPr>
          <a:xfrm>
            <a:off x="5220072" y="1047336"/>
            <a:ext cx="107928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5A3D8D5-B429-4479-B0DD-3BB84BD762C6}"/>
              </a:ext>
            </a:extLst>
          </p:cNvPr>
          <p:cNvCxnSpPr>
            <a:cxnSpLocks/>
          </p:cNvCxnSpPr>
          <p:nvPr/>
        </p:nvCxnSpPr>
        <p:spPr>
          <a:xfrm>
            <a:off x="5220072" y="831312"/>
            <a:ext cx="0" cy="21602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ED737B9-83DD-404C-B5F3-077A21804108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8E5D96F-90C4-4A18-A2F2-0086B2FA0C71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346F3AC-4CBA-4262-A753-4BC75333456B}"/>
              </a:ext>
            </a:extLst>
          </p:cNvPr>
          <p:cNvCxnSpPr>
            <a:cxnSpLocks/>
          </p:cNvCxnSpPr>
          <p:nvPr/>
        </p:nvCxnSpPr>
        <p:spPr>
          <a:xfrm flipV="1">
            <a:off x="3024000" y="324000"/>
            <a:ext cx="0" cy="156367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8848EAF-B39F-4B6B-98CC-151BEC644E1D}"/>
              </a:ext>
            </a:extLst>
          </p:cNvPr>
          <p:cNvCxnSpPr>
            <a:cxnSpLocks/>
          </p:cNvCxnSpPr>
          <p:nvPr/>
        </p:nvCxnSpPr>
        <p:spPr>
          <a:xfrm flipV="1">
            <a:off x="2987824" y="1980000"/>
            <a:ext cx="0" cy="33953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08DCCE0-97DE-4DB3-9FC3-93408D04FF10}"/>
              </a:ext>
            </a:extLst>
          </p:cNvPr>
          <p:cNvCxnSpPr>
            <a:cxnSpLocks/>
          </p:cNvCxnSpPr>
          <p:nvPr/>
        </p:nvCxnSpPr>
        <p:spPr>
          <a:xfrm flipV="1">
            <a:off x="3024000" y="2412425"/>
            <a:ext cx="0" cy="591373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A158844-2C59-48A3-8DFE-39F80981A99A}"/>
              </a:ext>
            </a:extLst>
          </p:cNvPr>
          <p:cNvCxnSpPr>
            <a:cxnSpLocks/>
          </p:cNvCxnSpPr>
          <p:nvPr/>
        </p:nvCxnSpPr>
        <p:spPr>
          <a:xfrm flipH="1">
            <a:off x="3059832" y="306000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82DE908-3C45-489E-BE59-476D5965F6C5}"/>
              </a:ext>
            </a:extLst>
          </p:cNvPr>
          <p:cNvCxnSpPr>
            <a:cxnSpLocks/>
          </p:cNvCxnSpPr>
          <p:nvPr/>
        </p:nvCxnSpPr>
        <p:spPr>
          <a:xfrm>
            <a:off x="3347864" y="2571750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co 41">
            <a:extLst>
              <a:ext uri="{FF2B5EF4-FFF2-40B4-BE49-F238E27FC236}">
                <a16:creationId xmlns:a16="http://schemas.microsoft.com/office/drawing/2014/main" id="{215F65C8-3BC4-4D3F-97B9-3A18672C2500}"/>
              </a:ext>
            </a:extLst>
          </p:cNvPr>
          <p:cNvSpPr/>
          <p:nvPr/>
        </p:nvSpPr>
        <p:spPr>
          <a:xfrm>
            <a:off x="665472" y="1959678"/>
            <a:ext cx="2628428" cy="1134889"/>
          </a:xfrm>
          <a:prstGeom prst="arc">
            <a:avLst>
              <a:gd name="adj1" fmla="val 74580"/>
              <a:gd name="adj2" fmla="val 36130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6EB3E8AA-8C0C-4879-A87F-0D816A5D1554}"/>
              </a:ext>
            </a:extLst>
          </p:cNvPr>
          <p:cNvCxnSpPr>
            <a:cxnSpLocks/>
          </p:cNvCxnSpPr>
          <p:nvPr/>
        </p:nvCxnSpPr>
        <p:spPr>
          <a:xfrm flipV="1">
            <a:off x="2267744" y="2571750"/>
            <a:ext cx="0" cy="522817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Arco 46">
            <a:extLst>
              <a:ext uri="{FF2B5EF4-FFF2-40B4-BE49-F238E27FC236}">
                <a16:creationId xmlns:a16="http://schemas.microsoft.com/office/drawing/2014/main" id="{039D53BE-E1FB-4A89-BB1E-C5904C559BC3}"/>
              </a:ext>
            </a:extLst>
          </p:cNvPr>
          <p:cNvSpPr/>
          <p:nvPr/>
        </p:nvSpPr>
        <p:spPr>
          <a:xfrm flipH="1">
            <a:off x="1949277" y="2391542"/>
            <a:ext cx="1192001" cy="1819035"/>
          </a:xfrm>
          <a:prstGeom prst="arc">
            <a:avLst>
              <a:gd name="adj1" fmla="val 17685525"/>
              <a:gd name="adj2" fmla="val 6484547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AF37AA78-81FD-4723-9D0D-5476DD34D7AF}"/>
              </a:ext>
            </a:extLst>
          </p:cNvPr>
          <p:cNvCxnSpPr>
            <a:cxnSpLocks/>
          </p:cNvCxnSpPr>
          <p:nvPr/>
        </p:nvCxnSpPr>
        <p:spPr>
          <a:xfrm>
            <a:off x="2303608" y="4299942"/>
            <a:ext cx="61220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CFF6938-EB06-4909-A529-C8CF643FFD00}"/>
              </a:ext>
            </a:extLst>
          </p:cNvPr>
          <p:cNvCxnSpPr>
            <a:cxnSpLocks/>
          </p:cNvCxnSpPr>
          <p:nvPr/>
        </p:nvCxnSpPr>
        <p:spPr>
          <a:xfrm flipV="1">
            <a:off x="2926291" y="4088502"/>
            <a:ext cx="0" cy="16517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6378E4F5-EB03-4D38-99D2-4FE66E882500}"/>
              </a:ext>
            </a:extLst>
          </p:cNvPr>
          <p:cNvCxnSpPr>
            <a:cxnSpLocks/>
          </p:cNvCxnSpPr>
          <p:nvPr/>
        </p:nvCxnSpPr>
        <p:spPr>
          <a:xfrm flipV="1">
            <a:off x="2926291" y="3867894"/>
            <a:ext cx="0" cy="20222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264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3219822"/>
            <a:ext cx="0" cy="1584176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2987824" y="3816000"/>
            <a:ext cx="2088232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7E43AB-047F-4481-8878-09D05E280114}"/>
              </a:ext>
            </a:extLst>
          </p:cNvPr>
          <p:cNvCxnSpPr>
            <a:cxnSpLocks/>
          </p:cNvCxnSpPr>
          <p:nvPr/>
        </p:nvCxnSpPr>
        <p:spPr>
          <a:xfrm>
            <a:off x="5003795" y="2468117"/>
            <a:ext cx="0" cy="15766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560C5EF-0A1B-4BFF-A930-AE6FE8993DE2}"/>
              </a:ext>
            </a:extLst>
          </p:cNvPr>
          <p:cNvCxnSpPr>
            <a:cxnSpLocks/>
          </p:cNvCxnSpPr>
          <p:nvPr/>
        </p:nvCxnSpPr>
        <p:spPr>
          <a:xfrm flipH="1">
            <a:off x="5003796" y="2468117"/>
            <a:ext cx="32420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1F4A36-EAB3-40EE-AC82-4D53007F38D8}"/>
              </a:ext>
            </a:extLst>
          </p:cNvPr>
          <p:cNvCxnSpPr>
            <a:cxnSpLocks/>
          </p:cNvCxnSpPr>
          <p:nvPr/>
        </p:nvCxnSpPr>
        <p:spPr>
          <a:xfrm>
            <a:off x="5328000" y="843558"/>
            <a:ext cx="0" cy="157777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7B759AD-6738-430A-ADA0-0538EE252AF2}"/>
              </a:ext>
            </a:extLst>
          </p:cNvPr>
          <p:cNvCxnSpPr>
            <a:cxnSpLocks/>
          </p:cNvCxnSpPr>
          <p:nvPr/>
        </p:nvCxnSpPr>
        <p:spPr>
          <a:xfrm>
            <a:off x="5220072" y="1047336"/>
            <a:ext cx="107928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5A3D8D5-B429-4479-B0DD-3BB84BD762C6}"/>
              </a:ext>
            </a:extLst>
          </p:cNvPr>
          <p:cNvCxnSpPr>
            <a:cxnSpLocks/>
          </p:cNvCxnSpPr>
          <p:nvPr/>
        </p:nvCxnSpPr>
        <p:spPr>
          <a:xfrm>
            <a:off x="5220072" y="831312"/>
            <a:ext cx="0" cy="21602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ED737B9-83DD-404C-B5F3-077A21804108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8E5D96F-90C4-4A18-A2F2-0086B2FA0C71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346F3AC-4CBA-4262-A753-4BC75333456B}"/>
              </a:ext>
            </a:extLst>
          </p:cNvPr>
          <p:cNvCxnSpPr>
            <a:cxnSpLocks/>
          </p:cNvCxnSpPr>
          <p:nvPr/>
        </p:nvCxnSpPr>
        <p:spPr>
          <a:xfrm flipV="1">
            <a:off x="3024000" y="324000"/>
            <a:ext cx="0" cy="156367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8848EAF-B39F-4B6B-98CC-151BEC644E1D}"/>
              </a:ext>
            </a:extLst>
          </p:cNvPr>
          <p:cNvCxnSpPr>
            <a:cxnSpLocks/>
          </p:cNvCxnSpPr>
          <p:nvPr/>
        </p:nvCxnSpPr>
        <p:spPr>
          <a:xfrm flipV="1">
            <a:off x="2987824" y="1980000"/>
            <a:ext cx="0" cy="33953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08DCCE0-97DE-4DB3-9FC3-93408D04FF10}"/>
              </a:ext>
            </a:extLst>
          </p:cNvPr>
          <p:cNvCxnSpPr>
            <a:cxnSpLocks/>
          </p:cNvCxnSpPr>
          <p:nvPr/>
        </p:nvCxnSpPr>
        <p:spPr>
          <a:xfrm flipV="1">
            <a:off x="3024000" y="2412425"/>
            <a:ext cx="0" cy="591373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A158844-2C59-48A3-8DFE-39F80981A99A}"/>
              </a:ext>
            </a:extLst>
          </p:cNvPr>
          <p:cNvCxnSpPr>
            <a:cxnSpLocks/>
          </p:cNvCxnSpPr>
          <p:nvPr/>
        </p:nvCxnSpPr>
        <p:spPr>
          <a:xfrm flipH="1">
            <a:off x="3059832" y="306000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82DE908-3C45-489E-BE59-476D5965F6C5}"/>
              </a:ext>
            </a:extLst>
          </p:cNvPr>
          <p:cNvCxnSpPr>
            <a:cxnSpLocks/>
          </p:cNvCxnSpPr>
          <p:nvPr/>
        </p:nvCxnSpPr>
        <p:spPr>
          <a:xfrm>
            <a:off x="3347864" y="2571750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co 41">
            <a:extLst>
              <a:ext uri="{FF2B5EF4-FFF2-40B4-BE49-F238E27FC236}">
                <a16:creationId xmlns:a16="http://schemas.microsoft.com/office/drawing/2014/main" id="{215F65C8-3BC4-4D3F-97B9-3A18672C2500}"/>
              </a:ext>
            </a:extLst>
          </p:cNvPr>
          <p:cNvSpPr/>
          <p:nvPr/>
        </p:nvSpPr>
        <p:spPr>
          <a:xfrm>
            <a:off x="665472" y="1959678"/>
            <a:ext cx="2628428" cy="1134889"/>
          </a:xfrm>
          <a:prstGeom prst="arc">
            <a:avLst>
              <a:gd name="adj1" fmla="val 74580"/>
              <a:gd name="adj2" fmla="val 36130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6EB3E8AA-8C0C-4879-A87F-0D816A5D1554}"/>
              </a:ext>
            </a:extLst>
          </p:cNvPr>
          <p:cNvCxnSpPr>
            <a:cxnSpLocks/>
          </p:cNvCxnSpPr>
          <p:nvPr/>
        </p:nvCxnSpPr>
        <p:spPr>
          <a:xfrm flipV="1">
            <a:off x="2267744" y="2571750"/>
            <a:ext cx="0" cy="522817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Arco 46">
            <a:extLst>
              <a:ext uri="{FF2B5EF4-FFF2-40B4-BE49-F238E27FC236}">
                <a16:creationId xmlns:a16="http://schemas.microsoft.com/office/drawing/2014/main" id="{039D53BE-E1FB-4A89-BB1E-C5904C559BC3}"/>
              </a:ext>
            </a:extLst>
          </p:cNvPr>
          <p:cNvSpPr/>
          <p:nvPr/>
        </p:nvSpPr>
        <p:spPr>
          <a:xfrm flipH="1">
            <a:off x="1949277" y="2391542"/>
            <a:ext cx="1192001" cy="1819035"/>
          </a:xfrm>
          <a:prstGeom prst="arc">
            <a:avLst>
              <a:gd name="adj1" fmla="val 17685525"/>
              <a:gd name="adj2" fmla="val 6484547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AF37AA78-81FD-4723-9D0D-5476DD34D7AF}"/>
              </a:ext>
            </a:extLst>
          </p:cNvPr>
          <p:cNvCxnSpPr>
            <a:cxnSpLocks/>
          </p:cNvCxnSpPr>
          <p:nvPr/>
        </p:nvCxnSpPr>
        <p:spPr>
          <a:xfrm>
            <a:off x="2303608" y="4299942"/>
            <a:ext cx="61220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CFF6938-EB06-4909-A529-C8CF643FFD00}"/>
              </a:ext>
            </a:extLst>
          </p:cNvPr>
          <p:cNvCxnSpPr>
            <a:cxnSpLocks/>
          </p:cNvCxnSpPr>
          <p:nvPr/>
        </p:nvCxnSpPr>
        <p:spPr>
          <a:xfrm flipV="1">
            <a:off x="2926291" y="4088502"/>
            <a:ext cx="0" cy="16517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6378E4F5-EB03-4D38-99D2-4FE66E882500}"/>
              </a:ext>
            </a:extLst>
          </p:cNvPr>
          <p:cNvCxnSpPr>
            <a:cxnSpLocks/>
          </p:cNvCxnSpPr>
          <p:nvPr/>
        </p:nvCxnSpPr>
        <p:spPr>
          <a:xfrm flipV="1">
            <a:off x="2926291" y="3867894"/>
            <a:ext cx="0" cy="20222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2527CD54-27C3-4719-9F18-0BE469D8A511}"/>
              </a:ext>
            </a:extLst>
          </p:cNvPr>
          <p:cNvSpPr txBox="1"/>
          <p:nvPr/>
        </p:nvSpPr>
        <p:spPr>
          <a:xfrm>
            <a:off x="7523816" y="194373"/>
            <a:ext cx="162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SAFETY  OK</a:t>
            </a:r>
          </a:p>
        </p:txBody>
      </p:sp>
    </p:spTree>
    <p:extLst>
      <p:ext uri="{BB962C8B-B14F-4D97-AF65-F5344CB8AC3E}">
        <p14:creationId xmlns:p14="http://schemas.microsoft.com/office/powerpoint/2010/main" val="3076077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3219822"/>
            <a:ext cx="0" cy="1584176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2987824" y="3816000"/>
            <a:ext cx="2088232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7E43AB-047F-4481-8878-09D05E280114}"/>
              </a:ext>
            </a:extLst>
          </p:cNvPr>
          <p:cNvCxnSpPr>
            <a:cxnSpLocks/>
          </p:cNvCxnSpPr>
          <p:nvPr/>
        </p:nvCxnSpPr>
        <p:spPr>
          <a:xfrm>
            <a:off x="5003795" y="2468117"/>
            <a:ext cx="0" cy="15766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560C5EF-0A1B-4BFF-A930-AE6FE8993DE2}"/>
              </a:ext>
            </a:extLst>
          </p:cNvPr>
          <p:cNvCxnSpPr>
            <a:cxnSpLocks/>
          </p:cNvCxnSpPr>
          <p:nvPr/>
        </p:nvCxnSpPr>
        <p:spPr>
          <a:xfrm flipH="1">
            <a:off x="5003796" y="2468117"/>
            <a:ext cx="32420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1F4A36-EAB3-40EE-AC82-4D53007F38D8}"/>
              </a:ext>
            </a:extLst>
          </p:cNvPr>
          <p:cNvCxnSpPr>
            <a:cxnSpLocks/>
          </p:cNvCxnSpPr>
          <p:nvPr/>
        </p:nvCxnSpPr>
        <p:spPr>
          <a:xfrm>
            <a:off x="5328000" y="843558"/>
            <a:ext cx="0" cy="157777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7B759AD-6738-430A-ADA0-0538EE252AF2}"/>
              </a:ext>
            </a:extLst>
          </p:cNvPr>
          <p:cNvCxnSpPr>
            <a:cxnSpLocks/>
          </p:cNvCxnSpPr>
          <p:nvPr/>
        </p:nvCxnSpPr>
        <p:spPr>
          <a:xfrm>
            <a:off x="5220072" y="1047336"/>
            <a:ext cx="107928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5A3D8D5-B429-4479-B0DD-3BB84BD762C6}"/>
              </a:ext>
            </a:extLst>
          </p:cNvPr>
          <p:cNvCxnSpPr>
            <a:cxnSpLocks/>
          </p:cNvCxnSpPr>
          <p:nvPr/>
        </p:nvCxnSpPr>
        <p:spPr>
          <a:xfrm>
            <a:off x="5220072" y="831312"/>
            <a:ext cx="0" cy="21602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ED737B9-83DD-404C-B5F3-077A21804108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8E5D96F-90C4-4A18-A2F2-0086B2FA0C71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346F3AC-4CBA-4262-A753-4BC75333456B}"/>
              </a:ext>
            </a:extLst>
          </p:cNvPr>
          <p:cNvCxnSpPr>
            <a:cxnSpLocks/>
          </p:cNvCxnSpPr>
          <p:nvPr/>
        </p:nvCxnSpPr>
        <p:spPr>
          <a:xfrm flipV="1">
            <a:off x="3024000" y="324000"/>
            <a:ext cx="0" cy="156367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8848EAF-B39F-4B6B-98CC-151BEC644E1D}"/>
              </a:ext>
            </a:extLst>
          </p:cNvPr>
          <p:cNvCxnSpPr>
            <a:cxnSpLocks/>
          </p:cNvCxnSpPr>
          <p:nvPr/>
        </p:nvCxnSpPr>
        <p:spPr>
          <a:xfrm flipV="1">
            <a:off x="2987824" y="1980000"/>
            <a:ext cx="0" cy="33953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08DCCE0-97DE-4DB3-9FC3-93408D04FF10}"/>
              </a:ext>
            </a:extLst>
          </p:cNvPr>
          <p:cNvCxnSpPr>
            <a:cxnSpLocks/>
          </p:cNvCxnSpPr>
          <p:nvPr/>
        </p:nvCxnSpPr>
        <p:spPr>
          <a:xfrm flipV="1">
            <a:off x="3024000" y="2412425"/>
            <a:ext cx="0" cy="591373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A158844-2C59-48A3-8DFE-39F80981A99A}"/>
              </a:ext>
            </a:extLst>
          </p:cNvPr>
          <p:cNvCxnSpPr>
            <a:cxnSpLocks/>
          </p:cNvCxnSpPr>
          <p:nvPr/>
        </p:nvCxnSpPr>
        <p:spPr>
          <a:xfrm flipH="1">
            <a:off x="3059832" y="306000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82DE908-3C45-489E-BE59-476D5965F6C5}"/>
              </a:ext>
            </a:extLst>
          </p:cNvPr>
          <p:cNvCxnSpPr>
            <a:cxnSpLocks/>
          </p:cNvCxnSpPr>
          <p:nvPr/>
        </p:nvCxnSpPr>
        <p:spPr>
          <a:xfrm>
            <a:off x="3347864" y="2571750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co 41">
            <a:extLst>
              <a:ext uri="{FF2B5EF4-FFF2-40B4-BE49-F238E27FC236}">
                <a16:creationId xmlns:a16="http://schemas.microsoft.com/office/drawing/2014/main" id="{215F65C8-3BC4-4D3F-97B9-3A18672C2500}"/>
              </a:ext>
            </a:extLst>
          </p:cNvPr>
          <p:cNvSpPr/>
          <p:nvPr/>
        </p:nvSpPr>
        <p:spPr>
          <a:xfrm>
            <a:off x="665472" y="1959678"/>
            <a:ext cx="2628428" cy="1134889"/>
          </a:xfrm>
          <a:prstGeom prst="arc">
            <a:avLst>
              <a:gd name="adj1" fmla="val 74580"/>
              <a:gd name="adj2" fmla="val 36130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6EB3E8AA-8C0C-4879-A87F-0D816A5D1554}"/>
              </a:ext>
            </a:extLst>
          </p:cNvPr>
          <p:cNvCxnSpPr>
            <a:cxnSpLocks/>
          </p:cNvCxnSpPr>
          <p:nvPr/>
        </p:nvCxnSpPr>
        <p:spPr>
          <a:xfrm flipV="1">
            <a:off x="2267744" y="2571750"/>
            <a:ext cx="0" cy="522817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Arco 46">
            <a:extLst>
              <a:ext uri="{FF2B5EF4-FFF2-40B4-BE49-F238E27FC236}">
                <a16:creationId xmlns:a16="http://schemas.microsoft.com/office/drawing/2014/main" id="{039D53BE-E1FB-4A89-BB1E-C5904C559BC3}"/>
              </a:ext>
            </a:extLst>
          </p:cNvPr>
          <p:cNvSpPr/>
          <p:nvPr/>
        </p:nvSpPr>
        <p:spPr>
          <a:xfrm flipH="1">
            <a:off x="1949277" y="2391542"/>
            <a:ext cx="1192001" cy="1819035"/>
          </a:xfrm>
          <a:prstGeom prst="arc">
            <a:avLst>
              <a:gd name="adj1" fmla="val 17685525"/>
              <a:gd name="adj2" fmla="val 6484547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AF37AA78-81FD-4723-9D0D-5476DD34D7AF}"/>
              </a:ext>
            </a:extLst>
          </p:cNvPr>
          <p:cNvCxnSpPr>
            <a:cxnSpLocks/>
          </p:cNvCxnSpPr>
          <p:nvPr/>
        </p:nvCxnSpPr>
        <p:spPr>
          <a:xfrm>
            <a:off x="2303608" y="4299942"/>
            <a:ext cx="61220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CFF6938-EB06-4909-A529-C8CF643FFD00}"/>
              </a:ext>
            </a:extLst>
          </p:cNvPr>
          <p:cNvCxnSpPr>
            <a:cxnSpLocks/>
          </p:cNvCxnSpPr>
          <p:nvPr/>
        </p:nvCxnSpPr>
        <p:spPr>
          <a:xfrm flipV="1">
            <a:off x="2926291" y="4088502"/>
            <a:ext cx="0" cy="16517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6378E4F5-EB03-4D38-99D2-4FE66E882500}"/>
              </a:ext>
            </a:extLst>
          </p:cNvPr>
          <p:cNvCxnSpPr>
            <a:cxnSpLocks/>
          </p:cNvCxnSpPr>
          <p:nvPr/>
        </p:nvCxnSpPr>
        <p:spPr>
          <a:xfrm flipV="1">
            <a:off x="2926291" y="3867894"/>
            <a:ext cx="0" cy="20222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EB740611-77E2-4C7E-977F-7577FB046086}"/>
              </a:ext>
            </a:extLst>
          </p:cNvPr>
          <p:cNvCxnSpPr>
            <a:cxnSpLocks/>
          </p:cNvCxnSpPr>
          <p:nvPr/>
        </p:nvCxnSpPr>
        <p:spPr>
          <a:xfrm>
            <a:off x="3203848" y="2556215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rco 34">
            <a:extLst>
              <a:ext uri="{FF2B5EF4-FFF2-40B4-BE49-F238E27FC236}">
                <a16:creationId xmlns:a16="http://schemas.microsoft.com/office/drawing/2014/main" id="{2D4EF180-B165-4ACD-9AAE-F901B6F34327}"/>
              </a:ext>
            </a:extLst>
          </p:cNvPr>
          <p:cNvSpPr/>
          <p:nvPr/>
        </p:nvSpPr>
        <p:spPr>
          <a:xfrm>
            <a:off x="3203849" y="1892990"/>
            <a:ext cx="2664294" cy="1266396"/>
          </a:xfrm>
          <a:prstGeom prst="arc">
            <a:avLst>
              <a:gd name="adj1" fmla="val 11035673"/>
              <a:gd name="adj2" fmla="val 11868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1B7DF355-FF4E-4989-92D0-D2B3772D24A5}"/>
              </a:ext>
            </a:extLst>
          </p:cNvPr>
          <p:cNvCxnSpPr>
            <a:cxnSpLocks/>
          </p:cNvCxnSpPr>
          <p:nvPr/>
        </p:nvCxnSpPr>
        <p:spPr>
          <a:xfrm flipV="1">
            <a:off x="5345149" y="2486001"/>
            <a:ext cx="0" cy="486272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E3705213-3AF2-4ACB-B9B7-DE7BC7B66FD1}"/>
              </a:ext>
            </a:extLst>
          </p:cNvPr>
          <p:cNvCxnSpPr>
            <a:cxnSpLocks/>
          </p:cNvCxnSpPr>
          <p:nvPr/>
        </p:nvCxnSpPr>
        <p:spPr>
          <a:xfrm flipH="1">
            <a:off x="5364088" y="3003798"/>
            <a:ext cx="21602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6C74D59D-23CF-43E2-8E3A-34DF62FF5604}"/>
              </a:ext>
            </a:extLst>
          </p:cNvPr>
          <p:cNvCxnSpPr>
            <a:cxnSpLocks/>
          </p:cNvCxnSpPr>
          <p:nvPr/>
        </p:nvCxnSpPr>
        <p:spPr>
          <a:xfrm flipV="1">
            <a:off x="5558400" y="2931790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763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3219822"/>
            <a:ext cx="0" cy="1584176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2987824" y="3816000"/>
            <a:ext cx="2088232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7E43AB-047F-4481-8878-09D05E280114}"/>
              </a:ext>
            </a:extLst>
          </p:cNvPr>
          <p:cNvCxnSpPr>
            <a:cxnSpLocks/>
          </p:cNvCxnSpPr>
          <p:nvPr/>
        </p:nvCxnSpPr>
        <p:spPr>
          <a:xfrm>
            <a:off x="5003795" y="2468117"/>
            <a:ext cx="0" cy="15766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560C5EF-0A1B-4BFF-A930-AE6FE8993DE2}"/>
              </a:ext>
            </a:extLst>
          </p:cNvPr>
          <p:cNvCxnSpPr>
            <a:cxnSpLocks/>
          </p:cNvCxnSpPr>
          <p:nvPr/>
        </p:nvCxnSpPr>
        <p:spPr>
          <a:xfrm flipH="1">
            <a:off x="5003796" y="2468117"/>
            <a:ext cx="32420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1F4A36-EAB3-40EE-AC82-4D53007F38D8}"/>
              </a:ext>
            </a:extLst>
          </p:cNvPr>
          <p:cNvCxnSpPr>
            <a:cxnSpLocks/>
          </p:cNvCxnSpPr>
          <p:nvPr/>
        </p:nvCxnSpPr>
        <p:spPr>
          <a:xfrm>
            <a:off x="5328000" y="843558"/>
            <a:ext cx="0" cy="157777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7B759AD-6738-430A-ADA0-0538EE252AF2}"/>
              </a:ext>
            </a:extLst>
          </p:cNvPr>
          <p:cNvCxnSpPr>
            <a:cxnSpLocks/>
          </p:cNvCxnSpPr>
          <p:nvPr/>
        </p:nvCxnSpPr>
        <p:spPr>
          <a:xfrm>
            <a:off x="5220072" y="1047336"/>
            <a:ext cx="107928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5A3D8D5-B429-4479-B0DD-3BB84BD762C6}"/>
              </a:ext>
            </a:extLst>
          </p:cNvPr>
          <p:cNvCxnSpPr>
            <a:cxnSpLocks/>
          </p:cNvCxnSpPr>
          <p:nvPr/>
        </p:nvCxnSpPr>
        <p:spPr>
          <a:xfrm>
            <a:off x="5220072" y="831312"/>
            <a:ext cx="0" cy="21602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ED737B9-83DD-404C-B5F3-077A21804108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8E5D96F-90C4-4A18-A2F2-0086B2FA0C71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346F3AC-4CBA-4262-A753-4BC75333456B}"/>
              </a:ext>
            </a:extLst>
          </p:cNvPr>
          <p:cNvCxnSpPr>
            <a:cxnSpLocks/>
          </p:cNvCxnSpPr>
          <p:nvPr/>
        </p:nvCxnSpPr>
        <p:spPr>
          <a:xfrm flipV="1">
            <a:off x="3024000" y="324000"/>
            <a:ext cx="0" cy="156367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8848EAF-B39F-4B6B-98CC-151BEC644E1D}"/>
              </a:ext>
            </a:extLst>
          </p:cNvPr>
          <p:cNvCxnSpPr>
            <a:cxnSpLocks/>
          </p:cNvCxnSpPr>
          <p:nvPr/>
        </p:nvCxnSpPr>
        <p:spPr>
          <a:xfrm flipV="1">
            <a:off x="2987824" y="1980000"/>
            <a:ext cx="0" cy="33953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08DCCE0-97DE-4DB3-9FC3-93408D04FF10}"/>
              </a:ext>
            </a:extLst>
          </p:cNvPr>
          <p:cNvCxnSpPr>
            <a:cxnSpLocks/>
          </p:cNvCxnSpPr>
          <p:nvPr/>
        </p:nvCxnSpPr>
        <p:spPr>
          <a:xfrm flipV="1">
            <a:off x="3024000" y="2412425"/>
            <a:ext cx="0" cy="591373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A158844-2C59-48A3-8DFE-39F80981A99A}"/>
              </a:ext>
            </a:extLst>
          </p:cNvPr>
          <p:cNvCxnSpPr>
            <a:cxnSpLocks/>
          </p:cNvCxnSpPr>
          <p:nvPr/>
        </p:nvCxnSpPr>
        <p:spPr>
          <a:xfrm flipH="1">
            <a:off x="3059832" y="306000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82DE908-3C45-489E-BE59-476D5965F6C5}"/>
              </a:ext>
            </a:extLst>
          </p:cNvPr>
          <p:cNvCxnSpPr>
            <a:cxnSpLocks/>
          </p:cNvCxnSpPr>
          <p:nvPr/>
        </p:nvCxnSpPr>
        <p:spPr>
          <a:xfrm>
            <a:off x="3347864" y="2571750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co 41">
            <a:extLst>
              <a:ext uri="{FF2B5EF4-FFF2-40B4-BE49-F238E27FC236}">
                <a16:creationId xmlns:a16="http://schemas.microsoft.com/office/drawing/2014/main" id="{215F65C8-3BC4-4D3F-97B9-3A18672C2500}"/>
              </a:ext>
            </a:extLst>
          </p:cNvPr>
          <p:cNvSpPr/>
          <p:nvPr/>
        </p:nvSpPr>
        <p:spPr>
          <a:xfrm>
            <a:off x="665472" y="1959678"/>
            <a:ext cx="2628428" cy="1134889"/>
          </a:xfrm>
          <a:prstGeom prst="arc">
            <a:avLst>
              <a:gd name="adj1" fmla="val 74580"/>
              <a:gd name="adj2" fmla="val 36130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6EB3E8AA-8C0C-4879-A87F-0D816A5D1554}"/>
              </a:ext>
            </a:extLst>
          </p:cNvPr>
          <p:cNvCxnSpPr>
            <a:cxnSpLocks/>
          </p:cNvCxnSpPr>
          <p:nvPr/>
        </p:nvCxnSpPr>
        <p:spPr>
          <a:xfrm flipV="1">
            <a:off x="2267744" y="2571750"/>
            <a:ext cx="0" cy="522817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Arco 46">
            <a:extLst>
              <a:ext uri="{FF2B5EF4-FFF2-40B4-BE49-F238E27FC236}">
                <a16:creationId xmlns:a16="http://schemas.microsoft.com/office/drawing/2014/main" id="{039D53BE-E1FB-4A89-BB1E-C5904C559BC3}"/>
              </a:ext>
            </a:extLst>
          </p:cNvPr>
          <p:cNvSpPr/>
          <p:nvPr/>
        </p:nvSpPr>
        <p:spPr>
          <a:xfrm flipH="1">
            <a:off x="1949277" y="2391542"/>
            <a:ext cx="1192001" cy="1819035"/>
          </a:xfrm>
          <a:prstGeom prst="arc">
            <a:avLst>
              <a:gd name="adj1" fmla="val 17685525"/>
              <a:gd name="adj2" fmla="val 6484547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AF37AA78-81FD-4723-9D0D-5476DD34D7AF}"/>
              </a:ext>
            </a:extLst>
          </p:cNvPr>
          <p:cNvCxnSpPr>
            <a:cxnSpLocks/>
          </p:cNvCxnSpPr>
          <p:nvPr/>
        </p:nvCxnSpPr>
        <p:spPr>
          <a:xfrm>
            <a:off x="2303608" y="4299942"/>
            <a:ext cx="61220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CFF6938-EB06-4909-A529-C8CF643FFD00}"/>
              </a:ext>
            </a:extLst>
          </p:cNvPr>
          <p:cNvCxnSpPr>
            <a:cxnSpLocks/>
          </p:cNvCxnSpPr>
          <p:nvPr/>
        </p:nvCxnSpPr>
        <p:spPr>
          <a:xfrm flipV="1">
            <a:off x="2926291" y="4088502"/>
            <a:ext cx="0" cy="16517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6378E4F5-EB03-4D38-99D2-4FE66E882500}"/>
              </a:ext>
            </a:extLst>
          </p:cNvPr>
          <p:cNvCxnSpPr>
            <a:cxnSpLocks/>
          </p:cNvCxnSpPr>
          <p:nvPr/>
        </p:nvCxnSpPr>
        <p:spPr>
          <a:xfrm flipV="1">
            <a:off x="2926291" y="3867894"/>
            <a:ext cx="0" cy="20222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EB740611-77E2-4C7E-977F-7577FB046086}"/>
              </a:ext>
            </a:extLst>
          </p:cNvPr>
          <p:cNvCxnSpPr>
            <a:cxnSpLocks/>
          </p:cNvCxnSpPr>
          <p:nvPr/>
        </p:nvCxnSpPr>
        <p:spPr>
          <a:xfrm>
            <a:off x="3203848" y="2556215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rco 34">
            <a:extLst>
              <a:ext uri="{FF2B5EF4-FFF2-40B4-BE49-F238E27FC236}">
                <a16:creationId xmlns:a16="http://schemas.microsoft.com/office/drawing/2014/main" id="{2D4EF180-B165-4ACD-9AAE-F901B6F34327}"/>
              </a:ext>
            </a:extLst>
          </p:cNvPr>
          <p:cNvSpPr/>
          <p:nvPr/>
        </p:nvSpPr>
        <p:spPr>
          <a:xfrm>
            <a:off x="3203849" y="1892990"/>
            <a:ext cx="2664294" cy="1266396"/>
          </a:xfrm>
          <a:prstGeom prst="arc">
            <a:avLst>
              <a:gd name="adj1" fmla="val 11035673"/>
              <a:gd name="adj2" fmla="val 11868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1B7DF355-FF4E-4989-92D0-D2B3772D24A5}"/>
              </a:ext>
            </a:extLst>
          </p:cNvPr>
          <p:cNvCxnSpPr>
            <a:cxnSpLocks/>
          </p:cNvCxnSpPr>
          <p:nvPr/>
        </p:nvCxnSpPr>
        <p:spPr>
          <a:xfrm flipV="1">
            <a:off x="5345149" y="2486001"/>
            <a:ext cx="0" cy="486272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E3705213-3AF2-4ACB-B9B7-DE7BC7B66FD1}"/>
              </a:ext>
            </a:extLst>
          </p:cNvPr>
          <p:cNvCxnSpPr>
            <a:cxnSpLocks/>
          </p:cNvCxnSpPr>
          <p:nvPr/>
        </p:nvCxnSpPr>
        <p:spPr>
          <a:xfrm flipH="1">
            <a:off x="5364088" y="3003798"/>
            <a:ext cx="21602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6C74D59D-23CF-43E2-8E3A-34DF62FF5604}"/>
              </a:ext>
            </a:extLst>
          </p:cNvPr>
          <p:cNvCxnSpPr>
            <a:cxnSpLocks/>
          </p:cNvCxnSpPr>
          <p:nvPr/>
        </p:nvCxnSpPr>
        <p:spPr>
          <a:xfrm flipV="1">
            <a:off x="5558400" y="2931790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727E72E6-F716-4A47-B8AA-1FD5BAAD7154}"/>
              </a:ext>
            </a:extLst>
          </p:cNvPr>
          <p:cNvCxnSpPr>
            <a:cxnSpLocks/>
          </p:cNvCxnSpPr>
          <p:nvPr/>
        </p:nvCxnSpPr>
        <p:spPr>
          <a:xfrm>
            <a:off x="5558400" y="2625781"/>
            <a:ext cx="0" cy="261297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0114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3219822"/>
            <a:ext cx="0" cy="1584176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2987824" y="3816000"/>
            <a:ext cx="2088232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7E43AB-047F-4481-8878-09D05E280114}"/>
              </a:ext>
            </a:extLst>
          </p:cNvPr>
          <p:cNvCxnSpPr>
            <a:cxnSpLocks/>
          </p:cNvCxnSpPr>
          <p:nvPr/>
        </p:nvCxnSpPr>
        <p:spPr>
          <a:xfrm>
            <a:off x="5003795" y="2468117"/>
            <a:ext cx="0" cy="15766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560C5EF-0A1B-4BFF-A930-AE6FE8993DE2}"/>
              </a:ext>
            </a:extLst>
          </p:cNvPr>
          <p:cNvCxnSpPr>
            <a:cxnSpLocks/>
          </p:cNvCxnSpPr>
          <p:nvPr/>
        </p:nvCxnSpPr>
        <p:spPr>
          <a:xfrm flipH="1">
            <a:off x="5003796" y="2468117"/>
            <a:ext cx="32420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1F4A36-EAB3-40EE-AC82-4D53007F38D8}"/>
              </a:ext>
            </a:extLst>
          </p:cNvPr>
          <p:cNvCxnSpPr>
            <a:cxnSpLocks/>
          </p:cNvCxnSpPr>
          <p:nvPr/>
        </p:nvCxnSpPr>
        <p:spPr>
          <a:xfrm>
            <a:off x="5328000" y="843558"/>
            <a:ext cx="0" cy="157777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7B759AD-6738-430A-ADA0-0538EE252AF2}"/>
              </a:ext>
            </a:extLst>
          </p:cNvPr>
          <p:cNvCxnSpPr>
            <a:cxnSpLocks/>
          </p:cNvCxnSpPr>
          <p:nvPr/>
        </p:nvCxnSpPr>
        <p:spPr>
          <a:xfrm>
            <a:off x="5220072" y="1047336"/>
            <a:ext cx="107928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5A3D8D5-B429-4479-B0DD-3BB84BD762C6}"/>
              </a:ext>
            </a:extLst>
          </p:cNvPr>
          <p:cNvCxnSpPr>
            <a:cxnSpLocks/>
          </p:cNvCxnSpPr>
          <p:nvPr/>
        </p:nvCxnSpPr>
        <p:spPr>
          <a:xfrm>
            <a:off x="5220072" y="831312"/>
            <a:ext cx="0" cy="21602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ED737B9-83DD-404C-B5F3-077A21804108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8E5D96F-90C4-4A18-A2F2-0086B2FA0C71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346F3AC-4CBA-4262-A753-4BC75333456B}"/>
              </a:ext>
            </a:extLst>
          </p:cNvPr>
          <p:cNvCxnSpPr>
            <a:cxnSpLocks/>
          </p:cNvCxnSpPr>
          <p:nvPr/>
        </p:nvCxnSpPr>
        <p:spPr>
          <a:xfrm flipV="1">
            <a:off x="3024000" y="324000"/>
            <a:ext cx="0" cy="156367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8848EAF-B39F-4B6B-98CC-151BEC644E1D}"/>
              </a:ext>
            </a:extLst>
          </p:cNvPr>
          <p:cNvCxnSpPr>
            <a:cxnSpLocks/>
          </p:cNvCxnSpPr>
          <p:nvPr/>
        </p:nvCxnSpPr>
        <p:spPr>
          <a:xfrm flipV="1">
            <a:off x="2987824" y="1980000"/>
            <a:ext cx="0" cy="33953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08DCCE0-97DE-4DB3-9FC3-93408D04FF10}"/>
              </a:ext>
            </a:extLst>
          </p:cNvPr>
          <p:cNvCxnSpPr>
            <a:cxnSpLocks/>
          </p:cNvCxnSpPr>
          <p:nvPr/>
        </p:nvCxnSpPr>
        <p:spPr>
          <a:xfrm flipV="1">
            <a:off x="3024000" y="2412425"/>
            <a:ext cx="0" cy="591373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A158844-2C59-48A3-8DFE-39F80981A99A}"/>
              </a:ext>
            </a:extLst>
          </p:cNvPr>
          <p:cNvCxnSpPr>
            <a:cxnSpLocks/>
          </p:cNvCxnSpPr>
          <p:nvPr/>
        </p:nvCxnSpPr>
        <p:spPr>
          <a:xfrm flipH="1">
            <a:off x="3059832" y="306000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82DE908-3C45-489E-BE59-476D5965F6C5}"/>
              </a:ext>
            </a:extLst>
          </p:cNvPr>
          <p:cNvCxnSpPr>
            <a:cxnSpLocks/>
          </p:cNvCxnSpPr>
          <p:nvPr/>
        </p:nvCxnSpPr>
        <p:spPr>
          <a:xfrm>
            <a:off x="3347864" y="2571750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co 41">
            <a:extLst>
              <a:ext uri="{FF2B5EF4-FFF2-40B4-BE49-F238E27FC236}">
                <a16:creationId xmlns:a16="http://schemas.microsoft.com/office/drawing/2014/main" id="{215F65C8-3BC4-4D3F-97B9-3A18672C2500}"/>
              </a:ext>
            </a:extLst>
          </p:cNvPr>
          <p:cNvSpPr/>
          <p:nvPr/>
        </p:nvSpPr>
        <p:spPr>
          <a:xfrm>
            <a:off x="665472" y="1959678"/>
            <a:ext cx="2628428" cy="1134889"/>
          </a:xfrm>
          <a:prstGeom prst="arc">
            <a:avLst>
              <a:gd name="adj1" fmla="val 74580"/>
              <a:gd name="adj2" fmla="val 36130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6EB3E8AA-8C0C-4879-A87F-0D816A5D1554}"/>
              </a:ext>
            </a:extLst>
          </p:cNvPr>
          <p:cNvCxnSpPr>
            <a:cxnSpLocks/>
          </p:cNvCxnSpPr>
          <p:nvPr/>
        </p:nvCxnSpPr>
        <p:spPr>
          <a:xfrm flipV="1">
            <a:off x="2267744" y="2571750"/>
            <a:ext cx="0" cy="522817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Arco 46">
            <a:extLst>
              <a:ext uri="{FF2B5EF4-FFF2-40B4-BE49-F238E27FC236}">
                <a16:creationId xmlns:a16="http://schemas.microsoft.com/office/drawing/2014/main" id="{039D53BE-E1FB-4A89-BB1E-C5904C559BC3}"/>
              </a:ext>
            </a:extLst>
          </p:cNvPr>
          <p:cNvSpPr/>
          <p:nvPr/>
        </p:nvSpPr>
        <p:spPr>
          <a:xfrm flipH="1">
            <a:off x="1949277" y="2391542"/>
            <a:ext cx="1192001" cy="1819035"/>
          </a:xfrm>
          <a:prstGeom prst="arc">
            <a:avLst>
              <a:gd name="adj1" fmla="val 17685525"/>
              <a:gd name="adj2" fmla="val 6484547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AF37AA78-81FD-4723-9D0D-5476DD34D7AF}"/>
              </a:ext>
            </a:extLst>
          </p:cNvPr>
          <p:cNvCxnSpPr>
            <a:cxnSpLocks/>
          </p:cNvCxnSpPr>
          <p:nvPr/>
        </p:nvCxnSpPr>
        <p:spPr>
          <a:xfrm>
            <a:off x="2303608" y="4299942"/>
            <a:ext cx="61220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CFF6938-EB06-4909-A529-C8CF643FFD00}"/>
              </a:ext>
            </a:extLst>
          </p:cNvPr>
          <p:cNvCxnSpPr>
            <a:cxnSpLocks/>
          </p:cNvCxnSpPr>
          <p:nvPr/>
        </p:nvCxnSpPr>
        <p:spPr>
          <a:xfrm flipV="1">
            <a:off x="2926291" y="4088502"/>
            <a:ext cx="0" cy="16517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6378E4F5-EB03-4D38-99D2-4FE66E882500}"/>
              </a:ext>
            </a:extLst>
          </p:cNvPr>
          <p:cNvCxnSpPr>
            <a:cxnSpLocks/>
          </p:cNvCxnSpPr>
          <p:nvPr/>
        </p:nvCxnSpPr>
        <p:spPr>
          <a:xfrm flipV="1">
            <a:off x="2926291" y="3867894"/>
            <a:ext cx="0" cy="20222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EB740611-77E2-4C7E-977F-7577FB046086}"/>
              </a:ext>
            </a:extLst>
          </p:cNvPr>
          <p:cNvCxnSpPr>
            <a:cxnSpLocks/>
          </p:cNvCxnSpPr>
          <p:nvPr/>
        </p:nvCxnSpPr>
        <p:spPr>
          <a:xfrm>
            <a:off x="3203848" y="2556215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rco 34">
            <a:extLst>
              <a:ext uri="{FF2B5EF4-FFF2-40B4-BE49-F238E27FC236}">
                <a16:creationId xmlns:a16="http://schemas.microsoft.com/office/drawing/2014/main" id="{2D4EF180-B165-4ACD-9AAE-F901B6F34327}"/>
              </a:ext>
            </a:extLst>
          </p:cNvPr>
          <p:cNvSpPr/>
          <p:nvPr/>
        </p:nvSpPr>
        <p:spPr>
          <a:xfrm>
            <a:off x="3203849" y="1892990"/>
            <a:ext cx="2664294" cy="1266396"/>
          </a:xfrm>
          <a:prstGeom prst="arc">
            <a:avLst>
              <a:gd name="adj1" fmla="val 11035673"/>
              <a:gd name="adj2" fmla="val 11868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1B7DF355-FF4E-4989-92D0-D2B3772D24A5}"/>
              </a:ext>
            </a:extLst>
          </p:cNvPr>
          <p:cNvCxnSpPr>
            <a:cxnSpLocks/>
          </p:cNvCxnSpPr>
          <p:nvPr/>
        </p:nvCxnSpPr>
        <p:spPr>
          <a:xfrm flipV="1">
            <a:off x="5345149" y="2486001"/>
            <a:ext cx="0" cy="486272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E3705213-3AF2-4ACB-B9B7-DE7BC7B66FD1}"/>
              </a:ext>
            </a:extLst>
          </p:cNvPr>
          <p:cNvCxnSpPr>
            <a:cxnSpLocks/>
          </p:cNvCxnSpPr>
          <p:nvPr/>
        </p:nvCxnSpPr>
        <p:spPr>
          <a:xfrm flipH="1">
            <a:off x="5364088" y="3003798"/>
            <a:ext cx="21602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6C74D59D-23CF-43E2-8E3A-34DF62FF5604}"/>
              </a:ext>
            </a:extLst>
          </p:cNvPr>
          <p:cNvCxnSpPr>
            <a:cxnSpLocks/>
          </p:cNvCxnSpPr>
          <p:nvPr/>
        </p:nvCxnSpPr>
        <p:spPr>
          <a:xfrm flipV="1">
            <a:off x="5558400" y="2931790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727E72E6-F716-4A47-B8AA-1FD5BAAD7154}"/>
              </a:ext>
            </a:extLst>
          </p:cNvPr>
          <p:cNvCxnSpPr>
            <a:cxnSpLocks/>
          </p:cNvCxnSpPr>
          <p:nvPr/>
        </p:nvCxnSpPr>
        <p:spPr>
          <a:xfrm>
            <a:off x="5558400" y="2625781"/>
            <a:ext cx="0" cy="261297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5CB3FA39-5A10-4580-9D21-765BF6735502}"/>
              </a:ext>
            </a:extLst>
          </p:cNvPr>
          <p:cNvCxnSpPr>
            <a:cxnSpLocks/>
          </p:cNvCxnSpPr>
          <p:nvPr/>
        </p:nvCxnSpPr>
        <p:spPr>
          <a:xfrm>
            <a:off x="5563861" y="2468117"/>
            <a:ext cx="0" cy="110875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794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3219822"/>
            <a:ext cx="0" cy="1584176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2987824" y="3816000"/>
            <a:ext cx="2088232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7E43AB-047F-4481-8878-09D05E280114}"/>
              </a:ext>
            </a:extLst>
          </p:cNvPr>
          <p:cNvCxnSpPr>
            <a:cxnSpLocks/>
          </p:cNvCxnSpPr>
          <p:nvPr/>
        </p:nvCxnSpPr>
        <p:spPr>
          <a:xfrm>
            <a:off x="5003795" y="2468117"/>
            <a:ext cx="0" cy="15766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560C5EF-0A1B-4BFF-A930-AE6FE8993DE2}"/>
              </a:ext>
            </a:extLst>
          </p:cNvPr>
          <p:cNvCxnSpPr>
            <a:cxnSpLocks/>
          </p:cNvCxnSpPr>
          <p:nvPr/>
        </p:nvCxnSpPr>
        <p:spPr>
          <a:xfrm flipH="1">
            <a:off x="5003796" y="2468117"/>
            <a:ext cx="32420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1F4A36-EAB3-40EE-AC82-4D53007F38D8}"/>
              </a:ext>
            </a:extLst>
          </p:cNvPr>
          <p:cNvCxnSpPr>
            <a:cxnSpLocks/>
          </p:cNvCxnSpPr>
          <p:nvPr/>
        </p:nvCxnSpPr>
        <p:spPr>
          <a:xfrm>
            <a:off x="5328000" y="843558"/>
            <a:ext cx="0" cy="157777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7B759AD-6738-430A-ADA0-0538EE252AF2}"/>
              </a:ext>
            </a:extLst>
          </p:cNvPr>
          <p:cNvCxnSpPr>
            <a:cxnSpLocks/>
          </p:cNvCxnSpPr>
          <p:nvPr/>
        </p:nvCxnSpPr>
        <p:spPr>
          <a:xfrm>
            <a:off x="5220072" y="1047336"/>
            <a:ext cx="107928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5A3D8D5-B429-4479-B0DD-3BB84BD762C6}"/>
              </a:ext>
            </a:extLst>
          </p:cNvPr>
          <p:cNvCxnSpPr>
            <a:cxnSpLocks/>
          </p:cNvCxnSpPr>
          <p:nvPr/>
        </p:nvCxnSpPr>
        <p:spPr>
          <a:xfrm>
            <a:off x="5220072" y="831312"/>
            <a:ext cx="0" cy="21602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ED737B9-83DD-404C-B5F3-077A21804108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8E5D96F-90C4-4A18-A2F2-0086B2FA0C71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346F3AC-4CBA-4262-A753-4BC75333456B}"/>
              </a:ext>
            </a:extLst>
          </p:cNvPr>
          <p:cNvCxnSpPr>
            <a:cxnSpLocks/>
          </p:cNvCxnSpPr>
          <p:nvPr/>
        </p:nvCxnSpPr>
        <p:spPr>
          <a:xfrm flipV="1">
            <a:off x="3024000" y="324000"/>
            <a:ext cx="0" cy="156367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8848EAF-B39F-4B6B-98CC-151BEC644E1D}"/>
              </a:ext>
            </a:extLst>
          </p:cNvPr>
          <p:cNvCxnSpPr>
            <a:cxnSpLocks/>
          </p:cNvCxnSpPr>
          <p:nvPr/>
        </p:nvCxnSpPr>
        <p:spPr>
          <a:xfrm flipV="1">
            <a:off x="2987824" y="1980000"/>
            <a:ext cx="0" cy="33953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08DCCE0-97DE-4DB3-9FC3-93408D04FF10}"/>
              </a:ext>
            </a:extLst>
          </p:cNvPr>
          <p:cNvCxnSpPr>
            <a:cxnSpLocks/>
          </p:cNvCxnSpPr>
          <p:nvPr/>
        </p:nvCxnSpPr>
        <p:spPr>
          <a:xfrm flipV="1">
            <a:off x="3024000" y="2412425"/>
            <a:ext cx="0" cy="591373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A158844-2C59-48A3-8DFE-39F80981A99A}"/>
              </a:ext>
            </a:extLst>
          </p:cNvPr>
          <p:cNvCxnSpPr>
            <a:cxnSpLocks/>
          </p:cNvCxnSpPr>
          <p:nvPr/>
        </p:nvCxnSpPr>
        <p:spPr>
          <a:xfrm flipH="1">
            <a:off x="3059832" y="306000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82DE908-3C45-489E-BE59-476D5965F6C5}"/>
              </a:ext>
            </a:extLst>
          </p:cNvPr>
          <p:cNvCxnSpPr>
            <a:cxnSpLocks/>
          </p:cNvCxnSpPr>
          <p:nvPr/>
        </p:nvCxnSpPr>
        <p:spPr>
          <a:xfrm>
            <a:off x="3347864" y="2571750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co 41">
            <a:extLst>
              <a:ext uri="{FF2B5EF4-FFF2-40B4-BE49-F238E27FC236}">
                <a16:creationId xmlns:a16="http://schemas.microsoft.com/office/drawing/2014/main" id="{215F65C8-3BC4-4D3F-97B9-3A18672C2500}"/>
              </a:ext>
            </a:extLst>
          </p:cNvPr>
          <p:cNvSpPr/>
          <p:nvPr/>
        </p:nvSpPr>
        <p:spPr>
          <a:xfrm>
            <a:off x="665472" y="1959678"/>
            <a:ext cx="2628428" cy="1134889"/>
          </a:xfrm>
          <a:prstGeom prst="arc">
            <a:avLst>
              <a:gd name="adj1" fmla="val 74580"/>
              <a:gd name="adj2" fmla="val 36130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6EB3E8AA-8C0C-4879-A87F-0D816A5D1554}"/>
              </a:ext>
            </a:extLst>
          </p:cNvPr>
          <p:cNvCxnSpPr>
            <a:cxnSpLocks/>
          </p:cNvCxnSpPr>
          <p:nvPr/>
        </p:nvCxnSpPr>
        <p:spPr>
          <a:xfrm flipV="1">
            <a:off x="2267744" y="2571750"/>
            <a:ext cx="0" cy="522817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Arco 46">
            <a:extLst>
              <a:ext uri="{FF2B5EF4-FFF2-40B4-BE49-F238E27FC236}">
                <a16:creationId xmlns:a16="http://schemas.microsoft.com/office/drawing/2014/main" id="{039D53BE-E1FB-4A89-BB1E-C5904C559BC3}"/>
              </a:ext>
            </a:extLst>
          </p:cNvPr>
          <p:cNvSpPr/>
          <p:nvPr/>
        </p:nvSpPr>
        <p:spPr>
          <a:xfrm flipH="1">
            <a:off x="1949277" y="2391542"/>
            <a:ext cx="1192001" cy="1819035"/>
          </a:xfrm>
          <a:prstGeom prst="arc">
            <a:avLst>
              <a:gd name="adj1" fmla="val 17685525"/>
              <a:gd name="adj2" fmla="val 6484547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AF37AA78-81FD-4723-9D0D-5476DD34D7AF}"/>
              </a:ext>
            </a:extLst>
          </p:cNvPr>
          <p:cNvCxnSpPr>
            <a:cxnSpLocks/>
          </p:cNvCxnSpPr>
          <p:nvPr/>
        </p:nvCxnSpPr>
        <p:spPr>
          <a:xfrm>
            <a:off x="2303608" y="4299942"/>
            <a:ext cx="61220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CFF6938-EB06-4909-A529-C8CF643FFD00}"/>
              </a:ext>
            </a:extLst>
          </p:cNvPr>
          <p:cNvCxnSpPr>
            <a:cxnSpLocks/>
          </p:cNvCxnSpPr>
          <p:nvPr/>
        </p:nvCxnSpPr>
        <p:spPr>
          <a:xfrm flipV="1">
            <a:off x="2926291" y="4088502"/>
            <a:ext cx="0" cy="16517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6378E4F5-EB03-4D38-99D2-4FE66E882500}"/>
              </a:ext>
            </a:extLst>
          </p:cNvPr>
          <p:cNvCxnSpPr>
            <a:cxnSpLocks/>
          </p:cNvCxnSpPr>
          <p:nvPr/>
        </p:nvCxnSpPr>
        <p:spPr>
          <a:xfrm flipV="1">
            <a:off x="2926291" y="3867894"/>
            <a:ext cx="0" cy="20222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EB740611-77E2-4C7E-977F-7577FB046086}"/>
              </a:ext>
            </a:extLst>
          </p:cNvPr>
          <p:cNvCxnSpPr>
            <a:cxnSpLocks/>
          </p:cNvCxnSpPr>
          <p:nvPr/>
        </p:nvCxnSpPr>
        <p:spPr>
          <a:xfrm>
            <a:off x="3203848" y="2556215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rco 34">
            <a:extLst>
              <a:ext uri="{FF2B5EF4-FFF2-40B4-BE49-F238E27FC236}">
                <a16:creationId xmlns:a16="http://schemas.microsoft.com/office/drawing/2014/main" id="{2D4EF180-B165-4ACD-9AAE-F901B6F34327}"/>
              </a:ext>
            </a:extLst>
          </p:cNvPr>
          <p:cNvSpPr/>
          <p:nvPr/>
        </p:nvSpPr>
        <p:spPr>
          <a:xfrm>
            <a:off x="3203849" y="1892990"/>
            <a:ext cx="2664294" cy="1266396"/>
          </a:xfrm>
          <a:prstGeom prst="arc">
            <a:avLst>
              <a:gd name="adj1" fmla="val 11035673"/>
              <a:gd name="adj2" fmla="val 11868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1B7DF355-FF4E-4989-92D0-D2B3772D24A5}"/>
              </a:ext>
            </a:extLst>
          </p:cNvPr>
          <p:cNvCxnSpPr>
            <a:cxnSpLocks/>
          </p:cNvCxnSpPr>
          <p:nvPr/>
        </p:nvCxnSpPr>
        <p:spPr>
          <a:xfrm flipV="1">
            <a:off x="5345149" y="2486001"/>
            <a:ext cx="0" cy="486272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E3705213-3AF2-4ACB-B9B7-DE7BC7B66FD1}"/>
              </a:ext>
            </a:extLst>
          </p:cNvPr>
          <p:cNvCxnSpPr>
            <a:cxnSpLocks/>
          </p:cNvCxnSpPr>
          <p:nvPr/>
        </p:nvCxnSpPr>
        <p:spPr>
          <a:xfrm flipH="1">
            <a:off x="5364088" y="3003798"/>
            <a:ext cx="21602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6C74D59D-23CF-43E2-8E3A-34DF62FF5604}"/>
              </a:ext>
            </a:extLst>
          </p:cNvPr>
          <p:cNvCxnSpPr>
            <a:cxnSpLocks/>
          </p:cNvCxnSpPr>
          <p:nvPr/>
        </p:nvCxnSpPr>
        <p:spPr>
          <a:xfrm flipV="1">
            <a:off x="5558400" y="2931790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727E72E6-F716-4A47-B8AA-1FD5BAAD7154}"/>
              </a:ext>
            </a:extLst>
          </p:cNvPr>
          <p:cNvCxnSpPr>
            <a:cxnSpLocks/>
          </p:cNvCxnSpPr>
          <p:nvPr/>
        </p:nvCxnSpPr>
        <p:spPr>
          <a:xfrm>
            <a:off x="5558400" y="2625781"/>
            <a:ext cx="0" cy="261297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5CB3FA39-5A10-4580-9D21-765BF6735502}"/>
              </a:ext>
            </a:extLst>
          </p:cNvPr>
          <p:cNvCxnSpPr>
            <a:cxnSpLocks/>
          </p:cNvCxnSpPr>
          <p:nvPr/>
        </p:nvCxnSpPr>
        <p:spPr>
          <a:xfrm>
            <a:off x="5563861" y="2468117"/>
            <a:ext cx="0" cy="110875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rco 48">
            <a:extLst>
              <a:ext uri="{FF2B5EF4-FFF2-40B4-BE49-F238E27FC236}">
                <a16:creationId xmlns:a16="http://schemas.microsoft.com/office/drawing/2014/main" id="{9808130C-6746-4C31-98DC-53B255D07222}"/>
              </a:ext>
            </a:extLst>
          </p:cNvPr>
          <p:cNvSpPr/>
          <p:nvPr/>
        </p:nvSpPr>
        <p:spPr>
          <a:xfrm flipH="1">
            <a:off x="-180536" y="1119345"/>
            <a:ext cx="5904662" cy="1919346"/>
          </a:xfrm>
          <a:prstGeom prst="arc">
            <a:avLst>
              <a:gd name="adj1" fmla="val 10458952"/>
              <a:gd name="adj2" fmla="val 20947498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co 50">
            <a:extLst>
              <a:ext uri="{FF2B5EF4-FFF2-40B4-BE49-F238E27FC236}">
                <a16:creationId xmlns:a16="http://schemas.microsoft.com/office/drawing/2014/main" id="{1ED8C75B-6F86-4B4A-9E44-2A64078250CD}"/>
              </a:ext>
            </a:extLst>
          </p:cNvPr>
          <p:cNvSpPr/>
          <p:nvPr/>
        </p:nvSpPr>
        <p:spPr>
          <a:xfrm flipH="1">
            <a:off x="593774" y="1229209"/>
            <a:ext cx="1990135" cy="990754"/>
          </a:xfrm>
          <a:prstGeom prst="arc">
            <a:avLst>
              <a:gd name="adj1" fmla="val 18551722"/>
              <a:gd name="adj2" fmla="val 21113478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36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3219822"/>
            <a:ext cx="0" cy="1584176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2987824" y="3816000"/>
            <a:ext cx="2088232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7E43AB-047F-4481-8878-09D05E280114}"/>
              </a:ext>
            </a:extLst>
          </p:cNvPr>
          <p:cNvCxnSpPr>
            <a:cxnSpLocks/>
          </p:cNvCxnSpPr>
          <p:nvPr/>
        </p:nvCxnSpPr>
        <p:spPr>
          <a:xfrm>
            <a:off x="5003795" y="2468117"/>
            <a:ext cx="0" cy="15766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560C5EF-0A1B-4BFF-A930-AE6FE8993DE2}"/>
              </a:ext>
            </a:extLst>
          </p:cNvPr>
          <p:cNvCxnSpPr>
            <a:cxnSpLocks/>
          </p:cNvCxnSpPr>
          <p:nvPr/>
        </p:nvCxnSpPr>
        <p:spPr>
          <a:xfrm flipH="1">
            <a:off x="5003796" y="2468117"/>
            <a:ext cx="32420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1F4A36-EAB3-40EE-AC82-4D53007F38D8}"/>
              </a:ext>
            </a:extLst>
          </p:cNvPr>
          <p:cNvCxnSpPr>
            <a:cxnSpLocks/>
          </p:cNvCxnSpPr>
          <p:nvPr/>
        </p:nvCxnSpPr>
        <p:spPr>
          <a:xfrm>
            <a:off x="5328000" y="843558"/>
            <a:ext cx="0" cy="157777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7B759AD-6738-430A-ADA0-0538EE252AF2}"/>
              </a:ext>
            </a:extLst>
          </p:cNvPr>
          <p:cNvCxnSpPr>
            <a:cxnSpLocks/>
          </p:cNvCxnSpPr>
          <p:nvPr/>
        </p:nvCxnSpPr>
        <p:spPr>
          <a:xfrm>
            <a:off x="5220072" y="1047336"/>
            <a:ext cx="107928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5A3D8D5-B429-4479-B0DD-3BB84BD762C6}"/>
              </a:ext>
            </a:extLst>
          </p:cNvPr>
          <p:cNvCxnSpPr>
            <a:cxnSpLocks/>
          </p:cNvCxnSpPr>
          <p:nvPr/>
        </p:nvCxnSpPr>
        <p:spPr>
          <a:xfrm>
            <a:off x="5220072" y="831312"/>
            <a:ext cx="0" cy="21602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ED737B9-83DD-404C-B5F3-077A21804108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8E5D96F-90C4-4A18-A2F2-0086B2FA0C71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346F3AC-4CBA-4262-A753-4BC75333456B}"/>
              </a:ext>
            </a:extLst>
          </p:cNvPr>
          <p:cNvCxnSpPr>
            <a:cxnSpLocks/>
          </p:cNvCxnSpPr>
          <p:nvPr/>
        </p:nvCxnSpPr>
        <p:spPr>
          <a:xfrm flipV="1">
            <a:off x="3024000" y="324000"/>
            <a:ext cx="0" cy="156367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8848EAF-B39F-4B6B-98CC-151BEC644E1D}"/>
              </a:ext>
            </a:extLst>
          </p:cNvPr>
          <p:cNvCxnSpPr>
            <a:cxnSpLocks/>
          </p:cNvCxnSpPr>
          <p:nvPr/>
        </p:nvCxnSpPr>
        <p:spPr>
          <a:xfrm flipV="1">
            <a:off x="2987824" y="1980000"/>
            <a:ext cx="0" cy="33953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08DCCE0-97DE-4DB3-9FC3-93408D04FF10}"/>
              </a:ext>
            </a:extLst>
          </p:cNvPr>
          <p:cNvCxnSpPr>
            <a:cxnSpLocks/>
          </p:cNvCxnSpPr>
          <p:nvPr/>
        </p:nvCxnSpPr>
        <p:spPr>
          <a:xfrm flipV="1">
            <a:off x="3024000" y="2412425"/>
            <a:ext cx="0" cy="591373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A158844-2C59-48A3-8DFE-39F80981A99A}"/>
              </a:ext>
            </a:extLst>
          </p:cNvPr>
          <p:cNvCxnSpPr>
            <a:cxnSpLocks/>
          </p:cNvCxnSpPr>
          <p:nvPr/>
        </p:nvCxnSpPr>
        <p:spPr>
          <a:xfrm flipH="1">
            <a:off x="3059832" y="306000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82DE908-3C45-489E-BE59-476D5965F6C5}"/>
              </a:ext>
            </a:extLst>
          </p:cNvPr>
          <p:cNvCxnSpPr>
            <a:cxnSpLocks/>
          </p:cNvCxnSpPr>
          <p:nvPr/>
        </p:nvCxnSpPr>
        <p:spPr>
          <a:xfrm>
            <a:off x="3347864" y="2571750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co 41">
            <a:extLst>
              <a:ext uri="{FF2B5EF4-FFF2-40B4-BE49-F238E27FC236}">
                <a16:creationId xmlns:a16="http://schemas.microsoft.com/office/drawing/2014/main" id="{215F65C8-3BC4-4D3F-97B9-3A18672C2500}"/>
              </a:ext>
            </a:extLst>
          </p:cNvPr>
          <p:cNvSpPr/>
          <p:nvPr/>
        </p:nvSpPr>
        <p:spPr>
          <a:xfrm>
            <a:off x="665472" y="1959678"/>
            <a:ext cx="2628428" cy="1134889"/>
          </a:xfrm>
          <a:prstGeom prst="arc">
            <a:avLst>
              <a:gd name="adj1" fmla="val 74580"/>
              <a:gd name="adj2" fmla="val 36130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6EB3E8AA-8C0C-4879-A87F-0D816A5D1554}"/>
              </a:ext>
            </a:extLst>
          </p:cNvPr>
          <p:cNvCxnSpPr>
            <a:cxnSpLocks/>
          </p:cNvCxnSpPr>
          <p:nvPr/>
        </p:nvCxnSpPr>
        <p:spPr>
          <a:xfrm flipV="1">
            <a:off x="2267744" y="2571750"/>
            <a:ext cx="0" cy="522817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Arco 46">
            <a:extLst>
              <a:ext uri="{FF2B5EF4-FFF2-40B4-BE49-F238E27FC236}">
                <a16:creationId xmlns:a16="http://schemas.microsoft.com/office/drawing/2014/main" id="{039D53BE-E1FB-4A89-BB1E-C5904C559BC3}"/>
              </a:ext>
            </a:extLst>
          </p:cNvPr>
          <p:cNvSpPr/>
          <p:nvPr/>
        </p:nvSpPr>
        <p:spPr>
          <a:xfrm flipH="1">
            <a:off x="1949277" y="2391542"/>
            <a:ext cx="1192001" cy="1819035"/>
          </a:xfrm>
          <a:prstGeom prst="arc">
            <a:avLst>
              <a:gd name="adj1" fmla="val 17685525"/>
              <a:gd name="adj2" fmla="val 6484547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AF37AA78-81FD-4723-9D0D-5476DD34D7AF}"/>
              </a:ext>
            </a:extLst>
          </p:cNvPr>
          <p:cNvCxnSpPr>
            <a:cxnSpLocks/>
          </p:cNvCxnSpPr>
          <p:nvPr/>
        </p:nvCxnSpPr>
        <p:spPr>
          <a:xfrm>
            <a:off x="2303608" y="4299942"/>
            <a:ext cx="61220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CFF6938-EB06-4909-A529-C8CF643FFD00}"/>
              </a:ext>
            </a:extLst>
          </p:cNvPr>
          <p:cNvCxnSpPr>
            <a:cxnSpLocks/>
          </p:cNvCxnSpPr>
          <p:nvPr/>
        </p:nvCxnSpPr>
        <p:spPr>
          <a:xfrm flipV="1">
            <a:off x="2926291" y="4088502"/>
            <a:ext cx="0" cy="16517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6378E4F5-EB03-4D38-99D2-4FE66E882500}"/>
              </a:ext>
            </a:extLst>
          </p:cNvPr>
          <p:cNvCxnSpPr>
            <a:cxnSpLocks/>
          </p:cNvCxnSpPr>
          <p:nvPr/>
        </p:nvCxnSpPr>
        <p:spPr>
          <a:xfrm flipV="1">
            <a:off x="2926291" y="3867894"/>
            <a:ext cx="0" cy="20222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EB740611-77E2-4C7E-977F-7577FB046086}"/>
              </a:ext>
            </a:extLst>
          </p:cNvPr>
          <p:cNvCxnSpPr>
            <a:cxnSpLocks/>
          </p:cNvCxnSpPr>
          <p:nvPr/>
        </p:nvCxnSpPr>
        <p:spPr>
          <a:xfrm>
            <a:off x="3203848" y="2556215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rco 34">
            <a:extLst>
              <a:ext uri="{FF2B5EF4-FFF2-40B4-BE49-F238E27FC236}">
                <a16:creationId xmlns:a16="http://schemas.microsoft.com/office/drawing/2014/main" id="{2D4EF180-B165-4ACD-9AAE-F901B6F34327}"/>
              </a:ext>
            </a:extLst>
          </p:cNvPr>
          <p:cNvSpPr/>
          <p:nvPr/>
        </p:nvSpPr>
        <p:spPr>
          <a:xfrm>
            <a:off x="3203849" y="1892990"/>
            <a:ext cx="2664294" cy="1266396"/>
          </a:xfrm>
          <a:prstGeom prst="arc">
            <a:avLst>
              <a:gd name="adj1" fmla="val 11035673"/>
              <a:gd name="adj2" fmla="val 11868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1B7DF355-FF4E-4989-92D0-D2B3772D24A5}"/>
              </a:ext>
            </a:extLst>
          </p:cNvPr>
          <p:cNvCxnSpPr>
            <a:cxnSpLocks/>
          </p:cNvCxnSpPr>
          <p:nvPr/>
        </p:nvCxnSpPr>
        <p:spPr>
          <a:xfrm flipV="1">
            <a:off x="5345149" y="2486001"/>
            <a:ext cx="0" cy="486272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E3705213-3AF2-4ACB-B9B7-DE7BC7B66FD1}"/>
              </a:ext>
            </a:extLst>
          </p:cNvPr>
          <p:cNvCxnSpPr>
            <a:cxnSpLocks/>
          </p:cNvCxnSpPr>
          <p:nvPr/>
        </p:nvCxnSpPr>
        <p:spPr>
          <a:xfrm flipH="1">
            <a:off x="5364088" y="3003798"/>
            <a:ext cx="21602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6C74D59D-23CF-43E2-8E3A-34DF62FF5604}"/>
              </a:ext>
            </a:extLst>
          </p:cNvPr>
          <p:cNvCxnSpPr>
            <a:cxnSpLocks/>
          </p:cNvCxnSpPr>
          <p:nvPr/>
        </p:nvCxnSpPr>
        <p:spPr>
          <a:xfrm flipV="1">
            <a:off x="5558400" y="2931790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727E72E6-F716-4A47-B8AA-1FD5BAAD7154}"/>
              </a:ext>
            </a:extLst>
          </p:cNvPr>
          <p:cNvCxnSpPr>
            <a:cxnSpLocks/>
          </p:cNvCxnSpPr>
          <p:nvPr/>
        </p:nvCxnSpPr>
        <p:spPr>
          <a:xfrm>
            <a:off x="5558400" y="2625781"/>
            <a:ext cx="0" cy="261297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5CB3FA39-5A10-4580-9D21-765BF6735502}"/>
              </a:ext>
            </a:extLst>
          </p:cNvPr>
          <p:cNvCxnSpPr>
            <a:cxnSpLocks/>
          </p:cNvCxnSpPr>
          <p:nvPr/>
        </p:nvCxnSpPr>
        <p:spPr>
          <a:xfrm>
            <a:off x="5563861" y="2468117"/>
            <a:ext cx="0" cy="110875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rco 48">
            <a:extLst>
              <a:ext uri="{FF2B5EF4-FFF2-40B4-BE49-F238E27FC236}">
                <a16:creationId xmlns:a16="http://schemas.microsoft.com/office/drawing/2014/main" id="{9808130C-6746-4C31-98DC-53B255D07222}"/>
              </a:ext>
            </a:extLst>
          </p:cNvPr>
          <p:cNvSpPr/>
          <p:nvPr/>
        </p:nvSpPr>
        <p:spPr>
          <a:xfrm flipH="1">
            <a:off x="-180536" y="1119345"/>
            <a:ext cx="5904662" cy="1919346"/>
          </a:xfrm>
          <a:prstGeom prst="arc">
            <a:avLst>
              <a:gd name="adj1" fmla="val 10458952"/>
              <a:gd name="adj2" fmla="val 20947498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co 50">
            <a:extLst>
              <a:ext uri="{FF2B5EF4-FFF2-40B4-BE49-F238E27FC236}">
                <a16:creationId xmlns:a16="http://schemas.microsoft.com/office/drawing/2014/main" id="{1ED8C75B-6F86-4B4A-9E44-2A64078250CD}"/>
              </a:ext>
            </a:extLst>
          </p:cNvPr>
          <p:cNvSpPr/>
          <p:nvPr/>
        </p:nvSpPr>
        <p:spPr>
          <a:xfrm flipH="1">
            <a:off x="593774" y="1229209"/>
            <a:ext cx="1990135" cy="990754"/>
          </a:xfrm>
          <a:prstGeom prst="arc">
            <a:avLst>
              <a:gd name="adj1" fmla="val 18551722"/>
              <a:gd name="adj2" fmla="val 21113478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lecha: hacia arriba 1">
            <a:extLst>
              <a:ext uri="{FF2B5EF4-FFF2-40B4-BE49-F238E27FC236}">
                <a16:creationId xmlns:a16="http://schemas.microsoft.com/office/drawing/2014/main" id="{046A44DA-0858-41D3-BDC3-0C6A0E3167B1}"/>
              </a:ext>
            </a:extLst>
          </p:cNvPr>
          <p:cNvSpPr/>
          <p:nvPr/>
        </p:nvSpPr>
        <p:spPr>
          <a:xfrm>
            <a:off x="251520" y="1309073"/>
            <a:ext cx="285342" cy="1819034"/>
          </a:xfrm>
          <a:prstGeom prst="up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2DCAA3AD-1C43-4672-A395-1B198F4A1C1E}"/>
              </a:ext>
            </a:extLst>
          </p:cNvPr>
          <p:cNvSpPr txBox="1"/>
          <p:nvPr/>
        </p:nvSpPr>
        <p:spPr>
          <a:xfrm>
            <a:off x="7884368" y="194373"/>
            <a:ext cx="1259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RUNNING</a:t>
            </a:r>
          </a:p>
        </p:txBody>
      </p:sp>
    </p:spTree>
    <p:extLst>
      <p:ext uri="{BB962C8B-B14F-4D97-AF65-F5344CB8AC3E}">
        <p14:creationId xmlns:p14="http://schemas.microsoft.com/office/powerpoint/2010/main" val="2786323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3219822"/>
            <a:ext cx="0" cy="1584176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2987824" y="3816000"/>
            <a:ext cx="385217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7E43AB-047F-4481-8878-09D05E280114}"/>
              </a:ext>
            </a:extLst>
          </p:cNvPr>
          <p:cNvCxnSpPr>
            <a:cxnSpLocks/>
          </p:cNvCxnSpPr>
          <p:nvPr/>
        </p:nvCxnSpPr>
        <p:spPr>
          <a:xfrm>
            <a:off x="5003795" y="2468117"/>
            <a:ext cx="0" cy="15766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560C5EF-0A1B-4BFF-A930-AE6FE8993DE2}"/>
              </a:ext>
            </a:extLst>
          </p:cNvPr>
          <p:cNvCxnSpPr>
            <a:cxnSpLocks/>
          </p:cNvCxnSpPr>
          <p:nvPr/>
        </p:nvCxnSpPr>
        <p:spPr>
          <a:xfrm flipH="1">
            <a:off x="5003796" y="2468117"/>
            <a:ext cx="32420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1F4A36-EAB3-40EE-AC82-4D53007F38D8}"/>
              </a:ext>
            </a:extLst>
          </p:cNvPr>
          <p:cNvCxnSpPr>
            <a:cxnSpLocks/>
          </p:cNvCxnSpPr>
          <p:nvPr/>
        </p:nvCxnSpPr>
        <p:spPr>
          <a:xfrm>
            <a:off x="5328000" y="843558"/>
            <a:ext cx="0" cy="157777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7B759AD-6738-430A-ADA0-0538EE252AF2}"/>
              </a:ext>
            </a:extLst>
          </p:cNvPr>
          <p:cNvCxnSpPr>
            <a:cxnSpLocks/>
          </p:cNvCxnSpPr>
          <p:nvPr/>
        </p:nvCxnSpPr>
        <p:spPr>
          <a:xfrm>
            <a:off x="5220072" y="1047336"/>
            <a:ext cx="107928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5A3D8D5-B429-4479-B0DD-3BB84BD762C6}"/>
              </a:ext>
            </a:extLst>
          </p:cNvPr>
          <p:cNvCxnSpPr>
            <a:cxnSpLocks/>
          </p:cNvCxnSpPr>
          <p:nvPr/>
        </p:nvCxnSpPr>
        <p:spPr>
          <a:xfrm>
            <a:off x="5220072" y="831312"/>
            <a:ext cx="0" cy="21602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ED737B9-83DD-404C-B5F3-077A21804108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8E5D96F-90C4-4A18-A2F2-0086B2FA0C71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346F3AC-4CBA-4262-A753-4BC75333456B}"/>
              </a:ext>
            </a:extLst>
          </p:cNvPr>
          <p:cNvCxnSpPr>
            <a:cxnSpLocks/>
          </p:cNvCxnSpPr>
          <p:nvPr/>
        </p:nvCxnSpPr>
        <p:spPr>
          <a:xfrm flipV="1">
            <a:off x="3024000" y="324000"/>
            <a:ext cx="0" cy="156367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8848EAF-B39F-4B6B-98CC-151BEC644E1D}"/>
              </a:ext>
            </a:extLst>
          </p:cNvPr>
          <p:cNvCxnSpPr>
            <a:cxnSpLocks/>
          </p:cNvCxnSpPr>
          <p:nvPr/>
        </p:nvCxnSpPr>
        <p:spPr>
          <a:xfrm flipV="1">
            <a:off x="2987824" y="1980000"/>
            <a:ext cx="0" cy="33953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08DCCE0-97DE-4DB3-9FC3-93408D04FF10}"/>
              </a:ext>
            </a:extLst>
          </p:cNvPr>
          <p:cNvCxnSpPr>
            <a:cxnSpLocks/>
          </p:cNvCxnSpPr>
          <p:nvPr/>
        </p:nvCxnSpPr>
        <p:spPr>
          <a:xfrm flipV="1">
            <a:off x="3024000" y="2412425"/>
            <a:ext cx="0" cy="591373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A158844-2C59-48A3-8DFE-39F80981A99A}"/>
              </a:ext>
            </a:extLst>
          </p:cNvPr>
          <p:cNvCxnSpPr>
            <a:cxnSpLocks/>
          </p:cNvCxnSpPr>
          <p:nvPr/>
        </p:nvCxnSpPr>
        <p:spPr>
          <a:xfrm flipH="1">
            <a:off x="3059832" y="306000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82DE908-3C45-489E-BE59-476D5965F6C5}"/>
              </a:ext>
            </a:extLst>
          </p:cNvPr>
          <p:cNvCxnSpPr>
            <a:cxnSpLocks/>
          </p:cNvCxnSpPr>
          <p:nvPr/>
        </p:nvCxnSpPr>
        <p:spPr>
          <a:xfrm>
            <a:off x="3347864" y="2571750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co 41">
            <a:extLst>
              <a:ext uri="{FF2B5EF4-FFF2-40B4-BE49-F238E27FC236}">
                <a16:creationId xmlns:a16="http://schemas.microsoft.com/office/drawing/2014/main" id="{215F65C8-3BC4-4D3F-97B9-3A18672C2500}"/>
              </a:ext>
            </a:extLst>
          </p:cNvPr>
          <p:cNvSpPr/>
          <p:nvPr/>
        </p:nvSpPr>
        <p:spPr>
          <a:xfrm>
            <a:off x="665472" y="1959678"/>
            <a:ext cx="2628428" cy="1134889"/>
          </a:xfrm>
          <a:prstGeom prst="arc">
            <a:avLst>
              <a:gd name="adj1" fmla="val 74580"/>
              <a:gd name="adj2" fmla="val 36130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6EB3E8AA-8C0C-4879-A87F-0D816A5D1554}"/>
              </a:ext>
            </a:extLst>
          </p:cNvPr>
          <p:cNvCxnSpPr>
            <a:cxnSpLocks/>
          </p:cNvCxnSpPr>
          <p:nvPr/>
        </p:nvCxnSpPr>
        <p:spPr>
          <a:xfrm flipV="1">
            <a:off x="2267744" y="2571750"/>
            <a:ext cx="0" cy="522817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Arco 46">
            <a:extLst>
              <a:ext uri="{FF2B5EF4-FFF2-40B4-BE49-F238E27FC236}">
                <a16:creationId xmlns:a16="http://schemas.microsoft.com/office/drawing/2014/main" id="{039D53BE-E1FB-4A89-BB1E-C5904C559BC3}"/>
              </a:ext>
            </a:extLst>
          </p:cNvPr>
          <p:cNvSpPr/>
          <p:nvPr/>
        </p:nvSpPr>
        <p:spPr>
          <a:xfrm flipH="1">
            <a:off x="1949277" y="2391542"/>
            <a:ext cx="1192001" cy="1819035"/>
          </a:xfrm>
          <a:prstGeom prst="arc">
            <a:avLst>
              <a:gd name="adj1" fmla="val 17685525"/>
              <a:gd name="adj2" fmla="val 6484547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AF37AA78-81FD-4723-9D0D-5476DD34D7AF}"/>
              </a:ext>
            </a:extLst>
          </p:cNvPr>
          <p:cNvCxnSpPr>
            <a:cxnSpLocks/>
          </p:cNvCxnSpPr>
          <p:nvPr/>
        </p:nvCxnSpPr>
        <p:spPr>
          <a:xfrm>
            <a:off x="2303608" y="4299942"/>
            <a:ext cx="61220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CFF6938-EB06-4909-A529-C8CF643FFD00}"/>
              </a:ext>
            </a:extLst>
          </p:cNvPr>
          <p:cNvCxnSpPr>
            <a:cxnSpLocks/>
          </p:cNvCxnSpPr>
          <p:nvPr/>
        </p:nvCxnSpPr>
        <p:spPr>
          <a:xfrm flipV="1">
            <a:off x="2926291" y="4088502"/>
            <a:ext cx="0" cy="16517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6378E4F5-EB03-4D38-99D2-4FE66E882500}"/>
              </a:ext>
            </a:extLst>
          </p:cNvPr>
          <p:cNvCxnSpPr>
            <a:cxnSpLocks/>
          </p:cNvCxnSpPr>
          <p:nvPr/>
        </p:nvCxnSpPr>
        <p:spPr>
          <a:xfrm flipV="1">
            <a:off x="2926291" y="3867894"/>
            <a:ext cx="0" cy="20222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EB740611-77E2-4C7E-977F-7577FB046086}"/>
              </a:ext>
            </a:extLst>
          </p:cNvPr>
          <p:cNvCxnSpPr>
            <a:cxnSpLocks/>
          </p:cNvCxnSpPr>
          <p:nvPr/>
        </p:nvCxnSpPr>
        <p:spPr>
          <a:xfrm>
            <a:off x="3203848" y="2556215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rco 34">
            <a:extLst>
              <a:ext uri="{FF2B5EF4-FFF2-40B4-BE49-F238E27FC236}">
                <a16:creationId xmlns:a16="http://schemas.microsoft.com/office/drawing/2014/main" id="{2D4EF180-B165-4ACD-9AAE-F901B6F34327}"/>
              </a:ext>
            </a:extLst>
          </p:cNvPr>
          <p:cNvSpPr/>
          <p:nvPr/>
        </p:nvSpPr>
        <p:spPr>
          <a:xfrm>
            <a:off x="3203849" y="1892990"/>
            <a:ext cx="2664294" cy="1266396"/>
          </a:xfrm>
          <a:prstGeom prst="arc">
            <a:avLst>
              <a:gd name="adj1" fmla="val 11035673"/>
              <a:gd name="adj2" fmla="val 11868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1B7DF355-FF4E-4989-92D0-D2B3772D24A5}"/>
              </a:ext>
            </a:extLst>
          </p:cNvPr>
          <p:cNvCxnSpPr>
            <a:cxnSpLocks/>
          </p:cNvCxnSpPr>
          <p:nvPr/>
        </p:nvCxnSpPr>
        <p:spPr>
          <a:xfrm flipV="1">
            <a:off x="5345149" y="2486001"/>
            <a:ext cx="0" cy="486272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E3705213-3AF2-4ACB-B9B7-DE7BC7B66FD1}"/>
              </a:ext>
            </a:extLst>
          </p:cNvPr>
          <p:cNvCxnSpPr>
            <a:cxnSpLocks/>
          </p:cNvCxnSpPr>
          <p:nvPr/>
        </p:nvCxnSpPr>
        <p:spPr>
          <a:xfrm flipH="1">
            <a:off x="5364088" y="3003798"/>
            <a:ext cx="21602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6C74D59D-23CF-43E2-8E3A-34DF62FF5604}"/>
              </a:ext>
            </a:extLst>
          </p:cNvPr>
          <p:cNvCxnSpPr>
            <a:cxnSpLocks/>
          </p:cNvCxnSpPr>
          <p:nvPr/>
        </p:nvCxnSpPr>
        <p:spPr>
          <a:xfrm flipV="1">
            <a:off x="5558400" y="2931790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727E72E6-F716-4A47-B8AA-1FD5BAAD7154}"/>
              </a:ext>
            </a:extLst>
          </p:cNvPr>
          <p:cNvCxnSpPr>
            <a:cxnSpLocks/>
          </p:cNvCxnSpPr>
          <p:nvPr/>
        </p:nvCxnSpPr>
        <p:spPr>
          <a:xfrm>
            <a:off x="5558400" y="2625781"/>
            <a:ext cx="0" cy="261297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5CB3FA39-5A10-4580-9D21-765BF6735502}"/>
              </a:ext>
            </a:extLst>
          </p:cNvPr>
          <p:cNvCxnSpPr>
            <a:cxnSpLocks/>
          </p:cNvCxnSpPr>
          <p:nvPr/>
        </p:nvCxnSpPr>
        <p:spPr>
          <a:xfrm>
            <a:off x="5563861" y="2468117"/>
            <a:ext cx="0" cy="110875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rco 48">
            <a:extLst>
              <a:ext uri="{FF2B5EF4-FFF2-40B4-BE49-F238E27FC236}">
                <a16:creationId xmlns:a16="http://schemas.microsoft.com/office/drawing/2014/main" id="{9808130C-6746-4C31-98DC-53B255D07222}"/>
              </a:ext>
            </a:extLst>
          </p:cNvPr>
          <p:cNvSpPr/>
          <p:nvPr/>
        </p:nvSpPr>
        <p:spPr>
          <a:xfrm flipH="1">
            <a:off x="-180536" y="1119345"/>
            <a:ext cx="5904662" cy="1919346"/>
          </a:xfrm>
          <a:prstGeom prst="arc">
            <a:avLst>
              <a:gd name="adj1" fmla="val 10458952"/>
              <a:gd name="adj2" fmla="val 20947498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co 50">
            <a:extLst>
              <a:ext uri="{FF2B5EF4-FFF2-40B4-BE49-F238E27FC236}">
                <a16:creationId xmlns:a16="http://schemas.microsoft.com/office/drawing/2014/main" id="{1ED8C75B-6F86-4B4A-9E44-2A64078250CD}"/>
              </a:ext>
            </a:extLst>
          </p:cNvPr>
          <p:cNvSpPr/>
          <p:nvPr/>
        </p:nvSpPr>
        <p:spPr>
          <a:xfrm flipH="1">
            <a:off x="593774" y="1229209"/>
            <a:ext cx="1990135" cy="990754"/>
          </a:xfrm>
          <a:prstGeom prst="arc">
            <a:avLst>
              <a:gd name="adj1" fmla="val 18551722"/>
              <a:gd name="adj2" fmla="val 21113478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lecha: hacia arriba 1">
            <a:extLst>
              <a:ext uri="{FF2B5EF4-FFF2-40B4-BE49-F238E27FC236}">
                <a16:creationId xmlns:a16="http://schemas.microsoft.com/office/drawing/2014/main" id="{046A44DA-0858-41D3-BDC3-0C6A0E3167B1}"/>
              </a:ext>
            </a:extLst>
          </p:cNvPr>
          <p:cNvSpPr/>
          <p:nvPr/>
        </p:nvSpPr>
        <p:spPr>
          <a:xfrm>
            <a:off x="251520" y="1309073"/>
            <a:ext cx="285342" cy="1819034"/>
          </a:xfrm>
          <a:prstGeom prst="up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3A488088-EE65-4F9F-BB92-3EEDCA75722C}"/>
              </a:ext>
            </a:extLst>
          </p:cNvPr>
          <p:cNvCxnSpPr>
            <a:cxnSpLocks/>
          </p:cNvCxnSpPr>
          <p:nvPr/>
        </p:nvCxnSpPr>
        <p:spPr>
          <a:xfrm>
            <a:off x="6840000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216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3219822"/>
            <a:ext cx="0" cy="1584176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2987824" y="3816000"/>
            <a:ext cx="385217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7E43AB-047F-4481-8878-09D05E280114}"/>
              </a:ext>
            </a:extLst>
          </p:cNvPr>
          <p:cNvCxnSpPr>
            <a:cxnSpLocks/>
          </p:cNvCxnSpPr>
          <p:nvPr/>
        </p:nvCxnSpPr>
        <p:spPr>
          <a:xfrm>
            <a:off x="5003795" y="2468117"/>
            <a:ext cx="0" cy="15766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560C5EF-0A1B-4BFF-A930-AE6FE8993DE2}"/>
              </a:ext>
            </a:extLst>
          </p:cNvPr>
          <p:cNvCxnSpPr>
            <a:cxnSpLocks/>
          </p:cNvCxnSpPr>
          <p:nvPr/>
        </p:nvCxnSpPr>
        <p:spPr>
          <a:xfrm flipH="1">
            <a:off x="5003796" y="2468117"/>
            <a:ext cx="32420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1F4A36-EAB3-40EE-AC82-4D53007F38D8}"/>
              </a:ext>
            </a:extLst>
          </p:cNvPr>
          <p:cNvCxnSpPr>
            <a:cxnSpLocks/>
          </p:cNvCxnSpPr>
          <p:nvPr/>
        </p:nvCxnSpPr>
        <p:spPr>
          <a:xfrm>
            <a:off x="5328000" y="843558"/>
            <a:ext cx="0" cy="157777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7B759AD-6738-430A-ADA0-0538EE252AF2}"/>
              </a:ext>
            </a:extLst>
          </p:cNvPr>
          <p:cNvCxnSpPr>
            <a:cxnSpLocks/>
          </p:cNvCxnSpPr>
          <p:nvPr/>
        </p:nvCxnSpPr>
        <p:spPr>
          <a:xfrm>
            <a:off x="5220072" y="1047336"/>
            <a:ext cx="107928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5A3D8D5-B429-4479-B0DD-3BB84BD762C6}"/>
              </a:ext>
            </a:extLst>
          </p:cNvPr>
          <p:cNvCxnSpPr>
            <a:cxnSpLocks/>
          </p:cNvCxnSpPr>
          <p:nvPr/>
        </p:nvCxnSpPr>
        <p:spPr>
          <a:xfrm>
            <a:off x="5220072" y="831312"/>
            <a:ext cx="0" cy="21602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ED737B9-83DD-404C-B5F3-077A21804108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8E5D96F-90C4-4A18-A2F2-0086B2FA0C71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346F3AC-4CBA-4262-A753-4BC75333456B}"/>
              </a:ext>
            </a:extLst>
          </p:cNvPr>
          <p:cNvCxnSpPr>
            <a:cxnSpLocks/>
          </p:cNvCxnSpPr>
          <p:nvPr/>
        </p:nvCxnSpPr>
        <p:spPr>
          <a:xfrm flipV="1">
            <a:off x="3024000" y="324000"/>
            <a:ext cx="0" cy="156367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8848EAF-B39F-4B6B-98CC-151BEC644E1D}"/>
              </a:ext>
            </a:extLst>
          </p:cNvPr>
          <p:cNvCxnSpPr>
            <a:cxnSpLocks/>
          </p:cNvCxnSpPr>
          <p:nvPr/>
        </p:nvCxnSpPr>
        <p:spPr>
          <a:xfrm flipV="1">
            <a:off x="2987824" y="1980000"/>
            <a:ext cx="0" cy="33953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08DCCE0-97DE-4DB3-9FC3-93408D04FF10}"/>
              </a:ext>
            </a:extLst>
          </p:cNvPr>
          <p:cNvCxnSpPr>
            <a:cxnSpLocks/>
          </p:cNvCxnSpPr>
          <p:nvPr/>
        </p:nvCxnSpPr>
        <p:spPr>
          <a:xfrm flipV="1">
            <a:off x="3024000" y="2412425"/>
            <a:ext cx="0" cy="591373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A158844-2C59-48A3-8DFE-39F80981A99A}"/>
              </a:ext>
            </a:extLst>
          </p:cNvPr>
          <p:cNvCxnSpPr>
            <a:cxnSpLocks/>
          </p:cNvCxnSpPr>
          <p:nvPr/>
        </p:nvCxnSpPr>
        <p:spPr>
          <a:xfrm flipH="1">
            <a:off x="3059832" y="306000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82DE908-3C45-489E-BE59-476D5965F6C5}"/>
              </a:ext>
            </a:extLst>
          </p:cNvPr>
          <p:cNvCxnSpPr>
            <a:cxnSpLocks/>
          </p:cNvCxnSpPr>
          <p:nvPr/>
        </p:nvCxnSpPr>
        <p:spPr>
          <a:xfrm>
            <a:off x="3347864" y="2571750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co 41">
            <a:extLst>
              <a:ext uri="{FF2B5EF4-FFF2-40B4-BE49-F238E27FC236}">
                <a16:creationId xmlns:a16="http://schemas.microsoft.com/office/drawing/2014/main" id="{215F65C8-3BC4-4D3F-97B9-3A18672C2500}"/>
              </a:ext>
            </a:extLst>
          </p:cNvPr>
          <p:cNvSpPr/>
          <p:nvPr/>
        </p:nvSpPr>
        <p:spPr>
          <a:xfrm>
            <a:off x="665472" y="1959678"/>
            <a:ext cx="2628428" cy="1134889"/>
          </a:xfrm>
          <a:prstGeom prst="arc">
            <a:avLst>
              <a:gd name="adj1" fmla="val 74580"/>
              <a:gd name="adj2" fmla="val 36130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6EB3E8AA-8C0C-4879-A87F-0D816A5D1554}"/>
              </a:ext>
            </a:extLst>
          </p:cNvPr>
          <p:cNvCxnSpPr>
            <a:cxnSpLocks/>
          </p:cNvCxnSpPr>
          <p:nvPr/>
        </p:nvCxnSpPr>
        <p:spPr>
          <a:xfrm flipV="1">
            <a:off x="2267744" y="2571750"/>
            <a:ext cx="0" cy="522817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Arco 46">
            <a:extLst>
              <a:ext uri="{FF2B5EF4-FFF2-40B4-BE49-F238E27FC236}">
                <a16:creationId xmlns:a16="http://schemas.microsoft.com/office/drawing/2014/main" id="{039D53BE-E1FB-4A89-BB1E-C5904C559BC3}"/>
              </a:ext>
            </a:extLst>
          </p:cNvPr>
          <p:cNvSpPr/>
          <p:nvPr/>
        </p:nvSpPr>
        <p:spPr>
          <a:xfrm flipH="1">
            <a:off x="1949277" y="2391542"/>
            <a:ext cx="1192001" cy="1819035"/>
          </a:xfrm>
          <a:prstGeom prst="arc">
            <a:avLst>
              <a:gd name="adj1" fmla="val 17685525"/>
              <a:gd name="adj2" fmla="val 6484547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AF37AA78-81FD-4723-9D0D-5476DD34D7AF}"/>
              </a:ext>
            </a:extLst>
          </p:cNvPr>
          <p:cNvCxnSpPr>
            <a:cxnSpLocks/>
          </p:cNvCxnSpPr>
          <p:nvPr/>
        </p:nvCxnSpPr>
        <p:spPr>
          <a:xfrm>
            <a:off x="2303608" y="4299942"/>
            <a:ext cx="61220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CFF6938-EB06-4909-A529-C8CF643FFD00}"/>
              </a:ext>
            </a:extLst>
          </p:cNvPr>
          <p:cNvCxnSpPr>
            <a:cxnSpLocks/>
          </p:cNvCxnSpPr>
          <p:nvPr/>
        </p:nvCxnSpPr>
        <p:spPr>
          <a:xfrm flipV="1">
            <a:off x="2926291" y="4088502"/>
            <a:ext cx="0" cy="16517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6378E4F5-EB03-4D38-99D2-4FE66E882500}"/>
              </a:ext>
            </a:extLst>
          </p:cNvPr>
          <p:cNvCxnSpPr>
            <a:cxnSpLocks/>
          </p:cNvCxnSpPr>
          <p:nvPr/>
        </p:nvCxnSpPr>
        <p:spPr>
          <a:xfrm flipV="1">
            <a:off x="2926291" y="3867894"/>
            <a:ext cx="0" cy="20222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EB740611-77E2-4C7E-977F-7577FB046086}"/>
              </a:ext>
            </a:extLst>
          </p:cNvPr>
          <p:cNvCxnSpPr>
            <a:cxnSpLocks/>
          </p:cNvCxnSpPr>
          <p:nvPr/>
        </p:nvCxnSpPr>
        <p:spPr>
          <a:xfrm>
            <a:off x="3203848" y="2556215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rco 34">
            <a:extLst>
              <a:ext uri="{FF2B5EF4-FFF2-40B4-BE49-F238E27FC236}">
                <a16:creationId xmlns:a16="http://schemas.microsoft.com/office/drawing/2014/main" id="{2D4EF180-B165-4ACD-9AAE-F901B6F34327}"/>
              </a:ext>
            </a:extLst>
          </p:cNvPr>
          <p:cNvSpPr/>
          <p:nvPr/>
        </p:nvSpPr>
        <p:spPr>
          <a:xfrm>
            <a:off x="3203849" y="1892990"/>
            <a:ext cx="2664294" cy="1266396"/>
          </a:xfrm>
          <a:prstGeom prst="arc">
            <a:avLst>
              <a:gd name="adj1" fmla="val 11035673"/>
              <a:gd name="adj2" fmla="val 11868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1B7DF355-FF4E-4989-92D0-D2B3772D24A5}"/>
              </a:ext>
            </a:extLst>
          </p:cNvPr>
          <p:cNvCxnSpPr>
            <a:cxnSpLocks/>
          </p:cNvCxnSpPr>
          <p:nvPr/>
        </p:nvCxnSpPr>
        <p:spPr>
          <a:xfrm flipV="1">
            <a:off x="5345149" y="2486001"/>
            <a:ext cx="0" cy="486272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E3705213-3AF2-4ACB-B9B7-DE7BC7B66FD1}"/>
              </a:ext>
            </a:extLst>
          </p:cNvPr>
          <p:cNvCxnSpPr>
            <a:cxnSpLocks/>
          </p:cNvCxnSpPr>
          <p:nvPr/>
        </p:nvCxnSpPr>
        <p:spPr>
          <a:xfrm flipH="1">
            <a:off x="5364088" y="3003798"/>
            <a:ext cx="21602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6C74D59D-23CF-43E2-8E3A-34DF62FF5604}"/>
              </a:ext>
            </a:extLst>
          </p:cNvPr>
          <p:cNvCxnSpPr>
            <a:cxnSpLocks/>
          </p:cNvCxnSpPr>
          <p:nvPr/>
        </p:nvCxnSpPr>
        <p:spPr>
          <a:xfrm flipV="1">
            <a:off x="5558400" y="2931790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727E72E6-F716-4A47-B8AA-1FD5BAAD7154}"/>
              </a:ext>
            </a:extLst>
          </p:cNvPr>
          <p:cNvCxnSpPr>
            <a:cxnSpLocks/>
          </p:cNvCxnSpPr>
          <p:nvPr/>
        </p:nvCxnSpPr>
        <p:spPr>
          <a:xfrm>
            <a:off x="5558400" y="2625781"/>
            <a:ext cx="0" cy="261297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5CB3FA39-5A10-4580-9D21-765BF6735502}"/>
              </a:ext>
            </a:extLst>
          </p:cNvPr>
          <p:cNvCxnSpPr>
            <a:cxnSpLocks/>
          </p:cNvCxnSpPr>
          <p:nvPr/>
        </p:nvCxnSpPr>
        <p:spPr>
          <a:xfrm>
            <a:off x="5563861" y="2468117"/>
            <a:ext cx="0" cy="110875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rco 48">
            <a:extLst>
              <a:ext uri="{FF2B5EF4-FFF2-40B4-BE49-F238E27FC236}">
                <a16:creationId xmlns:a16="http://schemas.microsoft.com/office/drawing/2014/main" id="{9808130C-6746-4C31-98DC-53B255D07222}"/>
              </a:ext>
            </a:extLst>
          </p:cNvPr>
          <p:cNvSpPr/>
          <p:nvPr/>
        </p:nvSpPr>
        <p:spPr>
          <a:xfrm flipH="1">
            <a:off x="-180536" y="1119345"/>
            <a:ext cx="5904662" cy="1919346"/>
          </a:xfrm>
          <a:prstGeom prst="arc">
            <a:avLst>
              <a:gd name="adj1" fmla="val 10458952"/>
              <a:gd name="adj2" fmla="val 20947498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co 50">
            <a:extLst>
              <a:ext uri="{FF2B5EF4-FFF2-40B4-BE49-F238E27FC236}">
                <a16:creationId xmlns:a16="http://schemas.microsoft.com/office/drawing/2014/main" id="{1ED8C75B-6F86-4B4A-9E44-2A64078250CD}"/>
              </a:ext>
            </a:extLst>
          </p:cNvPr>
          <p:cNvSpPr/>
          <p:nvPr/>
        </p:nvSpPr>
        <p:spPr>
          <a:xfrm flipH="1">
            <a:off x="593774" y="1229209"/>
            <a:ext cx="1990135" cy="990754"/>
          </a:xfrm>
          <a:prstGeom prst="arc">
            <a:avLst>
              <a:gd name="adj1" fmla="val 18551722"/>
              <a:gd name="adj2" fmla="val 21113478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lecha: hacia arriba 1">
            <a:extLst>
              <a:ext uri="{FF2B5EF4-FFF2-40B4-BE49-F238E27FC236}">
                <a16:creationId xmlns:a16="http://schemas.microsoft.com/office/drawing/2014/main" id="{046A44DA-0858-41D3-BDC3-0C6A0E3167B1}"/>
              </a:ext>
            </a:extLst>
          </p:cNvPr>
          <p:cNvSpPr/>
          <p:nvPr/>
        </p:nvSpPr>
        <p:spPr>
          <a:xfrm>
            <a:off x="251520" y="1309073"/>
            <a:ext cx="285342" cy="1819034"/>
          </a:xfrm>
          <a:prstGeom prst="up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3A488088-EE65-4F9F-BB92-3EEDCA75722C}"/>
              </a:ext>
            </a:extLst>
          </p:cNvPr>
          <p:cNvCxnSpPr>
            <a:cxnSpLocks/>
          </p:cNvCxnSpPr>
          <p:nvPr/>
        </p:nvCxnSpPr>
        <p:spPr>
          <a:xfrm>
            <a:off x="6840000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7CF40CD7-5296-409A-93D6-6CB62D603882}"/>
              </a:ext>
            </a:extLst>
          </p:cNvPr>
          <p:cNvCxnSpPr>
            <a:cxnSpLocks/>
          </p:cNvCxnSpPr>
          <p:nvPr/>
        </p:nvCxnSpPr>
        <p:spPr>
          <a:xfrm flipV="1">
            <a:off x="6840000" y="2887078"/>
            <a:ext cx="0" cy="634804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860BE490-18E3-4C20-AF06-3A9F8BF77D8E}"/>
              </a:ext>
            </a:extLst>
          </p:cNvPr>
          <p:cNvCxnSpPr>
            <a:cxnSpLocks/>
          </p:cNvCxnSpPr>
          <p:nvPr/>
        </p:nvCxnSpPr>
        <p:spPr>
          <a:xfrm flipV="1">
            <a:off x="6840000" y="2468117"/>
            <a:ext cx="0" cy="270613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20A24CB2-9757-4A18-A3CA-9A80AFCF98F0}"/>
              </a:ext>
            </a:extLst>
          </p:cNvPr>
          <p:cNvCxnSpPr>
            <a:cxnSpLocks/>
          </p:cNvCxnSpPr>
          <p:nvPr/>
        </p:nvCxnSpPr>
        <p:spPr>
          <a:xfrm flipV="1">
            <a:off x="6660232" y="3003799"/>
            <a:ext cx="0" cy="285194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03603D6B-681E-4C2E-B9F0-360779302AD4}"/>
              </a:ext>
            </a:extLst>
          </p:cNvPr>
          <p:cNvCxnSpPr>
            <a:cxnSpLocks/>
          </p:cNvCxnSpPr>
          <p:nvPr/>
        </p:nvCxnSpPr>
        <p:spPr>
          <a:xfrm flipH="1" flipV="1">
            <a:off x="6660232" y="3288993"/>
            <a:ext cx="179768" cy="1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573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3219822"/>
            <a:ext cx="0" cy="1584176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2987824" y="3816000"/>
            <a:ext cx="385217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7E43AB-047F-4481-8878-09D05E280114}"/>
              </a:ext>
            </a:extLst>
          </p:cNvPr>
          <p:cNvCxnSpPr>
            <a:cxnSpLocks/>
          </p:cNvCxnSpPr>
          <p:nvPr/>
        </p:nvCxnSpPr>
        <p:spPr>
          <a:xfrm>
            <a:off x="5003795" y="2468117"/>
            <a:ext cx="0" cy="15766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560C5EF-0A1B-4BFF-A930-AE6FE8993DE2}"/>
              </a:ext>
            </a:extLst>
          </p:cNvPr>
          <p:cNvCxnSpPr>
            <a:cxnSpLocks/>
          </p:cNvCxnSpPr>
          <p:nvPr/>
        </p:nvCxnSpPr>
        <p:spPr>
          <a:xfrm flipH="1">
            <a:off x="5003796" y="2468117"/>
            <a:ext cx="32420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1F4A36-EAB3-40EE-AC82-4D53007F38D8}"/>
              </a:ext>
            </a:extLst>
          </p:cNvPr>
          <p:cNvCxnSpPr>
            <a:cxnSpLocks/>
          </p:cNvCxnSpPr>
          <p:nvPr/>
        </p:nvCxnSpPr>
        <p:spPr>
          <a:xfrm>
            <a:off x="5328000" y="843558"/>
            <a:ext cx="0" cy="157777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7B759AD-6738-430A-ADA0-0538EE252AF2}"/>
              </a:ext>
            </a:extLst>
          </p:cNvPr>
          <p:cNvCxnSpPr>
            <a:cxnSpLocks/>
          </p:cNvCxnSpPr>
          <p:nvPr/>
        </p:nvCxnSpPr>
        <p:spPr>
          <a:xfrm>
            <a:off x="5220072" y="1047336"/>
            <a:ext cx="107928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5A3D8D5-B429-4479-B0DD-3BB84BD762C6}"/>
              </a:ext>
            </a:extLst>
          </p:cNvPr>
          <p:cNvCxnSpPr>
            <a:cxnSpLocks/>
          </p:cNvCxnSpPr>
          <p:nvPr/>
        </p:nvCxnSpPr>
        <p:spPr>
          <a:xfrm>
            <a:off x="5220072" y="831312"/>
            <a:ext cx="0" cy="21602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ED737B9-83DD-404C-B5F3-077A21804108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8E5D96F-90C4-4A18-A2F2-0086B2FA0C71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346F3AC-4CBA-4262-A753-4BC75333456B}"/>
              </a:ext>
            </a:extLst>
          </p:cNvPr>
          <p:cNvCxnSpPr>
            <a:cxnSpLocks/>
          </p:cNvCxnSpPr>
          <p:nvPr/>
        </p:nvCxnSpPr>
        <p:spPr>
          <a:xfrm flipV="1">
            <a:off x="3024000" y="324000"/>
            <a:ext cx="0" cy="156367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8848EAF-B39F-4B6B-98CC-151BEC644E1D}"/>
              </a:ext>
            </a:extLst>
          </p:cNvPr>
          <p:cNvCxnSpPr>
            <a:cxnSpLocks/>
          </p:cNvCxnSpPr>
          <p:nvPr/>
        </p:nvCxnSpPr>
        <p:spPr>
          <a:xfrm flipV="1">
            <a:off x="2987824" y="1980000"/>
            <a:ext cx="0" cy="33953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08DCCE0-97DE-4DB3-9FC3-93408D04FF10}"/>
              </a:ext>
            </a:extLst>
          </p:cNvPr>
          <p:cNvCxnSpPr>
            <a:cxnSpLocks/>
          </p:cNvCxnSpPr>
          <p:nvPr/>
        </p:nvCxnSpPr>
        <p:spPr>
          <a:xfrm flipV="1">
            <a:off x="3024000" y="2412425"/>
            <a:ext cx="0" cy="591373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A158844-2C59-48A3-8DFE-39F80981A99A}"/>
              </a:ext>
            </a:extLst>
          </p:cNvPr>
          <p:cNvCxnSpPr>
            <a:cxnSpLocks/>
          </p:cNvCxnSpPr>
          <p:nvPr/>
        </p:nvCxnSpPr>
        <p:spPr>
          <a:xfrm flipH="1">
            <a:off x="3059832" y="306000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82DE908-3C45-489E-BE59-476D5965F6C5}"/>
              </a:ext>
            </a:extLst>
          </p:cNvPr>
          <p:cNvCxnSpPr>
            <a:cxnSpLocks/>
          </p:cNvCxnSpPr>
          <p:nvPr/>
        </p:nvCxnSpPr>
        <p:spPr>
          <a:xfrm>
            <a:off x="3347864" y="2571750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co 41">
            <a:extLst>
              <a:ext uri="{FF2B5EF4-FFF2-40B4-BE49-F238E27FC236}">
                <a16:creationId xmlns:a16="http://schemas.microsoft.com/office/drawing/2014/main" id="{215F65C8-3BC4-4D3F-97B9-3A18672C2500}"/>
              </a:ext>
            </a:extLst>
          </p:cNvPr>
          <p:cNvSpPr/>
          <p:nvPr/>
        </p:nvSpPr>
        <p:spPr>
          <a:xfrm>
            <a:off x="665472" y="1959678"/>
            <a:ext cx="2628428" cy="1134889"/>
          </a:xfrm>
          <a:prstGeom prst="arc">
            <a:avLst>
              <a:gd name="adj1" fmla="val 74580"/>
              <a:gd name="adj2" fmla="val 36130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6EB3E8AA-8C0C-4879-A87F-0D816A5D1554}"/>
              </a:ext>
            </a:extLst>
          </p:cNvPr>
          <p:cNvCxnSpPr>
            <a:cxnSpLocks/>
          </p:cNvCxnSpPr>
          <p:nvPr/>
        </p:nvCxnSpPr>
        <p:spPr>
          <a:xfrm flipV="1">
            <a:off x="2267744" y="2571750"/>
            <a:ext cx="0" cy="522817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Arco 46">
            <a:extLst>
              <a:ext uri="{FF2B5EF4-FFF2-40B4-BE49-F238E27FC236}">
                <a16:creationId xmlns:a16="http://schemas.microsoft.com/office/drawing/2014/main" id="{039D53BE-E1FB-4A89-BB1E-C5904C559BC3}"/>
              </a:ext>
            </a:extLst>
          </p:cNvPr>
          <p:cNvSpPr/>
          <p:nvPr/>
        </p:nvSpPr>
        <p:spPr>
          <a:xfrm flipH="1">
            <a:off x="1949277" y="2391542"/>
            <a:ext cx="1192001" cy="1819035"/>
          </a:xfrm>
          <a:prstGeom prst="arc">
            <a:avLst>
              <a:gd name="adj1" fmla="val 17685525"/>
              <a:gd name="adj2" fmla="val 6484547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AF37AA78-81FD-4723-9D0D-5476DD34D7AF}"/>
              </a:ext>
            </a:extLst>
          </p:cNvPr>
          <p:cNvCxnSpPr>
            <a:cxnSpLocks/>
          </p:cNvCxnSpPr>
          <p:nvPr/>
        </p:nvCxnSpPr>
        <p:spPr>
          <a:xfrm>
            <a:off x="2303608" y="4299942"/>
            <a:ext cx="61220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CFF6938-EB06-4909-A529-C8CF643FFD00}"/>
              </a:ext>
            </a:extLst>
          </p:cNvPr>
          <p:cNvCxnSpPr>
            <a:cxnSpLocks/>
          </p:cNvCxnSpPr>
          <p:nvPr/>
        </p:nvCxnSpPr>
        <p:spPr>
          <a:xfrm flipV="1">
            <a:off x="2926291" y="4088502"/>
            <a:ext cx="0" cy="16517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6378E4F5-EB03-4D38-99D2-4FE66E882500}"/>
              </a:ext>
            </a:extLst>
          </p:cNvPr>
          <p:cNvCxnSpPr>
            <a:cxnSpLocks/>
          </p:cNvCxnSpPr>
          <p:nvPr/>
        </p:nvCxnSpPr>
        <p:spPr>
          <a:xfrm flipV="1">
            <a:off x="2926291" y="3867894"/>
            <a:ext cx="0" cy="20222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EB740611-77E2-4C7E-977F-7577FB046086}"/>
              </a:ext>
            </a:extLst>
          </p:cNvPr>
          <p:cNvCxnSpPr>
            <a:cxnSpLocks/>
          </p:cNvCxnSpPr>
          <p:nvPr/>
        </p:nvCxnSpPr>
        <p:spPr>
          <a:xfrm>
            <a:off x="3203848" y="2556215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rco 34">
            <a:extLst>
              <a:ext uri="{FF2B5EF4-FFF2-40B4-BE49-F238E27FC236}">
                <a16:creationId xmlns:a16="http://schemas.microsoft.com/office/drawing/2014/main" id="{2D4EF180-B165-4ACD-9AAE-F901B6F34327}"/>
              </a:ext>
            </a:extLst>
          </p:cNvPr>
          <p:cNvSpPr/>
          <p:nvPr/>
        </p:nvSpPr>
        <p:spPr>
          <a:xfrm>
            <a:off x="3203849" y="1892990"/>
            <a:ext cx="2664294" cy="1266396"/>
          </a:xfrm>
          <a:prstGeom prst="arc">
            <a:avLst>
              <a:gd name="adj1" fmla="val 11035673"/>
              <a:gd name="adj2" fmla="val 11868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1B7DF355-FF4E-4989-92D0-D2B3772D24A5}"/>
              </a:ext>
            </a:extLst>
          </p:cNvPr>
          <p:cNvCxnSpPr>
            <a:cxnSpLocks/>
          </p:cNvCxnSpPr>
          <p:nvPr/>
        </p:nvCxnSpPr>
        <p:spPr>
          <a:xfrm flipV="1">
            <a:off x="5345149" y="2486001"/>
            <a:ext cx="0" cy="486272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E3705213-3AF2-4ACB-B9B7-DE7BC7B66FD1}"/>
              </a:ext>
            </a:extLst>
          </p:cNvPr>
          <p:cNvCxnSpPr>
            <a:cxnSpLocks/>
          </p:cNvCxnSpPr>
          <p:nvPr/>
        </p:nvCxnSpPr>
        <p:spPr>
          <a:xfrm flipH="1">
            <a:off x="5364088" y="3003798"/>
            <a:ext cx="21602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6C74D59D-23CF-43E2-8E3A-34DF62FF5604}"/>
              </a:ext>
            </a:extLst>
          </p:cNvPr>
          <p:cNvCxnSpPr>
            <a:cxnSpLocks/>
          </p:cNvCxnSpPr>
          <p:nvPr/>
        </p:nvCxnSpPr>
        <p:spPr>
          <a:xfrm flipV="1">
            <a:off x="5558400" y="2931790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727E72E6-F716-4A47-B8AA-1FD5BAAD7154}"/>
              </a:ext>
            </a:extLst>
          </p:cNvPr>
          <p:cNvCxnSpPr>
            <a:cxnSpLocks/>
          </p:cNvCxnSpPr>
          <p:nvPr/>
        </p:nvCxnSpPr>
        <p:spPr>
          <a:xfrm>
            <a:off x="5558400" y="2625781"/>
            <a:ext cx="0" cy="261297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5CB3FA39-5A10-4580-9D21-765BF6735502}"/>
              </a:ext>
            </a:extLst>
          </p:cNvPr>
          <p:cNvCxnSpPr>
            <a:cxnSpLocks/>
          </p:cNvCxnSpPr>
          <p:nvPr/>
        </p:nvCxnSpPr>
        <p:spPr>
          <a:xfrm>
            <a:off x="5563861" y="2468117"/>
            <a:ext cx="0" cy="110875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rco 48">
            <a:extLst>
              <a:ext uri="{FF2B5EF4-FFF2-40B4-BE49-F238E27FC236}">
                <a16:creationId xmlns:a16="http://schemas.microsoft.com/office/drawing/2014/main" id="{9808130C-6746-4C31-98DC-53B255D07222}"/>
              </a:ext>
            </a:extLst>
          </p:cNvPr>
          <p:cNvSpPr/>
          <p:nvPr/>
        </p:nvSpPr>
        <p:spPr>
          <a:xfrm flipH="1">
            <a:off x="-180536" y="1119345"/>
            <a:ext cx="5904662" cy="1919346"/>
          </a:xfrm>
          <a:prstGeom prst="arc">
            <a:avLst>
              <a:gd name="adj1" fmla="val 10458952"/>
              <a:gd name="adj2" fmla="val 20947498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co 50">
            <a:extLst>
              <a:ext uri="{FF2B5EF4-FFF2-40B4-BE49-F238E27FC236}">
                <a16:creationId xmlns:a16="http://schemas.microsoft.com/office/drawing/2014/main" id="{1ED8C75B-6F86-4B4A-9E44-2A64078250CD}"/>
              </a:ext>
            </a:extLst>
          </p:cNvPr>
          <p:cNvSpPr/>
          <p:nvPr/>
        </p:nvSpPr>
        <p:spPr>
          <a:xfrm flipH="1">
            <a:off x="593774" y="1229209"/>
            <a:ext cx="1990135" cy="990754"/>
          </a:xfrm>
          <a:prstGeom prst="arc">
            <a:avLst>
              <a:gd name="adj1" fmla="val 18551722"/>
              <a:gd name="adj2" fmla="val 21113478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lecha: hacia arriba 1">
            <a:extLst>
              <a:ext uri="{FF2B5EF4-FFF2-40B4-BE49-F238E27FC236}">
                <a16:creationId xmlns:a16="http://schemas.microsoft.com/office/drawing/2014/main" id="{046A44DA-0858-41D3-BDC3-0C6A0E3167B1}"/>
              </a:ext>
            </a:extLst>
          </p:cNvPr>
          <p:cNvSpPr/>
          <p:nvPr/>
        </p:nvSpPr>
        <p:spPr>
          <a:xfrm>
            <a:off x="251520" y="1309073"/>
            <a:ext cx="285342" cy="1819034"/>
          </a:xfrm>
          <a:prstGeom prst="up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3A488088-EE65-4F9F-BB92-3EEDCA75722C}"/>
              </a:ext>
            </a:extLst>
          </p:cNvPr>
          <p:cNvCxnSpPr>
            <a:cxnSpLocks/>
          </p:cNvCxnSpPr>
          <p:nvPr/>
        </p:nvCxnSpPr>
        <p:spPr>
          <a:xfrm>
            <a:off x="6840000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7CF40CD7-5296-409A-93D6-6CB62D603882}"/>
              </a:ext>
            </a:extLst>
          </p:cNvPr>
          <p:cNvCxnSpPr>
            <a:cxnSpLocks/>
          </p:cNvCxnSpPr>
          <p:nvPr/>
        </p:nvCxnSpPr>
        <p:spPr>
          <a:xfrm flipV="1">
            <a:off x="6840000" y="2887078"/>
            <a:ext cx="0" cy="634804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860BE490-18E3-4C20-AF06-3A9F8BF77D8E}"/>
              </a:ext>
            </a:extLst>
          </p:cNvPr>
          <p:cNvCxnSpPr>
            <a:cxnSpLocks/>
          </p:cNvCxnSpPr>
          <p:nvPr/>
        </p:nvCxnSpPr>
        <p:spPr>
          <a:xfrm flipV="1">
            <a:off x="6840000" y="2468117"/>
            <a:ext cx="0" cy="270613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20A24CB2-9757-4A18-A3CA-9A80AFCF98F0}"/>
              </a:ext>
            </a:extLst>
          </p:cNvPr>
          <p:cNvCxnSpPr>
            <a:cxnSpLocks/>
          </p:cNvCxnSpPr>
          <p:nvPr/>
        </p:nvCxnSpPr>
        <p:spPr>
          <a:xfrm flipV="1">
            <a:off x="6660232" y="3003799"/>
            <a:ext cx="0" cy="285194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03603D6B-681E-4C2E-B9F0-360779302AD4}"/>
              </a:ext>
            </a:extLst>
          </p:cNvPr>
          <p:cNvCxnSpPr>
            <a:cxnSpLocks/>
          </p:cNvCxnSpPr>
          <p:nvPr/>
        </p:nvCxnSpPr>
        <p:spPr>
          <a:xfrm flipH="1" flipV="1">
            <a:off x="6660232" y="3288993"/>
            <a:ext cx="179768" cy="1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8AF66BA7-D577-40BC-8462-E65CD00FC168}"/>
              </a:ext>
            </a:extLst>
          </p:cNvPr>
          <p:cNvCxnSpPr>
            <a:cxnSpLocks/>
          </p:cNvCxnSpPr>
          <p:nvPr/>
        </p:nvCxnSpPr>
        <p:spPr>
          <a:xfrm flipV="1">
            <a:off x="6656409" y="1563638"/>
            <a:ext cx="0" cy="1350860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596D4215-FBE5-418D-9204-7A384D3BDED2}"/>
              </a:ext>
            </a:extLst>
          </p:cNvPr>
          <p:cNvCxnSpPr>
            <a:cxnSpLocks/>
          </p:cNvCxnSpPr>
          <p:nvPr/>
        </p:nvCxnSpPr>
        <p:spPr>
          <a:xfrm flipV="1">
            <a:off x="6840000" y="1632443"/>
            <a:ext cx="0" cy="726947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D5DB2531-583D-43BD-91F9-A7394536DD72}"/>
              </a:ext>
            </a:extLst>
          </p:cNvPr>
          <p:cNvCxnSpPr>
            <a:cxnSpLocks/>
          </p:cNvCxnSpPr>
          <p:nvPr/>
        </p:nvCxnSpPr>
        <p:spPr>
          <a:xfrm flipV="1">
            <a:off x="6656409" y="1552128"/>
            <a:ext cx="119444" cy="11510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06FC75C9-994C-4A97-9245-98AB2AF32BF1}"/>
              </a:ext>
            </a:extLst>
          </p:cNvPr>
          <p:cNvCxnSpPr>
            <a:cxnSpLocks/>
          </p:cNvCxnSpPr>
          <p:nvPr/>
        </p:nvCxnSpPr>
        <p:spPr>
          <a:xfrm flipV="1">
            <a:off x="6840000" y="555526"/>
            <a:ext cx="0" cy="927470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6473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46F0201-D57F-4095-8EA1-4998F7154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87450" y="843558"/>
            <a:ext cx="6624638" cy="3600400"/>
          </a:xfrm>
        </p:spPr>
        <p:txBody>
          <a:bodyPr/>
          <a:lstStyle/>
          <a:p>
            <a:r>
              <a:rPr lang="en-US" dirty="0"/>
              <a:t>SPECIFIC MODIFICATIONS FOR LINEAR SYSTEMS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39678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Rectángulo 333">
            <a:extLst>
              <a:ext uri="{FF2B5EF4-FFF2-40B4-BE49-F238E27FC236}">
                <a16:creationId xmlns:a16="http://schemas.microsoft.com/office/drawing/2014/main" id="{EDA72B7E-DD10-4A8D-A29C-67B4C9C922BE}"/>
              </a:ext>
            </a:extLst>
          </p:cNvPr>
          <p:cNvSpPr/>
          <p:nvPr/>
        </p:nvSpPr>
        <p:spPr>
          <a:xfrm>
            <a:off x="224971" y="3075806"/>
            <a:ext cx="45719" cy="7959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Conector recto de flecha 184">
            <a:extLst>
              <a:ext uri="{FF2B5EF4-FFF2-40B4-BE49-F238E27FC236}">
                <a16:creationId xmlns:a16="http://schemas.microsoft.com/office/drawing/2014/main" id="{E70A90BD-6C19-42A1-BB4D-0BFE43AE9D86}"/>
              </a:ext>
            </a:extLst>
          </p:cNvPr>
          <p:cNvCxnSpPr>
            <a:cxnSpLocks/>
          </p:cNvCxnSpPr>
          <p:nvPr/>
        </p:nvCxnSpPr>
        <p:spPr>
          <a:xfrm flipH="1" flipV="1">
            <a:off x="365029" y="2737379"/>
            <a:ext cx="1" cy="292344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FA6D84F1-78C5-4D25-B474-4AD563BC9AFD}"/>
              </a:ext>
            </a:extLst>
          </p:cNvPr>
          <p:cNvCxnSpPr>
            <a:cxnSpLocks/>
          </p:cNvCxnSpPr>
          <p:nvPr/>
        </p:nvCxnSpPr>
        <p:spPr>
          <a:xfrm flipH="1">
            <a:off x="364632" y="3184010"/>
            <a:ext cx="1" cy="275336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o 1">
            <a:extLst>
              <a:ext uri="{FF2B5EF4-FFF2-40B4-BE49-F238E27FC236}">
                <a16:creationId xmlns:a16="http://schemas.microsoft.com/office/drawing/2014/main" id="{75C433A6-E4ED-434E-9663-9EDBAF70E7F2}"/>
              </a:ext>
            </a:extLst>
          </p:cNvPr>
          <p:cNvGrpSpPr/>
          <p:nvPr/>
        </p:nvGrpSpPr>
        <p:grpSpPr>
          <a:xfrm>
            <a:off x="251520" y="3015482"/>
            <a:ext cx="8787639" cy="195444"/>
            <a:chOff x="333737" y="3009245"/>
            <a:chExt cx="9353494" cy="236025"/>
          </a:xfrm>
        </p:grpSpPr>
        <p:grpSp>
          <p:nvGrpSpPr>
            <p:cNvPr id="3" name="Group 77">
              <a:extLst>
                <a:ext uri="{FF2B5EF4-FFF2-40B4-BE49-F238E27FC236}">
                  <a16:creationId xmlns:a16="http://schemas.microsoft.com/office/drawing/2014/main" id="{427B9A5A-58A5-423E-B9CC-44B3A3EAF4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3832" y="3011223"/>
              <a:ext cx="1885950" cy="228600"/>
              <a:chOff x="1872" y="2160"/>
              <a:chExt cx="3456" cy="528"/>
            </a:xfrm>
          </p:grpSpPr>
          <p:grpSp>
            <p:nvGrpSpPr>
              <p:cNvPr id="4" name="Group 10">
                <a:extLst>
                  <a:ext uri="{FF2B5EF4-FFF2-40B4-BE49-F238E27FC236}">
                    <a16:creationId xmlns:a16="http://schemas.microsoft.com/office/drawing/2014/main" id="{A4508DC3-E445-4C4F-B4BF-1D98F11F77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45" name="Arc 5">
                  <a:extLst>
                    <a:ext uri="{FF2B5EF4-FFF2-40B4-BE49-F238E27FC236}">
                      <a16:creationId xmlns:a16="http://schemas.microsoft.com/office/drawing/2014/main" id="{3A0CBF5B-7BD5-4AB6-BAB1-62757093EF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6" name="Arc 6">
                  <a:extLst>
                    <a:ext uri="{FF2B5EF4-FFF2-40B4-BE49-F238E27FC236}">
                      <a16:creationId xmlns:a16="http://schemas.microsoft.com/office/drawing/2014/main" id="{8BC5DE0E-278F-4596-83B5-2B295E5DE6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5" name="Group 9">
                <a:extLst>
                  <a:ext uri="{FF2B5EF4-FFF2-40B4-BE49-F238E27FC236}">
                    <a16:creationId xmlns:a16="http://schemas.microsoft.com/office/drawing/2014/main" id="{CAB85BD9-789E-4134-8AC7-5C4E6CC11C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43" name="Arc 7">
                  <a:extLst>
                    <a:ext uri="{FF2B5EF4-FFF2-40B4-BE49-F238E27FC236}">
                      <a16:creationId xmlns:a16="http://schemas.microsoft.com/office/drawing/2014/main" id="{1BAE59FA-6026-4378-9F02-97234239E1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" name="Arc 8">
                  <a:extLst>
                    <a:ext uri="{FF2B5EF4-FFF2-40B4-BE49-F238E27FC236}">
                      <a16:creationId xmlns:a16="http://schemas.microsoft.com/office/drawing/2014/main" id="{E3DCD426-B540-4EFB-B7E4-5FAE85FADD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6" name="Line 12">
                <a:extLst>
                  <a:ext uri="{FF2B5EF4-FFF2-40B4-BE49-F238E27FC236}">
                    <a16:creationId xmlns:a16="http://schemas.microsoft.com/office/drawing/2014/main" id="{DC96CA83-434E-4E2D-8046-FBAB51554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7" name="Group 56">
                <a:extLst>
                  <a:ext uri="{FF2B5EF4-FFF2-40B4-BE49-F238E27FC236}">
                    <a16:creationId xmlns:a16="http://schemas.microsoft.com/office/drawing/2014/main" id="{43AAC5EB-C25B-44E4-B689-E6D315994C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39" name="Line 15">
                  <a:extLst>
                    <a:ext uri="{FF2B5EF4-FFF2-40B4-BE49-F238E27FC236}">
                      <a16:creationId xmlns:a16="http://schemas.microsoft.com/office/drawing/2014/main" id="{C3995371-8007-43D8-8223-5B4977F246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" name="Line 16">
                  <a:extLst>
                    <a:ext uri="{FF2B5EF4-FFF2-40B4-BE49-F238E27FC236}">
                      <a16:creationId xmlns:a16="http://schemas.microsoft.com/office/drawing/2014/main" id="{92DB2B01-2D9C-4BA3-B76F-B228175800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" name="Line 17">
                  <a:extLst>
                    <a:ext uri="{FF2B5EF4-FFF2-40B4-BE49-F238E27FC236}">
                      <a16:creationId xmlns:a16="http://schemas.microsoft.com/office/drawing/2014/main" id="{367E90BE-6562-4A82-AC20-A6FAC2880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2" name="Line 18">
                  <a:extLst>
                    <a:ext uri="{FF2B5EF4-FFF2-40B4-BE49-F238E27FC236}">
                      <a16:creationId xmlns:a16="http://schemas.microsoft.com/office/drawing/2014/main" id="{200B8F51-07A5-467D-A908-D190D7CBC5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8" name="Line 43">
                <a:extLst>
                  <a:ext uri="{FF2B5EF4-FFF2-40B4-BE49-F238E27FC236}">
                    <a16:creationId xmlns:a16="http://schemas.microsoft.com/office/drawing/2014/main" id="{6DCC0198-F0FC-41CE-B568-49647473A5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" name="Line 44">
                <a:extLst>
                  <a:ext uri="{FF2B5EF4-FFF2-40B4-BE49-F238E27FC236}">
                    <a16:creationId xmlns:a16="http://schemas.microsoft.com/office/drawing/2014/main" id="{E9681665-B00D-443F-A7DB-6C0797D5C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" name="Line 45">
                <a:extLst>
                  <a:ext uri="{FF2B5EF4-FFF2-40B4-BE49-F238E27FC236}">
                    <a16:creationId xmlns:a16="http://schemas.microsoft.com/office/drawing/2014/main" id="{4C13B563-5497-4181-BD6A-05DA3030A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" name="Line 46">
                <a:extLst>
                  <a:ext uri="{FF2B5EF4-FFF2-40B4-BE49-F238E27FC236}">
                    <a16:creationId xmlns:a16="http://schemas.microsoft.com/office/drawing/2014/main" id="{BB2D3E74-35CD-41E6-917D-839094FAB6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2" name="Line 47">
                <a:extLst>
                  <a:ext uri="{FF2B5EF4-FFF2-40B4-BE49-F238E27FC236}">
                    <a16:creationId xmlns:a16="http://schemas.microsoft.com/office/drawing/2014/main" id="{80725343-70C5-4082-B675-02046C4B92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3" name="Line 48">
                <a:extLst>
                  <a:ext uri="{FF2B5EF4-FFF2-40B4-BE49-F238E27FC236}">
                    <a16:creationId xmlns:a16="http://schemas.microsoft.com/office/drawing/2014/main" id="{967E91C2-389C-419E-B2FA-965D00455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" name="Line 50">
                <a:extLst>
                  <a:ext uri="{FF2B5EF4-FFF2-40B4-BE49-F238E27FC236}">
                    <a16:creationId xmlns:a16="http://schemas.microsoft.com/office/drawing/2014/main" id="{C6FC4871-B6AF-4F52-B203-5B5F50993E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5" name="Line 51">
                <a:extLst>
                  <a:ext uri="{FF2B5EF4-FFF2-40B4-BE49-F238E27FC236}">
                    <a16:creationId xmlns:a16="http://schemas.microsoft.com/office/drawing/2014/main" id="{00AD0469-5077-4C6C-A3BB-AC313F9E97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" name="Line 52">
                <a:extLst>
                  <a:ext uri="{FF2B5EF4-FFF2-40B4-BE49-F238E27FC236}">
                    <a16:creationId xmlns:a16="http://schemas.microsoft.com/office/drawing/2014/main" id="{D8D96CD6-3C3C-4DB2-B7F7-D84BC72F4A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" name="AutoShape 53" descr="Wide downward diagonal">
                <a:extLst>
                  <a:ext uri="{FF2B5EF4-FFF2-40B4-BE49-F238E27FC236}">
                    <a16:creationId xmlns:a16="http://schemas.microsoft.com/office/drawing/2014/main" id="{680DAA6C-2A35-420E-8553-B37DCD81A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8" name="AutoShape 54" descr="Wide downward diagonal">
                <a:extLst>
                  <a:ext uri="{FF2B5EF4-FFF2-40B4-BE49-F238E27FC236}">
                    <a16:creationId xmlns:a16="http://schemas.microsoft.com/office/drawing/2014/main" id="{1506FB64-7E06-485C-B78C-8F8D46194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9" name="Group 57">
                <a:extLst>
                  <a:ext uri="{FF2B5EF4-FFF2-40B4-BE49-F238E27FC236}">
                    <a16:creationId xmlns:a16="http://schemas.microsoft.com/office/drawing/2014/main" id="{E377CBF8-ABBE-450A-A3A1-CD4BFEF89A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35" name="Line 58">
                  <a:extLst>
                    <a:ext uri="{FF2B5EF4-FFF2-40B4-BE49-F238E27FC236}">
                      <a16:creationId xmlns:a16="http://schemas.microsoft.com/office/drawing/2014/main" id="{622ED985-A2F2-4BE8-9F77-9E1BBF9160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6" name="Line 59">
                  <a:extLst>
                    <a:ext uri="{FF2B5EF4-FFF2-40B4-BE49-F238E27FC236}">
                      <a16:creationId xmlns:a16="http://schemas.microsoft.com/office/drawing/2014/main" id="{3F953F05-8B3F-42E7-B081-D51084642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7" name="Line 60">
                  <a:extLst>
                    <a:ext uri="{FF2B5EF4-FFF2-40B4-BE49-F238E27FC236}">
                      <a16:creationId xmlns:a16="http://schemas.microsoft.com/office/drawing/2014/main" id="{22D0FC71-E1AF-4D3D-A27A-5FD9574297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8" name="Line 61">
                  <a:extLst>
                    <a:ext uri="{FF2B5EF4-FFF2-40B4-BE49-F238E27FC236}">
                      <a16:creationId xmlns:a16="http://schemas.microsoft.com/office/drawing/2014/main" id="{A9B568AB-20E4-4307-9D86-1C3422C870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0" name="Group 62">
                <a:extLst>
                  <a:ext uri="{FF2B5EF4-FFF2-40B4-BE49-F238E27FC236}">
                    <a16:creationId xmlns:a16="http://schemas.microsoft.com/office/drawing/2014/main" id="{3A282A75-5496-41E8-9AB5-F8E4BA859F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31" name="Line 63">
                  <a:extLst>
                    <a:ext uri="{FF2B5EF4-FFF2-40B4-BE49-F238E27FC236}">
                      <a16:creationId xmlns:a16="http://schemas.microsoft.com/office/drawing/2014/main" id="{84AFF24A-8759-47F4-9D2B-4274ADE310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" name="Line 64">
                  <a:extLst>
                    <a:ext uri="{FF2B5EF4-FFF2-40B4-BE49-F238E27FC236}">
                      <a16:creationId xmlns:a16="http://schemas.microsoft.com/office/drawing/2014/main" id="{DB018066-6B0E-441F-9E6C-82771043B3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3" name="Line 65">
                  <a:extLst>
                    <a:ext uri="{FF2B5EF4-FFF2-40B4-BE49-F238E27FC236}">
                      <a16:creationId xmlns:a16="http://schemas.microsoft.com/office/drawing/2014/main" id="{B4E14B46-1D84-4B88-A47F-B7F45EEB27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4" name="Line 66">
                  <a:extLst>
                    <a:ext uri="{FF2B5EF4-FFF2-40B4-BE49-F238E27FC236}">
                      <a16:creationId xmlns:a16="http://schemas.microsoft.com/office/drawing/2014/main" id="{7C55C04F-38B2-4475-8185-22CFB692B1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1" name="Group 67">
                <a:extLst>
                  <a:ext uri="{FF2B5EF4-FFF2-40B4-BE49-F238E27FC236}">
                    <a16:creationId xmlns:a16="http://schemas.microsoft.com/office/drawing/2014/main" id="{9B562D04-AF6F-483B-8CB2-D48EC3511D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7" name="Line 68">
                  <a:extLst>
                    <a:ext uri="{FF2B5EF4-FFF2-40B4-BE49-F238E27FC236}">
                      <a16:creationId xmlns:a16="http://schemas.microsoft.com/office/drawing/2014/main" id="{DE00A8AB-CA8F-4977-9CF0-64D84FE3BA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" name="Line 69">
                  <a:extLst>
                    <a:ext uri="{FF2B5EF4-FFF2-40B4-BE49-F238E27FC236}">
                      <a16:creationId xmlns:a16="http://schemas.microsoft.com/office/drawing/2014/main" id="{576B0717-7758-411F-894E-D5BE455B41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A7D8C475-295F-4E1A-BBDF-699F18BFB4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0" name="Line 71">
                  <a:extLst>
                    <a:ext uri="{FF2B5EF4-FFF2-40B4-BE49-F238E27FC236}">
                      <a16:creationId xmlns:a16="http://schemas.microsoft.com/office/drawing/2014/main" id="{2FF08205-5527-440C-8C3B-B62C1D0936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" name="Group 72">
                <a:extLst>
                  <a:ext uri="{FF2B5EF4-FFF2-40B4-BE49-F238E27FC236}">
                    <a16:creationId xmlns:a16="http://schemas.microsoft.com/office/drawing/2014/main" id="{3A9D7441-5B58-4DE3-96F3-58A37BF2B0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3" name="Line 73">
                  <a:extLst>
                    <a:ext uri="{FF2B5EF4-FFF2-40B4-BE49-F238E27FC236}">
                      <a16:creationId xmlns:a16="http://schemas.microsoft.com/office/drawing/2014/main" id="{94A6C4EA-F544-4403-8509-08B68DE670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" name="Line 74">
                  <a:extLst>
                    <a:ext uri="{FF2B5EF4-FFF2-40B4-BE49-F238E27FC236}">
                      <a16:creationId xmlns:a16="http://schemas.microsoft.com/office/drawing/2014/main" id="{60C66506-2377-4B4D-AEC3-9C4800BF96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5" name="Line 75">
                  <a:extLst>
                    <a:ext uri="{FF2B5EF4-FFF2-40B4-BE49-F238E27FC236}">
                      <a16:creationId xmlns:a16="http://schemas.microsoft.com/office/drawing/2014/main" id="{77CAE46B-1320-4D2B-8EF9-039B434C05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" name="Line 76">
                  <a:extLst>
                    <a:ext uri="{FF2B5EF4-FFF2-40B4-BE49-F238E27FC236}">
                      <a16:creationId xmlns:a16="http://schemas.microsoft.com/office/drawing/2014/main" id="{50D5E31D-618A-449B-8473-E5A94ED923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47" name="Group 77">
              <a:extLst>
                <a:ext uri="{FF2B5EF4-FFF2-40B4-BE49-F238E27FC236}">
                  <a16:creationId xmlns:a16="http://schemas.microsoft.com/office/drawing/2014/main" id="{74108F16-FC0C-49FD-B661-DD9EE53587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9111" y="3012503"/>
              <a:ext cx="1885950" cy="228600"/>
              <a:chOff x="1872" y="2160"/>
              <a:chExt cx="3456" cy="528"/>
            </a:xfrm>
          </p:grpSpPr>
          <p:grpSp>
            <p:nvGrpSpPr>
              <p:cNvPr id="48" name="Group 10">
                <a:extLst>
                  <a:ext uri="{FF2B5EF4-FFF2-40B4-BE49-F238E27FC236}">
                    <a16:creationId xmlns:a16="http://schemas.microsoft.com/office/drawing/2014/main" id="{B13B6B9B-36BD-4F93-9D1E-C61E23709D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89" name="Arc 5">
                  <a:extLst>
                    <a:ext uri="{FF2B5EF4-FFF2-40B4-BE49-F238E27FC236}">
                      <a16:creationId xmlns:a16="http://schemas.microsoft.com/office/drawing/2014/main" id="{68BA63F1-6DF5-4A51-BB13-C60D8AABD5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90" name="Arc 6">
                  <a:extLst>
                    <a:ext uri="{FF2B5EF4-FFF2-40B4-BE49-F238E27FC236}">
                      <a16:creationId xmlns:a16="http://schemas.microsoft.com/office/drawing/2014/main" id="{A1067F58-8B5A-4955-90FC-0952C4AE26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49" name="Group 9">
                <a:extLst>
                  <a:ext uri="{FF2B5EF4-FFF2-40B4-BE49-F238E27FC236}">
                    <a16:creationId xmlns:a16="http://schemas.microsoft.com/office/drawing/2014/main" id="{CD3EFBF8-83A0-4CF9-A3CD-DB8E67A153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87" name="Arc 7">
                  <a:extLst>
                    <a:ext uri="{FF2B5EF4-FFF2-40B4-BE49-F238E27FC236}">
                      <a16:creationId xmlns:a16="http://schemas.microsoft.com/office/drawing/2014/main" id="{947A8E94-0831-449A-9895-3B45D07D5C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88" name="Arc 8">
                  <a:extLst>
                    <a:ext uri="{FF2B5EF4-FFF2-40B4-BE49-F238E27FC236}">
                      <a16:creationId xmlns:a16="http://schemas.microsoft.com/office/drawing/2014/main" id="{E13462E0-060F-4846-829A-1EC1408B24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50" name="Line 12">
                <a:extLst>
                  <a:ext uri="{FF2B5EF4-FFF2-40B4-BE49-F238E27FC236}">
                    <a16:creationId xmlns:a16="http://schemas.microsoft.com/office/drawing/2014/main" id="{06E33F54-1FE4-437A-BB18-4B528D147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51" name="Group 56">
                <a:extLst>
                  <a:ext uri="{FF2B5EF4-FFF2-40B4-BE49-F238E27FC236}">
                    <a16:creationId xmlns:a16="http://schemas.microsoft.com/office/drawing/2014/main" id="{D889849C-9EA5-4EE2-AECD-28CBF5237C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83" name="Line 15">
                  <a:extLst>
                    <a:ext uri="{FF2B5EF4-FFF2-40B4-BE49-F238E27FC236}">
                      <a16:creationId xmlns:a16="http://schemas.microsoft.com/office/drawing/2014/main" id="{CD9FF0B6-4FC0-42A6-8BCF-8E6012A7F8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4" name="Line 16">
                  <a:extLst>
                    <a:ext uri="{FF2B5EF4-FFF2-40B4-BE49-F238E27FC236}">
                      <a16:creationId xmlns:a16="http://schemas.microsoft.com/office/drawing/2014/main" id="{A3D39CA4-95C4-4CB9-822C-6B78F2CC2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5" name="Line 17">
                  <a:extLst>
                    <a:ext uri="{FF2B5EF4-FFF2-40B4-BE49-F238E27FC236}">
                      <a16:creationId xmlns:a16="http://schemas.microsoft.com/office/drawing/2014/main" id="{1B77DFAB-D1A6-4540-8AB2-7DC1B612C8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6" name="Line 18">
                  <a:extLst>
                    <a:ext uri="{FF2B5EF4-FFF2-40B4-BE49-F238E27FC236}">
                      <a16:creationId xmlns:a16="http://schemas.microsoft.com/office/drawing/2014/main" id="{8B823563-3978-418A-AAC0-A95C889970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52" name="Line 43">
                <a:extLst>
                  <a:ext uri="{FF2B5EF4-FFF2-40B4-BE49-F238E27FC236}">
                    <a16:creationId xmlns:a16="http://schemas.microsoft.com/office/drawing/2014/main" id="{8AEB6FB6-A9FC-40B5-BFA2-00BF55648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" name="Line 44">
                <a:extLst>
                  <a:ext uri="{FF2B5EF4-FFF2-40B4-BE49-F238E27FC236}">
                    <a16:creationId xmlns:a16="http://schemas.microsoft.com/office/drawing/2014/main" id="{F49102F1-F3BD-44F2-BE41-545708D5CA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4" name="Line 45">
                <a:extLst>
                  <a:ext uri="{FF2B5EF4-FFF2-40B4-BE49-F238E27FC236}">
                    <a16:creationId xmlns:a16="http://schemas.microsoft.com/office/drawing/2014/main" id="{B4906DF4-E045-4A33-9961-D71138240D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5" name="Line 46">
                <a:extLst>
                  <a:ext uri="{FF2B5EF4-FFF2-40B4-BE49-F238E27FC236}">
                    <a16:creationId xmlns:a16="http://schemas.microsoft.com/office/drawing/2014/main" id="{4976B827-D836-4FB5-B001-A71D4CEEA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6" name="Line 47">
                <a:extLst>
                  <a:ext uri="{FF2B5EF4-FFF2-40B4-BE49-F238E27FC236}">
                    <a16:creationId xmlns:a16="http://schemas.microsoft.com/office/drawing/2014/main" id="{651ABC65-B332-457E-B12D-FF06A1BC3C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" name="Line 48">
                <a:extLst>
                  <a:ext uri="{FF2B5EF4-FFF2-40B4-BE49-F238E27FC236}">
                    <a16:creationId xmlns:a16="http://schemas.microsoft.com/office/drawing/2014/main" id="{F6BC7C03-BC59-425A-9567-736AB5B65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" name="Line 50">
                <a:extLst>
                  <a:ext uri="{FF2B5EF4-FFF2-40B4-BE49-F238E27FC236}">
                    <a16:creationId xmlns:a16="http://schemas.microsoft.com/office/drawing/2014/main" id="{F9693EB0-59A5-4780-AB86-AB200E6982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9" name="Line 51">
                <a:extLst>
                  <a:ext uri="{FF2B5EF4-FFF2-40B4-BE49-F238E27FC236}">
                    <a16:creationId xmlns:a16="http://schemas.microsoft.com/office/drawing/2014/main" id="{29923DC8-80F4-4E5F-82B3-47F8E9C12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0" name="Line 52">
                <a:extLst>
                  <a:ext uri="{FF2B5EF4-FFF2-40B4-BE49-F238E27FC236}">
                    <a16:creationId xmlns:a16="http://schemas.microsoft.com/office/drawing/2014/main" id="{A5D023BF-2479-4107-AD72-A6B409952F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1" name="AutoShape 53" descr="Wide downward diagonal">
                <a:extLst>
                  <a:ext uri="{FF2B5EF4-FFF2-40B4-BE49-F238E27FC236}">
                    <a16:creationId xmlns:a16="http://schemas.microsoft.com/office/drawing/2014/main" id="{73328271-E963-4D8C-8199-0E0131E0C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62" name="AutoShape 54" descr="Wide downward diagonal">
                <a:extLst>
                  <a:ext uri="{FF2B5EF4-FFF2-40B4-BE49-F238E27FC236}">
                    <a16:creationId xmlns:a16="http://schemas.microsoft.com/office/drawing/2014/main" id="{08F410EF-1154-4487-A26B-CDE7E4042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63" name="Group 57">
                <a:extLst>
                  <a:ext uri="{FF2B5EF4-FFF2-40B4-BE49-F238E27FC236}">
                    <a16:creationId xmlns:a16="http://schemas.microsoft.com/office/drawing/2014/main" id="{9F40ED7B-0EB0-400A-9C28-5A091C5BDB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79" name="Line 58">
                  <a:extLst>
                    <a:ext uri="{FF2B5EF4-FFF2-40B4-BE49-F238E27FC236}">
                      <a16:creationId xmlns:a16="http://schemas.microsoft.com/office/drawing/2014/main" id="{EBC81EFD-C586-4180-A74D-2A9115EA1A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0" name="Line 59">
                  <a:extLst>
                    <a:ext uri="{FF2B5EF4-FFF2-40B4-BE49-F238E27FC236}">
                      <a16:creationId xmlns:a16="http://schemas.microsoft.com/office/drawing/2014/main" id="{42C93F10-E239-414C-BF44-881B3B8437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1" name="Line 60">
                  <a:extLst>
                    <a:ext uri="{FF2B5EF4-FFF2-40B4-BE49-F238E27FC236}">
                      <a16:creationId xmlns:a16="http://schemas.microsoft.com/office/drawing/2014/main" id="{4D04A4E7-A8E5-4530-826C-34C188D6FF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2" name="Line 61">
                  <a:extLst>
                    <a:ext uri="{FF2B5EF4-FFF2-40B4-BE49-F238E27FC236}">
                      <a16:creationId xmlns:a16="http://schemas.microsoft.com/office/drawing/2014/main" id="{1CCBB668-568F-4AD2-8B3E-2B5CC6F3B0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4" name="Group 62">
                <a:extLst>
                  <a:ext uri="{FF2B5EF4-FFF2-40B4-BE49-F238E27FC236}">
                    <a16:creationId xmlns:a16="http://schemas.microsoft.com/office/drawing/2014/main" id="{4A413A78-9CAC-460E-81EE-8A3DBA4E7A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75" name="Line 63">
                  <a:extLst>
                    <a:ext uri="{FF2B5EF4-FFF2-40B4-BE49-F238E27FC236}">
                      <a16:creationId xmlns:a16="http://schemas.microsoft.com/office/drawing/2014/main" id="{A542F2A2-5991-4B74-9DE3-D676AA0A82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6" name="Line 64">
                  <a:extLst>
                    <a:ext uri="{FF2B5EF4-FFF2-40B4-BE49-F238E27FC236}">
                      <a16:creationId xmlns:a16="http://schemas.microsoft.com/office/drawing/2014/main" id="{E2B48CAD-B54A-47F6-A171-211D27643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7" name="Line 65">
                  <a:extLst>
                    <a:ext uri="{FF2B5EF4-FFF2-40B4-BE49-F238E27FC236}">
                      <a16:creationId xmlns:a16="http://schemas.microsoft.com/office/drawing/2014/main" id="{97EB65D2-CD45-4DBC-9BEE-6C2139277B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8" name="Line 66">
                  <a:extLst>
                    <a:ext uri="{FF2B5EF4-FFF2-40B4-BE49-F238E27FC236}">
                      <a16:creationId xmlns:a16="http://schemas.microsoft.com/office/drawing/2014/main" id="{B6EB2FA7-D3A3-46F0-AB4A-1B463440EB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5" name="Group 67">
                <a:extLst>
                  <a:ext uri="{FF2B5EF4-FFF2-40B4-BE49-F238E27FC236}">
                    <a16:creationId xmlns:a16="http://schemas.microsoft.com/office/drawing/2014/main" id="{F6EA329E-7003-4FF4-ADBE-3F21926D0E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71" name="Line 68">
                  <a:extLst>
                    <a:ext uri="{FF2B5EF4-FFF2-40B4-BE49-F238E27FC236}">
                      <a16:creationId xmlns:a16="http://schemas.microsoft.com/office/drawing/2014/main" id="{7B66C20F-73E9-4E7C-9359-66ED85D24D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2" name="Line 69">
                  <a:extLst>
                    <a:ext uri="{FF2B5EF4-FFF2-40B4-BE49-F238E27FC236}">
                      <a16:creationId xmlns:a16="http://schemas.microsoft.com/office/drawing/2014/main" id="{D2701A5D-022B-4E72-A971-40E1DE2FBC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3" name="Line 70">
                  <a:extLst>
                    <a:ext uri="{FF2B5EF4-FFF2-40B4-BE49-F238E27FC236}">
                      <a16:creationId xmlns:a16="http://schemas.microsoft.com/office/drawing/2014/main" id="{DE310500-EB95-4A4B-8CB4-29638ECC9E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4" name="Line 71">
                  <a:extLst>
                    <a:ext uri="{FF2B5EF4-FFF2-40B4-BE49-F238E27FC236}">
                      <a16:creationId xmlns:a16="http://schemas.microsoft.com/office/drawing/2014/main" id="{A2101B2D-8C6B-432C-9134-04C8C03975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6" name="Group 72">
                <a:extLst>
                  <a:ext uri="{FF2B5EF4-FFF2-40B4-BE49-F238E27FC236}">
                    <a16:creationId xmlns:a16="http://schemas.microsoft.com/office/drawing/2014/main" id="{3D47904C-2797-4916-8BF3-3084F456BB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67" name="Line 73">
                  <a:extLst>
                    <a:ext uri="{FF2B5EF4-FFF2-40B4-BE49-F238E27FC236}">
                      <a16:creationId xmlns:a16="http://schemas.microsoft.com/office/drawing/2014/main" id="{4C8F99FE-1515-4180-8120-BC844D455E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8" name="Line 74">
                  <a:extLst>
                    <a:ext uri="{FF2B5EF4-FFF2-40B4-BE49-F238E27FC236}">
                      <a16:creationId xmlns:a16="http://schemas.microsoft.com/office/drawing/2014/main" id="{FC28D43F-E1DD-4074-812D-E2F03AD808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9" name="Line 75">
                  <a:extLst>
                    <a:ext uri="{FF2B5EF4-FFF2-40B4-BE49-F238E27FC236}">
                      <a16:creationId xmlns:a16="http://schemas.microsoft.com/office/drawing/2014/main" id="{D8AB5095-BFDD-475B-9CA5-E7AD2A9167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0" name="Line 76">
                  <a:extLst>
                    <a:ext uri="{FF2B5EF4-FFF2-40B4-BE49-F238E27FC236}">
                      <a16:creationId xmlns:a16="http://schemas.microsoft.com/office/drawing/2014/main" id="{A06305CA-6C0A-4CC1-BE45-2D2882E0FE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91" name="Group 77">
              <a:extLst>
                <a:ext uri="{FF2B5EF4-FFF2-40B4-BE49-F238E27FC236}">
                  <a16:creationId xmlns:a16="http://schemas.microsoft.com/office/drawing/2014/main" id="{D9348F2A-414F-430D-ABEF-C02AB886F693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333737" y="3009245"/>
              <a:ext cx="1885950" cy="228600"/>
              <a:chOff x="1872" y="2160"/>
              <a:chExt cx="3456" cy="528"/>
            </a:xfrm>
          </p:grpSpPr>
          <p:grpSp>
            <p:nvGrpSpPr>
              <p:cNvPr id="92" name="Group 10">
                <a:extLst>
                  <a:ext uri="{FF2B5EF4-FFF2-40B4-BE49-F238E27FC236}">
                    <a16:creationId xmlns:a16="http://schemas.microsoft.com/office/drawing/2014/main" id="{50CCEC5D-4999-4C0D-A730-2A21090296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133" name="Arc 5">
                  <a:extLst>
                    <a:ext uri="{FF2B5EF4-FFF2-40B4-BE49-F238E27FC236}">
                      <a16:creationId xmlns:a16="http://schemas.microsoft.com/office/drawing/2014/main" id="{271EE402-80F0-4147-853B-9191512891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4" name="Arc 6">
                  <a:extLst>
                    <a:ext uri="{FF2B5EF4-FFF2-40B4-BE49-F238E27FC236}">
                      <a16:creationId xmlns:a16="http://schemas.microsoft.com/office/drawing/2014/main" id="{23041494-9D79-4EB7-BC4F-E037D0899F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93" name="Group 9">
                <a:extLst>
                  <a:ext uri="{FF2B5EF4-FFF2-40B4-BE49-F238E27FC236}">
                    <a16:creationId xmlns:a16="http://schemas.microsoft.com/office/drawing/2014/main" id="{A68EEAB9-771F-410E-9BD3-F4B964B051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131" name="Arc 7">
                  <a:extLst>
                    <a:ext uri="{FF2B5EF4-FFF2-40B4-BE49-F238E27FC236}">
                      <a16:creationId xmlns:a16="http://schemas.microsoft.com/office/drawing/2014/main" id="{06A43F26-1BC4-45EE-A6FF-09EC09E338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2" name="Arc 8">
                  <a:extLst>
                    <a:ext uri="{FF2B5EF4-FFF2-40B4-BE49-F238E27FC236}">
                      <a16:creationId xmlns:a16="http://schemas.microsoft.com/office/drawing/2014/main" id="{5CCC99F3-053B-482B-A377-A0BC444E3B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94" name="Line 12">
                <a:extLst>
                  <a:ext uri="{FF2B5EF4-FFF2-40B4-BE49-F238E27FC236}">
                    <a16:creationId xmlns:a16="http://schemas.microsoft.com/office/drawing/2014/main" id="{196B036E-9C59-4CA1-A270-4AF8F79F4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95" name="Group 56">
                <a:extLst>
                  <a:ext uri="{FF2B5EF4-FFF2-40B4-BE49-F238E27FC236}">
                    <a16:creationId xmlns:a16="http://schemas.microsoft.com/office/drawing/2014/main" id="{3864A783-A7C9-4F15-B9C8-2EDD39565A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127" name="Line 15">
                  <a:extLst>
                    <a:ext uri="{FF2B5EF4-FFF2-40B4-BE49-F238E27FC236}">
                      <a16:creationId xmlns:a16="http://schemas.microsoft.com/office/drawing/2014/main" id="{85687701-4CBA-48A7-BD07-4F7A236CBB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8" name="Line 16">
                  <a:extLst>
                    <a:ext uri="{FF2B5EF4-FFF2-40B4-BE49-F238E27FC236}">
                      <a16:creationId xmlns:a16="http://schemas.microsoft.com/office/drawing/2014/main" id="{E0DD94A9-D0B2-4DD3-BF7C-E3F19DC9F9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9" name="Line 17">
                  <a:extLst>
                    <a:ext uri="{FF2B5EF4-FFF2-40B4-BE49-F238E27FC236}">
                      <a16:creationId xmlns:a16="http://schemas.microsoft.com/office/drawing/2014/main" id="{9EEA98A0-AC72-4F91-8CD5-5169F50866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30" name="Line 18">
                  <a:extLst>
                    <a:ext uri="{FF2B5EF4-FFF2-40B4-BE49-F238E27FC236}">
                      <a16:creationId xmlns:a16="http://schemas.microsoft.com/office/drawing/2014/main" id="{AF69DC25-B49D-4832-A5C9-390AFB4D12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96" name="Line 43">
                <a:extLst>
                  <a:ext uri="{FF2B5EF4-FFF2-40B4-BE49-F238E27FC236}">
                    <a16:creationId xmlns:a16="http://schemas.microsoft.com/office/drawing/2014/main" id="{F2875A7A-E7BB-41DE-9E08-DFAEE082E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7" name="Line 44">
                <a:extLst>
                  <a:ext uri="{FF2B5EF4-FFF2-40B4-BE49-F238E27FC236}">
                    <a16:creationId xmlns:a16="http://schemas.microsoft.com/office/drawing/2014/main" id="{79CB4FC4-7531-48DC-883A-3D86272040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8" name="Line 45">
                <a:extLst>
                  <a:ext uri="{FF2B5EF4-FFF2-40B4-BE49-F238E27FC236}">
                    <a16:creationId xmlns:a16="http://schemas.microsoft.com/office/drawing/2014/main" id="{E21BEC4C-2929-4BC2-9995-CDE7A07247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9" name="Line 46">
                <a:extLst>
                  <a:ext uri="{FF2B5EF4-FFF2-40B4-BE49-F238E27FC236}">
                    <a16:creationId xmlns:a16="http://schemas.microsoft.com/office/drawing/2014/main" id="{F548EEBB-2D20-46B1-AF56-208932F03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0" name="Line 47">
                <a:extLst>
                  <a:ext uri="{FF2B5EF4-FFF2-40B4-BE49-F238E27FC236}">
                    <a16:creationId xmlns:a16="http://schemas.microsoft.com/office/drawing/2014/main" id="{81CC1977-BB8A-45A8-9B18-B57311D551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1" name="Line 48">
                <a:extLst>
                  <a:ext uri="{FF2B5EF4-FFF2-40B4-BE49-F238E27FC236}">
                    <a16:creationId xmlns:a16="http://schemas.microsoft.com/office/drawing/2014/main" id="{EF71754A-FB61-4220-8855-C424D9CC41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2" name="Line 50">
                <a:extLst>
                  <a:ext uri="{FF2B5EF4-FFF2-40B4-BE49-F238E27FC236}">
                    <a16:creationId xmlns:a16="http://schemas.microsoft.com/office/drawing/2014/main" id="{05F25472-20CB-438D-B793-6E87F42FB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3" name="Line 51">
                <a:extLst>
                  <a:ext uri="{FF2B5EF4-FFF2-40B4-BE49-F238E27FC236}">
                    <a16:creationId xmlns:a16="http://schemas.microsoft.com/office/drawing/2014/main" id="{CABF8106-498B-4C27-A872-3B90DE6CE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4" name="Line 52">
                <a:extLst>
                  <a:ext uri="{FF2B5EF4-FFF2-40B4-BE49-F238E27FC236}">
                    <a16:creationId xmlns:a16="http://schemas.microsoft.com/office/drawing/2014/main" id="{8B6FD917-BDA4-4C8C-896F-BF1ACCCCA0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5" name="AutoShape 53" descr="Wide downward diagonal">
                <a:extLst>
                  <a:ext uri="{FF2B5EF4-FFF2-40B4-BE49-F238E27FC236}">
                    <a16:creationId xmlns:a16="http://schemas.microsoft.com/office/drawing/2014/main" id="{36EEFF33-D2EE-40BB-8655-8D4EEF8B49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06" name="AutoShape 54" descr="Wide downward diagonal">
                <a:extLst>
                  <a:ext uri="{FF2B5EF4-FFF2-40B4-BE49-F238E27FC236}">
                    <a16:creationId xmlns:a16="http://schemas.microsoft.com/office/drawing/2014/main" id="{69D7D0A2-0938-408B-9048-64DCF083B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07" name="Group 57">
                <a:extLst>
                  <a:ext uri="{FF2B5EF4-FFF2-40B4-BE49-F238E27FC236}">
                    <a16:creationId xmlns:a16="http://schemas.microsoft.com/office/drawing/2014/main" id="{300B04F8-1CDA-43D4-99AB-73949F62DF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123" name="Line 58">
                  <a:extLst>
                    <a:ext uri="{FF2B5EF4-FFF2-40B4-BE49-F238E27FC236}">
                      <a16:creationId xmlns:a16="http://schemas.microsoft.com/office/drawing/2014/main" id="{1DF59556-578A-4E37-8188-5234B9F06B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4" name="Line 59">
                  <a:extLst>
                    <a:ext uri="{FF2B5EF4-FFF2-40B4-BE49-F238E27FC236}">
                      <a16:creationId xmlns:a16="http://schemas.microsoft.com/office/drawing/2014/main" id="{FF9DB8D6-080A-4102-B198-4AD957B99A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5" name="Line 60">
                  <a:extLst>
                    <a:ext uri="{FF2B5EF4-FFF2-40B4-BE49-F238E27FC236}">
                      <a16:creationId xmlns:a16="http://schemas.microsoft.com/office/drawing/2014/main" id="{E9DE33AD-EBFD-43F0-8482-A4F22BA593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6" name="Line 61">
                  <a:extLst>
                    <a:ext uri="{FF2B5EF4-FFF2-40B4-BE49-F238E27FC236}">
                      <a16:creationId xmlns:a16="http://schemas.microsoft.com/office/drawing/2014/main" id="{E6B94BA4-2E40-4A32-8121-FF7BA44377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8" name="Group 62">
                <a:extLst>
                  <a:ext uri="{FF2B5EF4-FFF2-40B4-BE49-F238E27FC236}">
                    <a16:creationId xmlns:a16="http://schemas.microsoft.com/office/drawing/2014/main" id="{ECCEA954-96EE-435F-AF0C-2AC2A32DB9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119" name="Line 63">
                  <a:extLst>
                    <a:ext uri="{FF2B5EF4-FFF2-40B4-BE49-F238E27FC236}">
                      <a16:creationId xmlns:a16="http://schemas.microsoft.com/office/drawing/2014/main" id="{0E78BE06-AC13-4B91-93CF-47CB4A4C47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0" name="Line 64">
                  <a:extLst>
                    <a:ext uri="{FF2B5EF4-FFF2-40B4-BE49-F238E27FC236}">
                      <a16:creationId xmlns:a16="http://schemas.microsoft.com/office/drawing/2014/main" id="{F253D55C-39DE-43D0-9EA8-1BF0E47294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1" name="Line 65">
                  <a:extLst>
                    <a:ext uri="{FF2B5EF4-FFF2-40B4-BE49-F238E27FC236}">
                      <a16:creationId xmlns:a16="http://schemas.microsoft.com/office/drawing/2014/main" id="{4CA9FD4F-8C4E-420C-A941-90CE36E95C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2" name="Line 66">
                  <a:extLst>
                    <a:ext uri="{FF2B5EF4-FFF2-40B4-BE49-F238E27FC236}">
                      <a16:creationId xmlns:a16="http://schemas.microsoft.com/office/drawing/2014/main" id="{2A2CD4C3-A7E4-4859-B866-0C2493D531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9" name="Group 67">
                <a:extLst>
                  <a:ext uri="{FF2B5EF4-FFF2-40B4-BE49-F238E27FC236}">
                    <a16:creationId xmlns:a16="http://schemas.microsoft.com/office/drawing/2014/main" id="{48117412-D296-4C60-8E98-E25022A7BD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115" name="Line 68">
                  <a:extLst>
                    <a:ext uri="{FF2B5EF4-FFF2-40B4-BE49-F238E27FC236}">
                      <a16:creationId xmlns:a16="http://schemas.microsoft.com/office/drawing/2014/main" id="{158827B4-4D36-44CD-94A1-C9F19F965A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6" name="Line 69">
                  <a:extLst>
                    <a:ext uri="{FF2B5EF4-FFF2-40B4-BE49-F238E27FC236}">
                      <a16:creationId xmlns:a16="http://schemas.microsoft.com/office/drawing/2014/main" id="{E6F19F08-BE55-4950-ACCD-BD093C1C35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7" name="Line 70">
                  <a:extLst>
                    <a:ext uri="{FF2B5EF4-FFF2-40B4-BE49-F238E27FC236}">
                      <a16:creationId xmlns:a16="http://schemas.microsoft.com/office/drawing/2014/main" id="{6E12FE96-4B17-4357-9107-7A77B4982C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8" name="Line 71">
                  <a:extLst>
                    <a:ext uri="{FF2B5EF4-FFF2-40B4-BE49-F238E27FC236}">
                      <a16:creationId xmlns:a16="http://schemas.microsoft.com/office/drawing/2014/main" id="{985CF519-0239-43AD-A4D1-AA88F4C38A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10" name="Group 72">
                <a:extLst>
                  <a:ext uri="{FF2B5EF4-FFF2-40B4-BE49-F238E27FC236}">
                    <a16:creationId xmlns:a16="http://schemas.microsoft.com/office/drawing/2014/main" id="{C76BC46D-150E-4DFD-BE7D-139541DF53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111" name="Line 73">
                  <a:extLst>
                    <a:ext uri="{FF2B5EF4-FFF2-40B4-BE49-F238E27FC236}">
                      <a16:creationId xmlns:a16="http://schemas.microsoft.com/office/drawing/2014/main" id="{8D3ABAA6-BEDE-42CA-B175-76D3F0CB3A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2" name="Line 74">
                  <a:extLst>
                    <a:ext uri="{FF2B5EF4-FFF2-40B4-BE49-F238E27FC236}">
                      <a16:creationId xmlns:a16="http://schemas.microsoft.com/office/drawing/2014/main" id="{1715D152-0F7E-4EB8-8921-971DA9E71E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3" name="Line 75">
                  <a:extLst>
                    <a:ext uri="{FF2B5EF4-FFF2-40B4-BE49-F238E27FC236}">
                      <a16:creationId xmlns:a16="http://schemas.microsoft.com/office/drawing/2014/main" id="{4839D98D-3346-41AA-821D-1CE1DF260D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4" name="Line 76">
                  <a:extLst>
                    <a:ext uri="{FF2B5EF4-FFF2-40B4-BE49-F238E27FC236}">
                      <a16:creationId xmlns:a16="http://schemas.microsoft.com/office/drawing/2014/main" id="{FEB7D4B3-28E2-44D4-B62D-456701061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79" name="Grupo 178">
              <a:extLst>
                <a:ext uri="{FF2B5EF4-FFF2-40B4-BE49-F238E27FC236}">
                  <a16:creationId xmlns:a16="http://schemas.microsoft.com/office/drawing/2014/main" id="{1AB806D3-6F27-4406-B95D-0465A512CEA9}"/>
                </a:ext>
              </a:extLst>
            </p:cNvPr>
            <p:cNvGrpSpPr/>
            <p:nvPr/>
          </p:nvGrpSpPr>
          <p:grpSpPr>
            <a:xfrm rot="10800000">
              <a:off x="4067944" y="3016670"/>
              <a:ext cx="231924" cy="228600"/>
              <a:chOff x="5643563" y="1257300"/>
              <a:chExt cx="231924" cy="228600"/>
            </a:xfrm>
          </p:grpSpPr>
          <p:sp>
            <p:nvSpPr>
              <p:cNvPr id="140" name="Line 43">
                <a:extLst>
                  <a:ext uri="{FF2B5EF4-FFF2-40B4-BE49-F238E27FC236}">
                    <a16:creationId xmlns:a16="http://schemas.microsoft.com/office/drawing/2014/main" id="{9BB72249-4331-48B6-BE6F-F6EBFC70A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21462" y="1279381"/>
                <a:ext cx="0" cy="184439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1" name="Line 44">
                <a:extLst>
                  <a:ext uri="{FF2B5EF4-FFF2-40B4-BE49-F238E27FC236}">
                    <a16:creationId xmlns:a16="http://schemas.microsoft.com/office/drawing/2014/main" id="{CDB85C93-21C7-44C0-8D7C-D9FCB7D59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74531" y="1278082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2" name="Line 45">
                <a:extLst>
                  <a:ext uri="{FF2B5EF4-FFF2-40B4-BE49-F238E27FC236}">
                    <a16:creationId xmlns:a16="http://schemas.microsoft.com/office/drawing/2014/main" id="{5A5D46CB-0F08-4373-8028-B50B16D75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8188" y="1373765"/>
                <a:ext cx="57299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3" name="Line 46">
                <a:extLst>
                  <a:ext uri="{FF2B5EF4-FFF2-40B4-BE49-F238E27FC236}">
                    <a16:creationId xmlns:a16="http://schemas.microsoft.com/office/drawing/2014/main" id="{62B7679D-382C-4E30-AB08-0597F7B4F7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6005" y="1280247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4" name="Line 47">
                <a:extLst>
                  <a:ext uri="{FF2B5EF4-FFF2-40B4-BE49-F238E27FC236}">
                    <a16:creationId xmlns:a16="http://schemas.microsoft.com/office/drawing/2014/main" id="{04568921-7D3B-4E5E-A1EC-12C300BF48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6346" y="1373332"/>
                <a:ext cx="57845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5" name="Line 48">
                <a:extLst>
                  <a:ext uri="{FF2B5EF4-FFF2-40B4-BE49-F238E27FC236}">
                    <a16:creationId xmlns:a16="http://schemas.microsoft.com/office/drawing/2014/main" id="{384CBE60-0297-40E0-BD0B-C9E2E835D5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3563" y="137419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6" name="Line 50">
                <a:extLst>
                  <a:ext uri="{FF2B5EF4-FFF2-40B4-BE49-F238E27FC236}">
                    <a16:creationId xmlns:a16="http://schemas.microsoft.com/office/drawing/2014/main" id="{4EF2A389-CDD2-4BCA-991C-8D2298159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51202" y="135081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7" name="Line 51">
                <a:extLst>
                  <a:ext uri="{FF2B5EF4-FFF2-40B4-BE49-F238E27FC236}">
                    <a16:creationId xmlns:a16="http://schemas.microsoft.com/office/drawing/2014/main" id="{0E436068-A6B9-412C-A20A-CE981DEC7F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5077" y="1351251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8" name="Line 52">
                <a:extLst>
                  <a:ext uri="{FF2B5EF4-FFF2-40B4-BE49-F238E27FC236}">
                    <a16:creationId xmlns:a16="http://schemas.microsoft.com/office/drawing/2014/main" id="{9A3D9E29-41C3-4ECD-A184-E265887CEC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6168" y="1394980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9" name="AutoShape 53" descr="Wide downward diagonal">
                <a:extLst>
                  <a:ext uri="{FF2B5EF4-FFF2-40B4-BE49-F238E27FC236}">
                    <a16:creationId xmlns:a16="http://schemas.microsoft.com/office/drawing/2014/main" id="{C422EF11-3AF2-4B69-8206-18731D3B3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430482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50" name="AutoShape 54" descr="Wide downward diagonal">
                <a:extLst>
                  <a:ext uri="{FF2B5EF4-FFF2-40B4-BE49-F238E27FC236}">
                    <a16:creationId xmlns:a16="http://schemas.microsoft.com/office/drawing/2014/main" id="{CA37CCDD-5334-43F6-B4F6-6C63DF3D9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257300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grpSp>
          <p:nvGrpSpPr>
            <p:cNvPr id="162" name="Group 78">
              <a:extLst>
                <a:ext uri="{FF2B5EF4-FFF2-40B4-BE49-F238E27FC236}">
                  <a16:creationId xmlns:a16="http://schemas.microsoft.com/office/drawing/2014/main" id="{8DA50218-CC24-45F7-97F3-35EEF57377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01281" y="3014072"/>
              <a:ext cx="1885950" cy="228600"/>
              <a:chOff x="1872" y="2160"/>
              <a:chExt cx="3456" cy="528"/>
            </a:xfrm>
          </p:grpSpPr>
          <p:grpSp>
            <p:nvGrpSpPr>
              <p:cNvPr id="163" name="Group 79">
                <a:extLst>
                  <a:ext uri="{FF2B5EF4-FFF2-40B4-BE49-F238E27FC236}">
                    <a16:creationId xmlns:a16="http://schemas.microsoft.com/office/drawing/2014/main" id="{9EE6FE99-4667-43C1-B17C-B0F6008650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209" name="Arc 80">
                  <a:extLst>
                    <a:ext uri="{FF2B5EF4-FFF2-40B4-BE49-F238E27FC236}">
                      <a16:creationId xmlns:a16="http://schemas.microsoft.com/office/drawing/2014/main" id="{69ADF18C-6DB3-4D3F-A716-29D2E87983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10" name="Arc 81">
                  <a:extLst>
                    <a:ext uri="{FF2B5EF4-FFF2-40B4-BE49-F238E27FC236}">
                      <a16:creationId xmlns:a16="http://schemas.microsoft.com/office/drawing/2014/main" id="{C0D59991-2BD2-4F9D-903C-E690361BFB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164" name="Group 82">
                <a:extLst>
                  <a:ext uri="{FF2B5EF4-FFF2-40B4-BE49-F238E27FC236}">
                    <a16:creationId xmlns:a16="http://schemas.microsoft.com/office/drawing/2014/main" id="{DEE64AD3-75A4-4DA9-B3D8-1802955283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207" name="Arc 83">
                  <a:extLst>
                    <a:ext uri="{FF2B5EF4-FFF2-40B4-BE49-F238E27FC236}">
                      <a16:creationId xmlns:a16="http://schemas.microsoft.com/office/drawing/2014/main" id="{51B7D7CC-31A1-42FD-BE65-667C825EFE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08" name="Arc 84">
                  <a:extLst>
                    <a:ext uri="{FF2B5EF4-FFF2-40B4-BE49-F238E27FC236}">
                      <a16:creationId xmlns:a16="http://schemas.microsoft.com/office/drawing/2014/main" id="{F51B5F5C-12A2-41E8-8E6F-C2B086CF07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165" name="Line 85">
                <a:extLst>
                  <a:ext uri="{FF2B5EF4-FFF2-40B4-BE49-F238E27FC236}">
                    <a16:creationId xmlns:a16="http://schemas.microsoft.com/office/drawing/2014/main" id="{32D693AB-8E0B-4C18-96A6-4DE9AAC262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166" name="Group 86">
                <a:extLst>
                  <a:ext uri="{FF2B5EF4-FFF2-40B4-BE49-F238E27FC236}">
                    <a16:creationId xmlns:a16="http://schemas.microsoft.com/office/drawing/2014/main" id="{B1920C40-23BE-42B3-AFD9-C073956AB1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203" name="Line 87">
                  <a:extLst>
                    <a:ext uri="{FF2B5EF4-FFF2-40B4-BE49-F238E27FC236}">
                      <a16:creationId xmlns:a16="http://schemas.microsoft.com/office/drawing/2014/main" id="{EF22D944-8CBE-423F-AFDB-AF1373108B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4" name="Line 88">
                  <a:extLst>
                    <a:ext uri="{FF2B5EF4-FFF2-40B4-BE49-F238E27FC236}">
                      <a16:creationId xmlns:a16="http://schemas.microsoft.com/office/drawing/2014/main" id="{13E4744F-ADE0-4227-864A-455B391D9E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5" name="Line 89">
                  <a:extLst>
                    <a:ext uri="{FF2B5EF4-FFF2-40B4-BE49-F238E27FC236}">
                      <a16:creationId xmlns:a16="http://schemas.microsoft.com/office/drawing/2014/main" id="{92BC0989-C59A-41DD-B093-6C5039007E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6" name="Line 90">
                  <a:extLst>
                    <a:ext uri="{FF2B5EF4-FFF2-40B4-BE49-F238E27FC236}">
                      <a16:creationId xmlns:a16="http://schemas.microsoft.com/office/drawing/2014/main" id="{65E210CC-029C-42BD-98DB-EBA43B951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167" name="Line 91">
                <a:extLst>
                  <a:ext uri="{FF2B5EF4-FFF2-40B4-BE49-F238E27FC236}">
                    <a16:creationId xmlns:a16="http://schemas.microsoft.com/office/drawing/2014/main" id="{B8389D20-AC8D-4641-BA17-032B0BC585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8" name="Line 92">
                <a:extLst>
                  <a:ext uri="{FF2B5EF4-FFF2-40B4-BE49-F238E27FC236}">
                    <a16:creationId xmlns:a16="http://schemas.microsoft.com/office/drawing/2014/main" id="{A512B609-A891-411F-89C5-4C9E291971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9" name="Line 93">
                <a:extLst>
                  <a:ext uri="{FF2B5EF4-FFF2-40B4-BE49-F238E27FC236}">
                    <a16:creationId xmlns:a16="http://schemas.microsoft.com/office/drawing/2014/main" id="{CB6A92E0-C0DF-4A6B-B842-AE8806D4B3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0" name="Line 94">
                <a:extLst>
                  <a:ext uri="{FF2B5EF4-FFF2-40B4-BE49-F238E27FC236}">
                    <a16:creationId xmlns:a16="http://schemas.microsoft.com/office/drawing/2014/main" id="{696B5A83-264E-4684-8C0D-296E3BE3CA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1" name="Line 95">
                <a:extLst>
                  <a:ext uri="{FF2B5EF4-FFF2-40B4-BE49-F238E27FC236}">
                    <a16:creationId xmlns:a16="http://schemas.microsoft.com/office/drawing/2014/main" id="{58C9C982-C696-473E-A11C-D4883EBF88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2" name="Line 96">
                <a:extLst>
                  <a:ext uri="{FF2B5EF4-FFF2-40B4-BE49-F238E27FC236}">
                    <a16:creationId xmlns:a16="http://schemas.microsoft.com/office/drawing/2014/main" id="{C849C6BC-05DE-4B32-9842-50FC36F333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3" name="Line 97">
                <a:extLst>
                  <a:ext uri="{FF2B5EF4-FFF2-40B4-BE49-F238E27FC236}">
                    <a16:creationId xmlns:a16="http://schemas.microsoft.com/office/drawing/2014/main" id="{5D1B47EC-B4C1-4409-AB14-EA89CCE4B4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4" name="Line 98">
                <a:extLst>
                  <a:ext uri="{FF2B5EF4-FFF2-40B4-BE49-F238E27FC236}">
                    <a16:creationId xmlns:a16="http://schemas.microsoft.com/office/drawing/2014/main" id="{A6808097-60D6-4876-90E3-513527B200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5" name="Line 99">
                <a:extLst>
                  <a:ext uri="{FF2B5EF4-FFF2-40B4-BE49-F238E27FC236}">
                    <a16:creationId xmlns:a16="http://schemas.microsoft.com/office/drawing/2014/main" id="{C8D03D34-8E98-47D4-B891-052C22AFF5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6" name="AutoShape 100" descr="Wide downward diagonal">
                <a:extLst>
                  <a:ext uri="{FF2B5EF4-FFF2-40B4-BE49-F238E27FC236}">
                    <a16:creationId xmlns:a16="http://schemas.microsoft.com/office/drawing/2014/main" id="{EA450069-3E92-420C-A561-2BB6C38FB9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77" name="AutoShape 101" descr="Wide downward diagonal">
                <a:extLst>
                  <a:ext uri="{FF2B5EF4-FFF2-40B4-BE49-F238E27FC236}">
                    <a16:creationId xmlns:a16="http://schemas.microsoft.com/office/drawing/2014/main" id="{3FEA9AFE-AAA6-42CB-841A-7E580BD7D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78" name="Group 102">
                <a:extLst>
                  <a:ext uri="{FF2B5EF4-FFF2-40B4-BE49-F238E27FC236}">
                    <a16:creationId xmlns:a16="http://schemas.microsoft.com/office/drawing/2014/main" id="{E44AFBBC-FEDF-4834-B35E-DF32C541D1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199" name="Line 103">
                  <a:extLst>
                    <a:ext uri="{FF2B5EF4-FFF2-40B4-BE49-F238E27FC236}">
                      <a16:creationId xmlns:a16="http://schemas.microsoft.com/office/drawing/2014/main" id="{B3D7AFE2-20AE-408C-AD04-4CA416FDF8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0" name="Line 104">
                  <a:extLst>
                    <a:ext uri="{FF2B5EF4-FFF2-40B4-BE49-F238E27FC236}">
                      <a16:creationId xmlns:a16="http://schemas.microsoft.com/office/drawing/2014/main" id="{776CDE00-7C10-49AA-BD56-808252854C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1" name="Line 105">
                  <a:extLst>
                    <a:ext uri="{FF2B5EF4-FFF2-40B4-BE49-F238E27FC236}">
                      <a16:creationId xmlns:a16="http://schemas.microsoft.com/office/drawing/2014/main" id="{9B4A0B1C-2822-4D57-A088-C928FF0D20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2" name="Line 106">
                  <a:extLst>
                    <a:ext uri="{FF2B5EF4-FFF2-40B4-BE49-F238E27FC236}">
                      <a16:creationId xmlns:a16="http://schemas.microsoft.com/office/drawing/2014/main" id="{CFEA634E-FFA3-42B3-B6B2-A747782C52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81" name="Group 107">
                <a:extLst>
                  <a:ext uri="{FF2B5EF4-FFF2-40B4-BE49-F238E27FC236}">
                    <a16:creationId xmlns:a16="http://schemas.microsoft.com/office/drawing/2014/main" id="{EECDBD8B-9C7F-4882-87AF-B0BE932043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195" name="Line 108">
                  <a:extLst>
                    <a:ext uri="{FF2B5EF4-FFF2-40B4-BE49-F238E27FC236}">
                      <a16:creationId xmlns:a16="http://schemas.microsoft.com/office/drawing/2014/main" id="{70916BCD-8EE5-4302-B56B-0613018589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6" name="Line 109">
                  <a:extLst>
                    <a:ext uri="{FF2B5EF4-FFF2-40B4-BE49-F238E27FC236}">
                      <a16:creationId xmlns:a16="http://schemas.microsoft.com/office/drawing/2014/main" id="{B388DA72-2E9C-4813-8F08-C7290ED40B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7" name="Line 110">
                  <a:extLst>
                    <a:ext uri="{FF2B5EF4-FFF2-40B4-BE49-F238E27FC236}">
                      <a16:creationId xmlns:a16="http://schemas.microsoft.com/office/drawing/2014/main" id="{0C782715-FD60-4A5C-BC90-17FFF6EDF5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8" name="Line 111">
                  <a:extLst>
                    <a:ext uri="{FF2B5EF4-FFF2-40B4-BE49-F238E27FC236}">
                      <a16:creationId xmlns:a16="http://schemas.microsoft.com/office/drawing/2014/main" id="{46FF9CF7-C8C6-4157-AE56-0853C4EC03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83" name="Group 112">
                <a:extLst>
                  <a:ext uri="{FF2B5EF4-FFF2-40B4-BE49-F238E27FC236}">
                    <a16:creationId xmlns:a16="http://schemas.microsoft.com/office/drawing/2014/main" id="{7130610B-E3DB-4932-85A6-98984935FF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191" name="Line 113">
                  <a:extLst>
                    <a:ext uri="{FF2B5EF4-FFF2-40B4-BE49-F238E27FC236}">
                      <a16:creationId xmlns:a16="http://schemas.microsoft.com/office/drawing/2014/main" id="{D9B88080-DC29-49D7-92DA-02F6F111A1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2" name="Line 114">
                  <a:extLst>
                    <a:ext uri="{FF2B5EF4-FFF2-40B4-BE49-F238E27FC236}">
                      <a16:creationId xmlns:a16="http://schemas.microsoft.com/office/drawing/2014/main" id="{362FA476-1180-4E20-8F25-42FD269BF9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3" name="Line 115">
                  <a:extLst>
                    <a:ext uri="{FF2B5EF4-FFF2-40B4-BE49-F238E27FC236}">
                      <a16:creationId xmlns:a16="http://schemas.microsoft.com/office/drawing/2014/main" id="{31155A51-1313-4069-AA9E-E15CE51A1D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4" name="Line 116">
                  <a:extLst>
                    <a:ext uri="{FF2B5EF4-FFF2-40B4-BE49-F238E27FC236}">
                      <a16:creationId xmlns:a16="http://schemas.microsoft.com/office/drawing/2014/main" id="{FBCD1129-3D01-4BF0-835C-CB05C222EB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84" name="Group 117">
                <a:extLst>
                  <a:ext uri="{FF2B5EF4-FFF2-40B4-BE49-F238E27FC236}">
                    <a16:creationId xmlns:a16="http://schemas.microsoft.com/office/drawing/2014/main" id="{5A02F2D6-2765-4E51-907F-795E2DE199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186" name="Line 118">
                  <a:extLst>
                    <a:ext uri="{FF2B5EF4-FFF2-40B4-BE49-F238E27FC236}">
                      <a16:creationId xmlns:a16="http://schemas.microsoft.com/office/drawing/2014/main" id="{290F4DB9-9479-451F-9FAA-BFD92597B5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88" name="Line 119">
                  <a:extLst>
                    <a:ext uri="{FF2B5EF4-FFF2-40B4-BE49-F238E27FC236}">
                      <a16:creationId xmlns:a16="http://schemas.microsoft.com/office/drawing/2014/main" id="{CD67893D-8D40-4DD6-809C-7A67757558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89" name="Line 120">
                  <a:extLst>
                    <a:ext uri="{FF2B5EF4-FFF2-40B4-BE49-F238E27FC236}">
                      <a16:creationId xmlns:a16="http://schemas.microsoft.com/office/drawing/2014/main" id="{3AFD4637-B367-45D2-B08D-186989250C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0" name="Line 121">
                  <a:extLst>
                    <a:ext uri="{FF2B5EF4-FFF2-40B4-BE49-F238E27FC236}">
                      <a16:creationId xmlns:a16="http://schemas.microsoft.com/office/drawing/2014/main" id="{2B9584E5-FE24-454E-A184-2B205789C4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211" name="Group 78">
              <a:extLst>
                <a:ext uri="{FF2B5EF4-FFF2-40B4-BE49-F238E27FC236}">
                  <a16:creationId xmlns:a16="http://schemas.microsoft.com/office/drawing/2014/main" id="{91060079-0DC7-419C-9176-38B6E059CC76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2194598" y="3016670"/>
              <a:ext cx="1885950" cy="228600"/>
              <a:chOff x="1872" y="2160"/>
              <a:chExt cx="3456" cy="528"/>
            </a:xfrm>
          </p:grpSpPr>
          <p:grpSp>
            <p:nvGrpSpPr>
              <p:cNvPr id="212" name="Group 79">
                <a:extLst>
                  <a:ext uri="{FF2B5EF4-FFF2-40B4-BE49-F238E27FC236}">
                    <a16:creationId xmlns:a16="http://schemas.microsoft.com/office/drawing/2014/main" id="{2B6936ED-3FDD-4C5A-83AA-74229AE9A0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253" name="Arc 80">
                  <a:extLst>
                    <a:ext uri="{FF2B5EF4-FFF2-40B4-BE49-F238E27FC236}">
                      <a16:creationId xmlns:a16="http://schemas.microsoft.com/office/drawing/2014/main" id="{30DC2440-CE9D-4B49-B7C7-EAF85F2933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54" name="Arc 81">
                  <a:extLst>
                    <a:ext uri="{FF2B5EF4-FFF2-40B4-BE49-F238E27FC236}">
                      <a16:creationId xmlns:a16="http://schemas.microsoft.com/office/drawing/2014/main" id="{D8F902BF-63F3-4110-BCC0-02FB1FCF59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213" name="Group 82">
                <a:extLst>
                  <a:ext uri="{FF2B5EF4-FFF2-40B4-BE49-F238E27FC236}">
                    <a16:creationId xmlns:a16="http://schemas.microsoft.com/office/drawing/2014/main" id="{6584C528-90AE-4D5E-B459-A7C09E0020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251" name="Arc 83">
                  <a:extLst>
                    <a:ext uri="{FF2B5EF4-FFF2-40B4-BE49-F238E27FC236}">
                      <a16:creationId xmlns:a16="http://schemas.microsoft.com/office/drawing/2014/main" id="{278B8473-3577-4B21-A419-95F0D35CE1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52" name="Arc 84">
                  <a:extLst>
                    <a:ext uri="{FF2B5EF4-FFF2-40B4-BE49-F238E27FC236}">
                      <a16:creationId xmlns:a16="http://schemas.microsoft.com/office/drawing/2014/main" id="{C7ED8D9D-0E9E-4702-8F6D-9711A65FCF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214" name="Line 85">
                <a:extLst>
                  <a:ext uri="{FF2B5EF4-FFF2-40B4-BE49-F238E27FC236}">
                    <a16:creationId xmlns:a16="http://schemas.microsoft.com/office/drawing/2014/main" id="{F643F783-DE8A-4BF2-951E-20C4E0C68F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215" name="Group 86">
                <a:extLst>
                  <a:ext uri="{FF2B5EF4-FFF2-40B4-BE49-F238E27FC236}">
                    <a16:creationId xmlns:a16="http://schemas.microsoft.com/office/drawing/2014/main" id="{CAE74F4C-E210-4AB2-80F1-E32994A1DE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247" name="Line 87">
                  <a:extLst>
                    <a:ext uri="{FF2B5EF4-FFF2-40B4-BE49-F238E27FC236}">
                      <a16:creationId xmlns:a16="http://schemas.microsoft.com/office/drawing/2014/main" id="{139D90DB-D880-441A-9166-2770D5A978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8" name="Line 88">
                  <a:extLst>
                    <a:ext uri="{FF2B5EF4-FFF2-40B4-BE49-F238E27FC236}">
                      <a16:creationId xmlns:a16="http://schemas.microsoft.com/office/drawing/2014/main" id="{62AFE025-80EB-457D-AF6C-C7C922EB86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9" name="Line 89">
                  <a:extLst>
                    <a:ext uri="{FF2B5EF4-FFF2-40B4-BE49-F238E27FC236}">
                      <a16:creationId xmlns:a16="http://schemas.microsoft.com/office/drawing/2014/main" id="{9581524D-7FA5-4AF0-A0F6-8C7781D5E3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50" name="Line 90">
                  <a:extLst>
                    <a:ext uri="{FF2B5EF4-FFF2-40B4-BE49-F238E27FC236}">
                      <a16:creationId xmlns:a16="http://schemas.microsoft.com/office/drawing/2014/main" id="{BD00239A-D88A-4763-A08E-57CDF76307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16" name="Line 91">
                <a:extLst>
                  <a:ext uri="{FF2B5EF4-FFF2-40B4-BE49-F238E27FC236}">
                    <a16:creationId xmlns:a16="http://schemas.microsoft.com/office/drawing/2014/main" id="{A9A50FD4-90E1-423E-9F9C-3D77BE4244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7" name="Line 92">
                <a:extLst>
                  <a:ext uri="{FF2B5EF4-FFF2-40B4-BE49-F238E27FC236}">
                    <a16:creationId xmlns:a16="http://schemas.microsoft.com/office/drawing/2014/main" id="{FBA06EEB-1733-40F0-8445-C4BFD628CD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8" name="Line 93">
                <a:extLst>
                  <a:ext uri="{FF2B5EF4-FFF2-40B4-BE49-F238E27FC236}">
                    <a16:creationId xmlns:a16="http://schemas.microsoft.com/office/drawing/2014/main" id="{ACFB39D9-E256-44AF-875B-84C887730D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9" name="Line 94">
                <a:extLst>
                  <a:ext uri="{FF2B5EF4-FFF2-40B4-BE49-F238E27FC236}">
                    <a16:creationId xmlns:a16="http://schemas.microsoft.com/office/drawing/2014/main" id="{B6C2F6F9-9D10-4016-9CFF-3A29C44C92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0" name="Line 95">
                <a:extLst>
                  <a:ext uri="{FF2B5EF4-FFF2-40B4-BE49-F238E27FC236}">
                    <a16:creationId xmlns:a16="http://schemas.microsoft.com/office/drawing/2014/main" id="{E9ABC520-ADEE-48BC-B039-576A42E478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1" name="Line 96">
                <a:extLst>
                  <a:ext uri="{FF2B5EF4-FFF2-40B4-BE49-F238E27FC236}">
                    <a16:creationId xmlns:a16="http://schemas.microsoft.com/office/drawing/2014/main" id="{D741972B-24CE-4F99-AE0E-BED5F14ADC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2" name="Line 97">
                <a:extLst>
                  <a:ext uri="{FF2B5EF4-FFF2-40B4-BE49-F238E27FC236}">
                    <a16:creationId xmlns:a16="http://schemas.microsoft.com/office/drawing/2014/main" id="{B5128951-7051-4BF8-8CC0-47A93CA522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3" name="Line 98">
                <a:extLst>
                  <a:ext uri="{FF2B5EF4-FFF2-40B4-BE49-F238E27FC236}">
                    <a16:creationId xmlns:a16="http://schemas.microsoft.com/office/drawing/2014/main" id="{CAD7FE8A-0227-4C7E-ABF1-69CFCA18CB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4" name="Line 99">
                <a:extLst>
                  <a:ext uri="{FF2B5EF4-FFF2-40B4-BE49-F238E27FC236}">
                    <a16:creationId xmlns:a16="http://schemas.microsoft.com/office/drawing/2014/main" id="{E7056153-3144-4873-9985-5F6E86BD47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5" name="AutoShape 100" descr="Wide downward diagonal">
                <a:extLst>
                  <a:ext uri="{FF2B5EF4-FFF2-40B4-BE49-F238E27FC236}">
                    <a16:creationId xmlns:a16="http://schemas.microsoft.com/office/drawing/2014/main" id="{ACD844E2-774B-494C-881D-F7D280D01B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26" name="AutoShape 101" descr="Wide downward diagonal">
                <a:extLst>
                  <a:ext uri="{FF2B5EF4-FFF2-40B4-BE49-F238E27FC236}">
                    <a16:creationId xmlns:a16="http://schemas.microsoft.com/office/drawing/2014/main" id="{7F502AE3-1E71-403D-88F2-D8FC8F7D0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227" name="Group 102">
                <a:extLst>
                  <a:ext uri="{FF2B5EF4-FFF2-40B4-BE49-F238E27FC236}">
                    <a16:creationId xmlns:a16="http://schemas.microsoft.com/office/drawing/2014/main" id="{84D06F42-0770-45E1-A258-31BDEEC43F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243" name="Line 103">
                  <a:extLst>
                    <a:ext uri="{FF2B5EF4-FFF2-40B4-BE49-F238E27FC236}">
                      <a16:creationId xmlns:a16="http://schemas.microsoft.com/office/drawing/2014/main" id="{27D8DA98-5C05-4F6E-B4D3-044DD03340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4" name="Line 104">
                  <a:extLst>
                    <a:ext uri="{FF2B5EF4-FFF2-40B4-BE49-F238E27FC236}">
                      <a16:creationId xmlns:a16="http://schemas.microsoft.com/office/drawing/2014/main" id="{FCD11DFD-D809-4AFB-8E17-196D978239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5" name="Line 105">
                  <a:extLst>
                    <a:ext uri="{FF2B5EF4-FFF2-40B4-BE49-F238E27FC236}">
                      <a16:creationId xmlns:a16="http://schemas.microsoft.com/office/drawing/2014/main" id="{1BC333FA-5375-4E25-A347-E0025D375C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6" name="Line 106">
                  <a:extLst>
                    <a:ext uri="{FF2B5EF4-FFF2-40B4-BE49-F238E27FC236}">
                      <a16:creationId xmlns:a16="http://schemas.microsoft.com/office/drawing/2014/main" id="{6974B2DF-3E70-4347-B834-574439E1AE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8" name="Group 107">
                <a:extLst>
                  <a:ext uri="{FF2B5EF4-FFF2-40B4-BE49-F238E27FC236}">
                    <a16:creationId xmlns:a16="http://schemas.microsoft.com/office/drawing/2014/main" id="{61BE89DE-E163-40AA-AB52-3CE7D31AE0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239" name="Line 108">
                  <a:extLst>
                    <a:ext uri="{FF2B5EF4-FFF2-40B4-BE49-F238E27FC236}">
                      <a16:creationId xmlns:a16="http://schemas.microsoft.com/office/drawing/2014/main" id="{021A6297-03C0-4CE2-A68D-AE174C1D29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0" name="Line 109">
                  <a:extLst>
                    <a:ext uri="{FF2B5EF4-FFF2-40B4-BE49-F238E27FC236}">
                      <a16:creationId xmlns:a16="http://schemas.microsoft.com/office/drawing/2014/main" id="{94E8B873-EAE6-480A-88B1-1DD3A900C1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1" name="Line 110">
                  <a:extLst>
                    <a:ext uri="{FF2B5EF4-FFF2-40B4-BE49-F238E27FC236}">
                      <a16:creationId xmlns:a16="http://schemas.microsoft.com/office/drawing/2014/main" id="{197E252F-663A-487E-A5DF-89013A4A88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2" name="Line 111">
                  <a:extLst>
                    <a:ext uri="{FF2B5EF4-FFF2-40B4-BE49-F238E27FC236}">
                      <a16:creationId xmlns:a16="http://schemas.microsoft.com/office/drawing/2014/main" id="{A54A069F-780E-449C-8344-4A68F24140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9" name="Group 112">
                <a:extLst>
                  <a:ext uri="{FF2B5EF4-FFF2-40B4-BE49-F238E27FC236}">
                    <a16:creationId xmlns:a16="http://schemas.microsoft.com/office/drawing/2014/main" id="{18D7AE06-68AF-4B85-8AA4-37AE00B512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35" name="Line 113">
                  <a:extLst>
                    <a:ext uri="{FF2B5EF4-FFF2-40B4-BE49-F238E27FC236}">
                      <a16:creationId xmlns:a16="http://schemas.microsoft.com/office/drawing/2014/main" id="{F1E99D61-6BC0-4161-8AB3-9D246158C3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6" name="Line 114">
                  <a:extLst>
                    <a:ext uri="{FF2B5EF4-FFF2-40B4-BE49-F238E27FC236}">
                      <a16:creationId xmlns:a16="http://schemas.microsoft.com/office/drawing/2014/main" id="{0D9ACEA2-EAEA-41E3-865E-E12E28CCA0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7" name="Line 115">
                  <a:extLst>
                    <a:ext uri="{FF2B5EF4-FFF2-40B4-BE49-F238E27FC236}">
                      <a16:creationId xmlns:a16="http://schemas.microsoft.com/office/drawing/2014/main" id="{1093523E-7297-4592-B2AC-5388021B81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8" name="Line 116">
                  <a:extLst>
                    <a:ext uri="{FF2B5EF4-FFF2-40B4-BE49-F238E27FC236}">
                      <a16:creationId xmlns:a16="http://schemas.microsoft.com/office/drawing/2014/main" id="{185F8912-FB7C-4938-A3F5-10B4458E83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30" name="Group 117">
                <a:extLst>
                  <a:ext uri="{FF2B5EF4-FFF2-40B4-BE49-F238E27FC236}">
                    <a16:creationId xmlns:a16="http://schemas.microsoft.com/office/drawing/2014/main" id="{F5539CBA-8D39-4948-B6FE-26A445F449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31" name="Line 118">
                  <a:extLst>
                    <a:ext uri="{FF2B5EF4-FFF2-40B4-BE49-F238E27FC236}">
                      <a16:creationId xmlns:a16="http://schemas.microsoft.com/office/drawing/2014/main" id="{DE8DAA13-5AF1-434F-8250-90E9D74B49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2" name="Line 119">
                  <a:extLst>
                    <a:ext uri="{FF2B5EF4-FFF2-40B4-BE49-F238E27FC236}">
                      <a16:creationId xmlns:a16="http://schemas.microsoft.com/office/drawing/2014/main" id="{C4938B88-F791-40C4-959F-AD28A7B985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3" name="Line 120">
                  <a:extLst>
                    <a:ext uri="{FF2B5EF4-FFF2-40B4-BE49-F238E27FC236}">
                      <a16:creationId xmlns:a16="http://schemas.microsoft.com/office/drawing/2014/main" id="{44E7CDAB-A5C1-4DA9-9979-8F80C7B485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4" name="Line 121">
                  <a:extLst>
                    <a:ext uri="{FF2B5EF4-FFF2-40B4-BE49-F238E27FC236}">
                      <a16:creationId xmlns:a16="http://schemas.microsoft.com/office/drawing/2014/main" id="{FCD5BBB6-32FC-4ADB-8CBC-68B9C406A2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</p:grpSp>
      <p:sp>
        <p:nvSpPr>
          <p:cNvPr id="258" name="CuadroTexto 257">
            <a:extLst>
              <a:ext uri="{FF2B5EF4-FFF2-40B4-BE49-F238E27FC236}">
                <a16:creationId xmlns:a16="http://schemas.microsoft.com/office/drawing/2014/main" id="{3C5AA7C2-E6A4-4306-8433-6246411FB7D7}"/>
              </a:ext>
            </a:extLst>
          </p:cNvPr>
          <p:cNvSpPr txBox="1"/>
          <p:nvPr/>
        </p:nvSpPr>
        <p:spPr>
          <a:xfrm>
            <a:off x="3535673" y="411510"/>
            <a:ext cx="223651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Free Standing Span</a:t>
            </a:r>
          </a:p>
        </p:txBody>
      </p:sp>
      <p:cxnSp>
        <p:nvCxnSpPr>
          <p:cNvPr id="259" name="Conector recto de flecha 258">
            <a:extLst>
              <a:ext uri="{FF2B5EF4-FFF2-40B4-BE49-F238E27FC236}">
                <a16:creationId xmlns:a16="http://schemas.microsoft.com/office/drawing/2014/main" id="{210AFC7B-F822-4365-B965-51193B4206AC}"/>
              </a:ext>
            </a:extLst>
          </p:cNvPr>
          <p:cNvCxnSpPr>
            <a:cxnSpLocks/>
            <a:stCxn id="258" idx="2"/>
          </p:cNvCxnSpPr>
          <p:nvPr/>
        </p:nvCxnSpPr>
        <p:spPr>
          <a:xfrm>
            <a:off x="4653928" y="780842"/>
            <a:ext cx="0" cy="218019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CuadroTexto 260">
            <a:extLst>
              <a:ext uri="{FF2B5EF4-FFF2-40B4-BE49-F238E27FC236}">
                <a16:creationId xmlns:a16="http://schemas.microsoft.com/office/drawing/2014/main" id="{286CE05B-CE0A-42B7-97C4-755E798A8ACD}"/>
              </a:ext>
            </a:extLst>
          </p:cNvPr>
          <p:cNvSpPr txBox="1"/>
          <p:nvPr/>
        </p:nvSpPr>
        <p:spPr>
          <a:xfrm>
            <a:off x="1880731" y="987574"/>
            <a:ext cx="2164215" cy="1200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Towers installed on 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the opposite side. Motors must rotate the opposite sense.</a:t>
            </a:r>
          </a:p>
        </p:txBody>
      </p:sp>
      <p:cxnSp>
        <p:nvCxnSpPr>
          <p:cNvPr id="262" name="Conector recto de flecha 261">
            <a:extLst>
              <a:ext uri="{FF2B5EF4-FFF2-40B4-BE49-F238E27FC236}">
                <a16:creationId xmlns:a16="http://schemas.microsoft.com/office/drawing/2014/main" id="{0E4B7390-3782-43B3-AA69-D0827E994831}"/>
              </a:ext>
            </a:extLst>
          </p:cNvPr>
          <p:cNvCxnSpPr>
            <a:cxnSpLocks/>
          </p:cNvCxnSpPr>
          <p:nvPr/>
        </p:nvCxnSpPr>
        <p:spPr>
          <a:xfrm>
            <a:off x="3805204" y="2181669"/>
            <a:ext cx="2808" cy="64362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onector recto de flecha 262">
            <a:extLst>
              <a:ext uri="{FF2B5EF4-FFF2-40B4-BE49-F238E27FC236}">
                <a16:creationId xmlns:a16="http://schemas.microsoft.com/office/drawing/2014/main" id="{2AB59AE5-15C0-4B93-A025-ED782C418F3C}"/>
              </a:ext>
            </a:extLst>
          </p:cNvPr>
          <p:cNvCxnSpPr>
            <a:cxnSpLocks/>
          </p:cNvCxnSpPr>
          <p:nvPr/>
        </p:nvCxnSpPr>
        <p:spPr>
          <a:xfrm flipH="1">
            <a:off x="2076195" y="2181669"/>
            <a:ext cx="4768" cy="62703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CuadroTexto 265">
            <a:extLst>
              <a:ext uri="{FF2B5EF4-FFF2-40B4-BE49-F238E27FC236}">
                <a16:creationId xmlns:a16="http://schemas.microsoft.com/office/drawing/2014/main" id="{98711EFB-55BC-4DA4-8370-8CD6C238C695}"/>
              </a:ext>
            </a:extLst>
          </p:cNvPr>
          <p:cNvSpPr txBox="1"/>
          <p:nvPr/>
        </p:nvSpPr>
        <p:spPr>
          <a:xfrm>
            <a:off x="107504" y="123478"/>
            <a:ext cx="189026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End Feed Linear</a:t>
            </a:r>
          </a:p>
        </p:txBody>
      </p:sp>
      <p:sp>
        <p:nvSpPr>
          <p:cNvPr id="267" name="CuadroTexto 266">
            <a:extLst>
              <a:ext uri="{FF2B5EF4-FFF2-40B4-BE49-F238E27FC236}">
                <a16:creationId xmlns:a16="http://schemas.microsoft.com/office/drawing/2014/main" id="{E7743936-C9E4-4D80-B126-F2B8A3AFED86}"/>
              </a:ext>
            </a:extLst>
          </p:cNvPr>
          <p:cNvSpPr txBox="1"/>
          <p:nvPr/>
        </p:nvSpPr>
        <p:spPr>
          <a:xfrm>
            <a:off x="159865" y="4083918"/>
            <a:ext cx="1924021" cy="969496"/>
          </a:xfrm>
          <a:prstGeom prst="rect">
            <a:avLst/>
          </a:prstGeom>
          <a:noFill/>
          <a:ln>
            <a:solidFill>
              <a:srgbClr val="19532A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solidFill>
                  <a:srgbClr val="19532A"/>
                </a:solidFill>
              </a:rPr>
              <a:t>On the cable coming from cart: interchange Brown with Orange wires.</a:t>
            </a:r>
          </a:p>
          <a:p>
            <a:pPr algn="just"/>
            <a:r>
              <a:rPr lang="en-US" sz="1050" dirty="0">
                <a:solidFill>
                  <a:srgbClr val="148D6C"/>
                </a:solidFill>
              </a:rPr>
              <a:t>(It can be done at main panel instead of 1</a:t>
            </a:r>
            <a:r>
              <a:rPr lang="en-US" sz="1050" baseline="30000" dirty="0">
                <a:solidFill>
                  <a:srgbClr val="148D6C"/>
                </a:solidFill>
              </a:rPr>
              <a:t>st</a:t>
            </a:r>
            <a:r>
              <a:rPr lang="en-US" sz="1050" dirty="0">
                <a:solidFill>
                  <a:srgbClr val="148D6C"/>
                </a:solidFill>
              </a:rPr>
              <a:t> Tower)</a:t>
            </a:r>
            <a:endParaRPr lang="en-US" sz="1200" dirty="0">
              <a:solidFill>
                <a:srgbClr val="148D6C"/>
              </a:solidFill>
            </a:endParaRPr>
          </a:p>
        </p:txBody>
      </p:sp>
      <p:sp>
        <p:nvSpPr>
          <p:cNvPr id="268" name="CuadroTexto 267">
            <a:extLst>
              <a:ext uri="{FF2B5EF4-FFF2-40B4-BE49-F238E27FC236}">
                <a16:creationId xmlns:a16="http://schemas.microsoft.com/office/drawing/2014/main" id="{6FE61737-17E4-4E47-A199-3B15333283D7}"/>
              </a:ext>
            </a:extLst>
          </p:cNvPr>
          <p:cNvSpPr txBox="1"/>
          <p:nvPr/>
        </p:nvSpPr>
        <p:spPr>
          <a:xfrm>
            <a:off x="3730061" y="4243059"/>
            <a:ext cx="2028858" cy="830997"/>
          </a:xfrm>
          <a:prstGeom prst="rect">
            <a:avLst/>
          </a:prstGeom>
          <a:noFill/>
          <a:ln>
            <a:solidFill>
              <a:srgbClr val="19532A"/>
            </a:solidFill>
          </a:ln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defRPr sz="1200">
                <a:solidFill>
                  <a:srgbClr val="19532A"/>
                </a:solidFill>
              </a:defRPr>
            </a:lvl1pPr>
          </a:lstStyle>
          <a:p>
            <a:r>
              <a:rPr lang="en-US" dirty="0"/>
              <a:t>On the cable going to the end: interchange Brown with Orange wires and interchange 2 Phase wires.</a:t>
            </a:r>
          </a:p>
        </p:txBody>
      </p:sp>
      <p:cxnSp>
        <p:nvCxnSpPr>
          <p:cNvPr id="269" name="Conector recto de flecha 268">
            <a:extLst>
              <a:ext uri="{FF2B5EF4-FFF2-40B4-BE49-F238E27FC236}">
                <a16:creationId xmlns:a16="http://schemas.microsoft.com/office/drawing/2014/main" id="{65A5D80C-0038-4595-BEAF-7BCBBE49764A}"/>
              </a:ext>
            </a:extLst>
          </p:cNvPr>
          <p:cNvCxnSpPr>
            <a:cxnSpLocks/>
            <a:stCxn id="268" idx="0"/>
          </p:cNvCxnSpPr>
          <p:nvPr/>
        </p:nvCxnSpPr>
        <p:spPr>
          <a:xfrm flipH="1" flipV="1">
            <a:off x="3866682" y="3188467"/>
            <a:ext cx="877808" cy="1054592"/>
          </a:xfrm>
          <a:prstGeom prst="straightConnector1">
            <a:avLst/>
          </a:prstGeom>
          <a:ln>
            <a:solidFill>
              <a:srgbClr val="19532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onector recto de flecha 269">
            <a:extLst>
              <a:ext uri="{FF2B5EF4-FFF2-40B4-BE49-F238E27FC236}">
                <a16:creationId xmlns:a16="http://schemas.microsoft.com/office/drawing/2014/main" id="{8C9C4412-AFB0-4796-87DD-B1406566C769}"/>
              </a:ext>
            </a:extLst>
          </p:cNvPr>
          <p:cNvCxnSpPr>
            <a:cxnSpLocks/>
            <a:stCxn id="267" idx="0"/>
          </p:cNvCxnSpPr>
          <p:nvPr/>
        </p:nvCxnSpPr>
        <p:spPr>
          <a:xfrm flipV="1">
            <a:off x="1121876" y="3158888"/>
            <a:ext cx="878088" cy="925030"/>
          </a:xfrm>
          <a:prstGeom prst="straightConnector1">
            <a:avLst/>
          </a:prstGeom>
          <a:ln>
            <a:solidFill>
              <a:srgbClr val="19532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CuadroTexto 317">
            <a:extLst>
              <a:ext uri="{FF2B5EF4-FFF2-40B4-BE49-F238E27FC236}">
                <a16:creationId xmlns:a16="http://schemas.microsoft.com/office/drawing/2014/main" id="{67C403BE-F282-4C74-BCFE-101B0E2DC9E5}"/>
              </a:ext>
            </a:extLst>
          </p:cNvPr>
          <p:cNvSpPr txBox="1"/>
          <p:nvPr/>
        </p:nvSpPr>
        <p:spPr>
          <a:xfrm>
            <a:off x="46869" y="3482903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Cart</a:t>
            </a:r>
          </a:p>
        </p:txBody>
      </p:sp>
      <p:pic>
        <p:nvPicPr>
          <p:cNvPr id="319" name="Gráfico 318" descr="Hombre">
            <a:extLst>
              <a:ext uri="{FF2B5EF4-FFF2-40B4-BE49-F238E27FC236}">
                <a16:creationId xmlns:a16="http://schemas.microsoft.com/office/drawing/2014/main" id="{9A7A0320-DBF4-4936-B685-EF8B9E61E2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21" y="3048823"/>
            <a:ext cx="137061" cy="13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565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ángulo 259">
            <a:extLst>
              <a:ext uri="{FF2B5EF4-FFF2-40B4-BE49-F238E27FC236}">
                <a16:creationId xmlns:a16="http://schemas.microsoft.com/office/drawing/2014/main" id="{3C0E3AFD-8E2C-48FB-BB49-A08BA8AA509C}"/>
              </a:ext>
            </a:extLst>
          </p:cNvPr>
          <p:cNvSpPr/>
          <p:nvPr/>
        </p:nvSpPr>
        <p:spPr>
          <a:xfrm>
            <a:off x="224971" y="3075806"/>
            <a:ext cx="45719" cy="7959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Conector recto de flecha 184">
            <a:extLst>
              <a:ext uri="{FF2B5EF4-FFF2-40B4-BE49-F238E27FC236}">
                <a16:creationId xmlns:a16="http://schemas.microsoft.com/office/drawing/2014/main" id="{E70A90BD-6C19-42A1-BB4D-0BFE43AE9D86}"/>
              </a:ext>
            </a:extLst>
          </p:cNvPr>
          <p:cNvCxnSpPr>
            <a:cxnSpLocks/>
          </p:cNvCxnSpPr>
          <p:nvPr/>
        </p:nvCxnSpPr>
        <p:spPr>
          <a:xfrm flipH="1" flipV="1">
            <a:off x="365029" y="2737379"/>
            <a:ext cx="1" cy="292344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FA6D84F1-78C5-4D25-B474-4AD563BC9AFD}"/>
              </a:ext>
            </a:extLst>
          </p:cNvPr>
          <p:cNvCxnSpPr>
            <a:cxnSpLocks/>
          </p:cNvCxnSpPr>
          <p:nvPr/>
        </p:nvCxnSpPr>
        <p:spPr>
          <a:xfrm flipH="1">
            <a:off x="364632" y="3184010"/>
            <a:ext cx="1" cy="275336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o 1">
            <a:extLst>
              <a:ext uri="{FF2B5EF4-FFF2-40B4-BE49-F238E27FC236}">
                <a16:creationId xmlns:a16="http://schemas.microsoft.com/office/drawing/2014/main" id="{75C433A6-E4ED-434E-9663-9EDBAF70E7F2}"/>
              </a:ext>
            </a:extLst>
          </p:cNvPr>
          <p:cNvGrpSpPr/>
          <p:nvPr/>
        </p:nvGrpSpPr>
        <p:grpSpPr>
          <a:xfrm>
            <a:off x="251520" y="3015482"/>
            <a:ext cx="8787639" cy="195444"/>
            <a:chOff x="333737" y="3009245"/>
            <a:chExt cx="9353494" cy="236025"/>
          </a:xfrm>
        </p:grpSpPr>
        <p:grpSp>
          <p:nvGrpSpPr>
            <p:cNvPr id="3" name="Group 77">
              <a:extLst>
                <a:ext uri="{FF2B5EF4-FFF2-40B4-BE49-F238E27FC236}">
                  <a16:creationId xmlns:a16="http://schemas.microsoft.com/office/drawing/2014/main" id="{427B9A5A-58A5-423E-B9CC-44B3A3EAF4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3832" y="3011223"/>
              <a:ext cx="1885950" cy="228600"/>
              <a:chOff x="1872" y="2160"/>
              <a:chExt cx="3456" cy="528"/>
            </a:xfrm>
          </p:grpSpPr>
          <p:grpSp>
            <p:nvGrpSpPr>
              <p:cNvPr id="4" name="Group 10">
                <a:extLst>
                  <a:ext uri="{FF2B5EF4-FFF2-40B4-BE49-F238E27FC236}">
                    <a16:creationId xmlns:a16="http://schemas.microsoft.com/office/drawing/2014/main" id="{A4508DC3-E445-4C4F-B4BF-1D98F11F77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45" name="Arc 5">
                  <a:extLst>
                    <a:ext uri="{FF2B5EF4-FFF2-40B4-BE49-F238E27FC236}">
                      <a16:creationId xmlns:a16="http://schemas.microsoft.com/office/drawing/2014/main" id="{3A0CBF5B-7BD5-4AB6-BAB1-62757093EF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6" name="Arc 6">
                  <a:extLst>
                    <a:ext uri="{FF2B5EF4-FFF2-40B4-BE49-F238E27FC236}">
                      <a16:creationId xmlns:a16="http://schemas.microsoft.com/office/drawing/2014/main" id="{8BC5DE0E-278F-4596-83B5-2B295E5DE6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5" name="Group 9">
                <a:extLst>
                  <a:ext uri="{FF2B5EF4-FFF2-40B4-BE49-F238E27FC236}">
                    <a16:creationId xmlns:a16="http://schemas.microsoft.com/office/drawing/2014/main" id="{CAB85BD9-789E-4134-8AC7-5C4E6CC11C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43" name="Arc 7">
                  <a:extLst>
                    <a:ext uri="{FF2B5EF4-FFF2-40B4-BE49-F238E27FC236}">
                      <a16:creationId xmlns:a16="http://schemas.microsoft.com/office/drawing/2014/main" id="{1BAE59FA-6026-4378-9F02-97234239E1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" name="Arc 8">
                  <a:extLst>
                    <a:ext uri="{FF2B5EF4-FFF2-40B4-BE49-F238E27FC236}">
                      <a16:creationId xmlns:a16="http://schemas.microsoft.com/office/drawing/2014/main" id="{E3DCD426-B540-4EFB-B7E4-5FAE85FADD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6" name="Line 12">
                <a:extLst>
                  <a:ext uri="{FF2B5EF4-FFF2-40B4-BE49-F238E27FC236}">
                    <a16:creationId xmlns:a16="http://schemas.microsoft.com/office/drawing/2014/main" id="{DC96CA83-434E-4E2D-8046-FBAB51554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7" name="Group 56">
                <a:extLst>
                  <a:ext uri="{FF2B5EF4-FFF2-40B4-BE49-F238E27FC236}">
                    <a16:creationId xmlns:a16="http://schemas.microsoft.com/office/drawing/2014/main" id="{43AAC5EB-C25B-44E4-B689-E6D315994C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39" name="Line 15">
                  <a:extLst>
                    <a:ext uri="{FF2B5EF4-FFF2-40B4-BE49-F238E27FC236}">
                      <a16:creationId xmlns:a16="http://schemas.microsoft.com/office/drawing/2014/main" id="{C3995371-8007-43D8-8223-5B4977F246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" name="Line 16">
                  <a:extLst>
                    <a:ext uri="{FF2B5EF4-FFF2-40B4-BE49-F238E27FC236}">
                      <a16:creationId xmlns:a16="http://schemas.microsoft.com/office/drawing/2014/main" id="{92DB2B01-2D9C-4BA3-B76F-B228175800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" name="Line 17">
                  <a:extLst>
                    <a:ext uri="{FF2B5EF4-FFF2-40B4-BE49-F238E27FC236}">
                      <a16:creationId xmlns:a16="http://schemas.microsoft.com/office/drawing/2014/main" id="{367E90BE-6562-4A82-AC20-A6FAC2880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2" name="Line 18">
                  <a:extLst>
                    <a:ext uri="{FF2B5EF4-FFF2-40B4-BE49-F238E27FC236}">
                      <a16:creationId xmlns:a16="http://schemas.microsoft.com/office/drawing/2014/main" id="{200B8F51-07A5-467D-A908-D190D7CBC5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8" name="Line 43">
                <a:extLst>
                  <a:ext uri="{FF2B5EF4-FFF2-40B4-BE49-F238E27FC236}">
                    <a16:creationId xmlns:a16="http://schemas.microsoft.com/office/drawing/2014/main" id="{6DCC0198-F0FC-41CE-B568-49647473A5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" name="Line 44">
                <a:extLst>
                  <a:ext uri="{FF2B5EF4-FFF2-40B4-BE49-F238E27FC236}">
                    <a16:creationId xmlns:a16="http://schemas.microsoft.com/office/drawing/2014/main" id="{E9681665-B00D-443F-A7DB-6C0797D5C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" name="Line 45">
                <a:extLst>
                  <a:ext uri="{FF2B5EF4-FFF2-40B4-BE49-F238E27FC236}">
                    <a16:creationId xmlns:a16="http://schemas.microsoft.com/office/drawing/2014/main" id="{4C13B563-5497-4181-BD6A-05DA3030A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" name="Line 46">
                <a:extLst>
                  <a:ext uri="{FF2B5EF4-FFF2-40B4-BE49-F238E27FC236}">
                    <a16:creationId xmlns:a16="http://schemas.microsoft.com/office/drawing/2014/main" id="{BB2D3E74-35CD-41E6-917D-839094FAB6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2" name="Line 47">
                <a:extLst>
                  <a:ext uri="{FF2B5EF4-FFF2-40B4-BE49-F238E27FC236}">
                    <a16:creationId xmlns:a16="http://schemas.microsoft.com/office/drawing/2014/main" id="{80725343-70C5-4082-B675-02046C4B92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3" name="Line 48">
                <a:extLst>
                  <a:ext uri="{FF2B5EF4-FFF2-40B4-BE49-F238E27FC236}">
                    <a16:creationId xmlns:a16="http://schemas.microsoft.com/office/drawing/2014/main" id="{967E91C2-389C-419E-B2FA-965D00455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" name="Line 50">
                <a:extLst>
                  <a:ext uri="{FF2B5EF4-FFF2-40B4-BE49-F238E27FC236}">
                    <a16:creationId xmlns:a16="http://schemas.microsoft.com/office/drawing/2014/main" id="{C6FC4871-B6AF-4F52-B203-5B5F50993E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5" name="Line 51">
                <a:extLst>
                  <a:ext uri="{FF2B5EF4-FFF2-40B4-BE49-F238E27FC236}">
                    <a16:creationId xmlns:a16="http://schemas.microsoft.com/office/drawing/2014/main" id="{00AD0469-5077-4C6C-A3BB-AC313F9E97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" name="Line 52">
                <a:extLst>
                  <a:ext uri="{FF2B5EF4-FFF2-40B4-BE49-F238E27FC236}">
                    <a16:creationId xmlns:a16="http://schemas.microsoft.com/office/drawing/2014/main" id="{D8D96CD6-3C3C-4DB2-B7F7-D84BC72F4A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" name="AutoShape 53" descr="Wide downward diagonal">
                <a:extLst>
                  <a:ext uri="{FF2B5EF4-FFF2-40B4-BE49-F238E27FC236}">
                    <a16:creationId xmlns:a16="http://schemas.microsoft.com/office/drawing/2014/main" id="{680DAA6C-2A35-420E-8553-B37DCD81A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8" name="AutoShape 54" descr="Wide downward diagonal">
                <a:extLst>
                  <a:ext uri="{FF2B5EF4-FFF2-40B4-BE49-F238E27FC236}">
                    <a16:creationId xmlns:a16="http://schemas.microsoft.com/office/drawing/2014/main" id="{1506FB64-7E06-485C-B78C-8F8D46194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9" name="Group 57">
                <a:extLst>
                  <a:ext uri="{FF2B5EF4-FFF2-40B4-BE49-F238E27FC236}">
                    <a16:creationId xmlns:a16="http://schemas.microsoft.com/office/drawing/2014/main" id="{E377CBF8-ABBE-450A-A3A1-CD4BFEF89A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35" name="Line 58">
                  <a:extLst>
                    <a:ext uri="{FF2B5EF4-FFF2-40B4-BE49-F238E27FC236}">
                      <a16:creationId xmlns:a16="http://schemas.microsoft.com/office/drawing/2014/main" id="{622ED985-A2F2-4BE8-9F77-9E1BBF9160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6" name="Line 59">
                  <a:extLst>
                    <a:ext uri="{FF2B5EF4-FFF2-40B4-BE49-F238E27FC236}">
                      <a16:creationId xmlns:a16="http://schemas.microsoft.com/office/drawing/2014/main" id="{3F953F05-8B3F-42E7-B081-D51084642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7" name="Line 60">
                  <a:extLst>
                    <a:ext uri="{FF2B5EF4-FFF2-40B4-BE49-F238E27FC236}">
                      <a16:creationId xmlns:a16="http://schemas.microsoft.com/office/drawing/2014/main" id="{22D0FC71-E1AF-4D3D-A27A-5FD9574297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8" name="Line 61">
                  <a:extLst>
                    <a:ext uri="{FF2B5EF4-FFF2-40B4-BE49-F238E27FC236}">
                      <a16:creationId xmlns:a16="http://schemas.microsoft.com/office/drawing/2014/main" id="{A9B568AB-20E4-4307-9D86-1C3422C870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0" name="Group 62">
                <a:extLst>
                  <a:ext uri="{FF2B5EF4-FFF2-40B4-BE49-F238E27FC236}">
                    <a16:creationId xmlns:a16="http://schemas.microsoft.com/office/drawing/2014/main" id="{3A282A75-5496-41E8-9AB5-F8E4BA859F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31" name="Line 63">
                  <a:extLst>
                    <a:ext uri="{FF2B5EF4-FFF2-40B4-BE49-F238E27FC236}">
                      <a16:creationId xmlns:a16="http://schemas.microsoft.com/office/drawing/2014/main" id="{84AFF24A-8759-47F4-9D2B-4274ADE310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" name="Line 64">
                  <a:extLst>
                    <a:ext uri="{FF2B5EF4-FFF2-40B4-BE49-F238E27FC236}">
                      <a16:creationId xmlns:a16="http://schemas.microsoft.com/office/drawing/2014/main" id="{DB018066-6B0E-441F-9E6C-82771043B3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3" name="Line 65">
                  <a:extLst>
                    <a:ext uri="{FF2B5EF4-FFF2-40B4-BE49-F238E27FC236}">
                      <a16:creationId xmlns:a16="http://schemas.microsoft.com/office/drawing/2014/main" id="{B4E14B46-1D84-4B88-A47F-B7F45EEB27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4" name="Line 66">
                  <a:extLst>
                    <a:ext uri="{FF2B5EF4-FFF2-40B4-BE49-F238E27FC236}">
                      <a16:creationId xmlns:a16="http://schemas.microsoft.com/office/drawing/2014/main" id="{7C55C04F-38B2-4475-8185-22CFB692B1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1" name="Group 67">
                <a:extLst>
                  <a:ext uri="{FF2B5EF4-FFF2-40B4-BE49-F238E27FC236}">
                    <a16:creationId xmlns:a16="http://schemas.microsoft.com/office/drawing/2014/main" id="{9B562D04-AF6F-483B-8CB2-D48EC3511D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7" name="Line 68">
                  <a:extLst>
                    <a:ext uri="{FF2B5EF4-FFF2-40B4-BE49-F238E27FC236}">
                      <a16:creationId xmlns:a16="http://schemas.microsoft.com/office/drawing/2014/main" id="{DE00A8AB-CA8F-4977-9CF0-64D84FE3BA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" name="Line 69">
                  <a:extLst>
                    <a:ext uri="{FF2B5EF4-FFF2-40B4-BE49-F238E27FC236}">
                      <a16:creationId xmlns:a16="http://schemas.microsoft.com/office/drawing/2014/main" id="{576B0717-7758-411F-894E-D5BE455B41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A7D8C475-295F-4E1A-BBDF-699F18BFB4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0" name="Line 71">
                  <a:extLst>
                    <a:ext uri="{FF2B5EF4-FFF2-40B4-BE49-F238E27FC236}">
                      <a16:creationId xmlns:a16="http://schemas.microsoft.com/office/drawing/2014/main" id="{2FF08205-5527-440C-8C3B-B62C1D0936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" name="Group 72">
                <a:extLst>
                  <a:ext uri="{FF2B5EF4-FFF2-40B4-BE49-F238E27FC236}">
                    <a16:creationId xmlns:a16="http://schemas.microsoft.com/office/drawing/2014/main" id="{3A9D7441-5B58-4DE3-96F3-58A37BF2B0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3" name="Line 73">
                  <a:extLst>
                    <a:ext uri="{FF2B5EF4-FFF2-40B4-BE49-F238E27FC236}">
                      <a16:creationId xmlns:a16="http://schemas.microsoft.com/office/drawing/2014/main" id="{94A6C4EA-F544-4403-8509-08B68DE670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" name="Line 74">
                  <a:extLst>
                    <a:ext uri="{FF2B5EF4-FFF2-40B4-BE49-F238E27FC236}">
                      <a16:creationId xmlns:a16="http://schemas.microsoft.com/office/drawing/2014/main" id="{60C66506-2377-4B4D-AEC3-9C4800BF96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5" name="Line 75">
                  <a:extLst>
                    <a:ext uri="{FF2B5EF4-FFF2-40B4-BE49-F238E27FC236}">
                      <a16:creationId xmlns:a16="http://schemas.microsoft.com/office/drawing/2014/main" id="{77CAE46B-1320-4D2B-8EF9-039B434C05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" name="Line 76">
                  <a:extLst>
                    <a:ext uri="{FF2B5EF4-FFF2-40B4-BE49-F238E27FC236}">
                      <a16:creationId xmlns:a16="http://schemas.microsoft.com/office/drawing/2014/main" id="{50D5E31D-618A-449B-8473-E5A94ED923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47" name="Group 77">
              <a:extLst>
                <a:ext uri="{FF2B5EF4-FFF2-40B4-BE49-F238E27FC236}">
                  <a16:creationId xmlns:a16="http://schemas.microsoft.com/office/drawing/2014/main" id="{74108F16-FC0C-49FD-B661-DD9EE53587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9111" y="3012503"/>
              <a:ext cx="1885950" cy="228600"/>
              <a:chOff x="1872" y="2160"/>
              <a:chExt cx="3456" cy="528"/>
            </a:xfrm>
          </p:grpSpPr>
          <p:grpSp>
            <p:nvGrpSpPr>
              <p:cNvPr id="48" name="Group 10">
                <a:extLst>
                  <a:ext uri="{FF2B5EF4-FFF2-40B4-BE49-F238E27FC236}">
                    <a16:creationId xmlns:a16="http://schemas.microsoft.com/office/drawing/2014/main" id="{B13B6B9B-36BD-4F93-9D1E-C61E23709D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89" name="Arc 5">
                  <a:extLst>
                    <a:ext uri="{FF2B5EF4-FFF2-40B4-BE49-F238E27FC236}">
                      <a16:creationId xmlns:a16="http://schemas.microsoft.com/office/drawing/2014/main" id="{68BA63F1-6DF5-4A51-BB13-C60D8AABD5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90" name="Arc 6">
                  <a:extLst>
                    <a:ext uri="{FF2B5EF4-FFF2-40B4-BE49-F238E27FC236}">
                      <a16:creationId xmlns:a16="http://schemas.microsoft.com/office/drawing/2014/main" id="{A1067F58-8B5A-4955-90FC-0952C4AE26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49" name="Group 9">
                <a:extLst>
                  <a:ext uri="{FF2B5EF4-FFF2-40B4-BE49-F238E27FC236}">
                    <a16:creationId xmlns:a16="http://schemas.microsoft.com/office/drawing/2014/main" id="{CD3EFBF8-83A0-4CF9-A3CD-DB8E67A153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87" name="Arc 7">
                  <a:extLst>
                    <a:ext uri="{FF2B5EF4-FFF2-40B4-BE49-F238E27FC236}">
                      <a16:creationId xmlns:a16="http://schemas.microsoft.com/office/drawing/2014/main" id="{947A8E94-0831-449A-9895-3B45D07D5C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88" name="Arc 8">
                  <a:extLst>
                    <a:ext uri="{FF2B5EF4-FFF2-40B4-BE49-F238E27FC236}">
                      <a16:creationId xmlns:a16="http://schemas.microsoft.com/office/drawing/2014/main" id="{E13462E0-060F-4846-829A-1EC1408B24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50" name="Line 12">
                <a:extLst>
                  <a:ext uri="{FF2B5EF4-FFF2-40B4-BE49-F238E27FC236}">
                    <a16:creationId xmlns:a16="http://schemas.microsoft.com/office/drawing/2014/main" id="{06E33F54-1FE4-437A-BB18-4B528D147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51" name="Group 56">
                <a:extLst>
                  <a:ext uri="{FF2B5EF4-FFF2-40B4-BE49-F238E27FC236}">
                    <a16:creationId xmlns:a16="http://schemas.microsoft.com/office/drawing/2014/main" id="{D889849C-9EA5-4EE2-AECD-28CBF5237C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83" name="Line 15">
                  <a:extLst>
                    <a:ext uri="{FF2B5EF4-FFF2-40B4-BE49-F238E27FC236}">
                      <a16:creationId xmlns:a16="http://schemas.microsoft.com/office/drawing/2014/main" id="{CD9FF0B6-4FC0-42A6-8BCF-8E6012A7F8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4" name="Line 16">
                  <a:extLst>
                    <a:ext uri="{FF2B5EF4-FFF2-40B4-BE49-F238E27FC236}">
                      <a16:creationId xmlns:a16="http://schemas.microsoft.com/office/drawing/2014/main" id="{A3D39CA4-95C4-4CB9-822C-6B78F2CC2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5" name="Line 17">
                  <a:extLst>
                    <a:ext uri="{FF2B5EF4-FFF2-40B4-BE49-F238E27FC236}">
                      <a16:creationId xmlns:a16="http://schemas.microsoft.com/office/drawing/2014/main" id="{1B77DFAB-D1A6-4540-8AB2-7DC1B612C8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6" name="Line 18">
                  <a:extLst>
                    <a:ext uri="{FF2B5EF4-FFF2-40B4-BE49-F238E27FC236}">
                      <a16:creationId xmlns:a16="http://schemas.microsoft.com/office/drawing/2014/main" id="{8B823563-3978-418A-AAC0-A95C889970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52" name="Line 43">
                <a:extLst>
                  <a:ext uri="{FF2B5EF4-FFF2-40B4-BE49-F238E27FC236}">
                    <a16:creationId xmlns:a16="http://schemas.microsoft.com/office/drawing/2014/main" id="{8AEB6FB6-A9FC-40B5-BFA2-00BF55648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" name="Line 44">
                <a:extLst>
                  <a:ext uri="{FF2B5EF4-FFF2-40B4-BE49-F238E27FC236}">
                    <a16:creationId xmlns:a16="http://schemas.microsoft.com/office/drawing/2014/main" id="{F49102F1-F3BD-44F2-BE41-545708D5CA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4" name="Line 45">
                <a:extLst>
                  <a:ext uri="{FF2B5EF4-FFF2-40B4-BE49-F238E27FC236}">
                    <a16:creationId xmlns:a16="http://schemas.microsoft.com/office/drawing/2014/main" id="{B4906DF4-E045-4A33-9961-D71138240D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5" name="Line 46">
                <a:extLst>
                  <a:ext uri="{FF2B5EF4-FFF2-40B4-BE49-F238E27FC236}">
                    <a16:creationId xmlns:a16="http://schemas.microsoft.com/office/drawing/2014/main" id="{4976B827-D836-4FB5-B001-A71D4CEEA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6" name="Line 47">
                <a:extLst>
                  <a:ext uri="{FF2B5EF4-FFF2-40B4-BE49-F238E27FC236}">
                    <a16:creationId xmlns:a16="http://schemas.microsoft.com/office/drawing/2014/main" id="{651ABC65-B332-457E-B12D-FF06A1BC3C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" name="Line 48">
                <a:extLst>
                  <a:ext uri="{FF2B5EF4-FFF2-40B4-BE49-F238E27FC236}">
                    <a16:creationId xmlns:a16="http://schemas.microsoft.com/office/drawing/2014/main" id="{F6BC7C03-BC59-425A-9567-736AB5B65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" name="Line 50">
                <a:extLst>
                  <a:ext uri="{FF2B5EF4-FFF2-40B4-BE49-F238E27FC236}">
                    <a16:creationId xmlns:a16="http://schemas.microsoft.com/office/drawing/2014/main" id="{F9693EB0-59A5-4780-AB86-AB200E6982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9" name="Line 51">
                <a:extLst>
                  <a:ext uri="{FF2B5EF4-FFF2-40B4-BE49-F238E27FC236}">
                    <a16:creationId xmlns:a16="http://schemas.microsoft.com/office/drawing/2014/main" id="{29923DC8-80F4-4E5F-82B3-47F8E9C12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0" name="Line 52">
                <a:extLst>
                  <a:ext uri="{FF2B5EF4-FFF2-40B4-BE49-F238E27FC236}">
                    <a16:creationId xmlns:a16="http://schemas.microsoft.com/office/drawing/2014/main" id="{A5D023BF-2479-4107-AD72-A6B409952F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1" name="AutoShape 53" descr="Wide downward diagonal">
                <a:extLst>
                  <a:ext uri="{FF2B5EF4-FFF2-40B4-BE49-F238E27FC236}">
                    <a16:creationId xmlns:a16="http://schemas.microsoft.com/office/drawing/2014/main" id="{73328271-E963-4D8C-8199-0E0131E0C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62" name="AutoShape 54" descr="Wide downward diagonal">
                <a:extLst>
                  <a:ext uri="{FF2B5EF4-FFF2-40B4-BE49-F238E27FC236}">
                    <a16:creationId xmlns:a16="http://schemas.microsoft.com/office/drawing/2014/main" id="{08F410EF-1154-4487-A26B-CDE7E4042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63" name="Group 57">
                <a:extLst>
                  <a:ext uri="{FF2B5EF4-FFF2-40B4-BE49-F238E27FC236}">
                    <a16:creationId xmlns:a16="http://schemas.microsoft.com/office/drawing/2014/main" id="{9F40ED7B-0EB0-400A-9C28-5A091C5BDB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79" name="Line 58">
                  <a:extLst>
                    <a:ext uri="{FF2B5EF4-FFF2-40B4-BE49-F238E27FC236}">
                      <a16:creationId xmlns:a16="http://schemas.microsoft.com/office/drawing/2014/main" id="{EBC81EFD-C586-4180-A74D-2A9115EA1A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0" name="Line 59">
                  <a:extLst>
                    <a:ext uri="{FF2B5EF4-FFF2-40B4-BE49-F238E27FC236}">
                      <a16:creationId xmlns:a16="http://schemas.microsoft.com/office/drawing/2014/main" id="{42C93F10-E239-414C-BF44-881B3B8437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1" name="Line 60">
                  <a:extLst>
                    <a:ext uri="{FF2B5EF4-FFF2-40B4-BE49-F238E27FC236}">
                      <a16:creationId xmlns:a16="http://schemas.microsoft.com/office/drawing/2014/main" id="{4D04A4E7-A8E5-4530-826C-34C188D6FF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2" name="Line 61">
                  <a:extLst>
                    <a:ext uri="{FF2B5EF4-FFF2-40B4-BE49-F238E27FC236}">
                      <a16:creationId xmlns:a16="http://schemas.microsoft.com/office/drawing/2014/main" id="{1CCBB668-568F-4AD2-8B3E-2B5CC6F3B0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4" name="Group 62">
                <a:extLst>
                  <a:ext uri="{FF2B5EF4-FFF2-40B4-BE49-F238E27FC236}">
                    <a16:creationId xmlns:a16="http://schemas.microsoft.com/office/drawing/2014/main" id="{4A413A78-9CAC-460E-81EE-8A3DBA4E7A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75" name="Line 63">
                  <a:extLst>
                    <a:ext uri="{FF2B5EF4-FFF2-40B4-BE49-F238E27FC236}">
                      <a16:creationId xmlns:a16="http://schemas.microsoft.com/office/drawing/2014/main" id="{A542F2A2-5991-4B74-9DE3-D676AA0A82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6" name="Line 64">
                  <a:extLst>
                    <a:ext uri="{FF2B5EF4-FFF2-40B4-BE49-F238E27FC236}">
                      <a16:creationId xmlns:a16="http://schemas.microsoft.com/office/drawing/2014/main" id="{E2B48CAD-B54A-47F6-A171-211D27643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7" name="Line 65">
                  <a:extLst>
                    <a:ext uri="{FF2B5EF4-FFF2-40B4-BE49-F238E27FC236}">
                      <a16:creationId xmlns:a16="http://schemas.microsoft.com/office/drawing/2014/main" id="{97EB65D2-CD45-4DBC-9BEE-6C2139277B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8" name="Line 66">
                  <a:extLst>
                    <a:ext uri="{FF2B5EF4-FFF2-40B4-BE49-F238E27FC236}">
                      <a16:creationId xmlns:a16="http://schemas.microsoft.com/office/drawing/2014/main" id="{B6EB2FA7-D3A3-46F0-AB4A-1B463440EB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5" name="Group 67">
                <a:extLst>
                  <a:ext uri="{FF2B5EF4-FFF2-40B4-BE49-F238E27FC236}">
                    <a16:creationId xmlns:a16="http://schemas.microsoft.com/office/drawing/2014/main" id="{F6EA329E-7003-4FF4-ADBE-3F21926D0E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71" name="Line 68">
                  <a:extLst>
                    <a:ext uri="{FF2B5EF4-FFF2-40B4-BE49-F238E27FC236}">
                      <a16:creationId xmlns:a16="http://schemas.microsoft.com/office/drawing/2014/main" id="{7B66C20F-73E9-4E7C-9359-66ED85D24D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2" name="Line 69">
                  <a:extLst>
                    <a:ext uri="{FF2B5EF4-FFF2-40B4-BE49-F238E27FC236}">
                      <a16:creationId xmlns:a16="http://schemas.microsoft.com/office/drawing/2014/main" id="{D2701A5D-022B-4E72-A971-40E1DE2FBC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3" name="Line 70">
                  <a:extLst>
                    <a:ext uri="{FF2B5EF4-FFF2-40B4-BE49-F238E27FC236}">
                      <a16:creationId xmlns:a16="http://schemas.microsoft.com/office/drawing/2014/main" id="{DE310500-EB95-4A4B-8CB4-29638ECC9E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4" name="Line 71">
                  <a:extLst>
                    <a:ext uri="{FF2B5EF4-FFF2-40B4-BE49-F238E27FC236}">
                      <a16:creationId xmlns:a16="http://schemas.microsoft.com/office/drawing/2014/main" id="{A2101B2D-8C6B-432C-9134-04C8C03975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6" name="Group 72">
                <a:extLst>
                  <a:ext uri="{FF2B5EF4-FFF2-40B4-BE49-F238E27FC236}">
                    <a16:creationId xmlns:a16="http://schemas.microsoft.com/office/drawing/2014/main" id="{3D47904C-2797-4916-8BF3-3084F456BB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67" name="Line 73">
                  <a:extLst>
                    <a:ext uri="{FF2B5EF4-FFF2-40B4-BE49-F238E27FC236}">
                      <a16:creationId xmlns:a16="http://schemas.microsoft.com/office/drawing/2014/main" id="{4C8F99FE-1515-4180-8120-BC844D455E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8" name="Line 74">
                  <a:extLst>
                    <a:ext uri="{FF2B5EF4-FFF2-40B4-BE49-F238E27FC236}">
                      <a16:creationId xmlns:a16="http://schemas.microsoft.com/office/drawing/2014/main" id="{FC28D43F-E1DD-4074-812D-E2F03AD808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9" name="Line 75">
                  <a:extLst>
                    <a:ext uri="{FF2B5EF4-FFF2-40B4-BE49-F238E27FC236}">
                      <a16:creationId xmlns:a16="http://schemas.microsoft.com/office/drawing/2014/main" id="{D8AB5095-BFDD-475B-9CA5-E7AD2A9167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0" name="Line 76">
                  <a:extLst>
                    <a:ext uri="{FF2B5EF4-FFF2-40B4-BE49-F238E27FC236}">
                      <a16:creationId xmlns:a16="http://schemas.microsoft.com/office/drawing/2014/main" id="{A06305CA-6C0A-4CC1-BE45-2D2882E0FE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91" name="Group 77">
              <a:extLst>
                <a:ext uri="{FF2B5EF4-FFF2-40B4-BE49-F238E27FC236}">
                  <a16:creationId xmlns:a16="http://schemas.microsoft.com/office/drawing/2014/main" id="{D9348F2A-414F-430D-ABEF-C02AB886F693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333737" y="3009245"/>
              <a:ext cx="1885950" cy="228600"/>
              <a:chOff x="1872" y="2160"/>
              <a:chExt cx="3456" cy="528"/>
            </a:xfrm>
          </p:grpSpPr>
          <p:grpSp>
            <p:nvGrpSpPr>
              <p:cNvPr id="92" name="Group 10">
                <a:extLst>
                  <a:ext uri="{FF2B5EF4-FFF2-40B4-BE49-F238E27FC236}">
                    <a16:creationId xmlns:a16="http://schemas.microsoft.com/office/drawing/2014/main" id="{50CCEC5D-4999-4C0D-A730-2A21090296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133" name="Arc 5">
                  <a:extLst>
                    <a:ext uri="{FF2B5EF4-FFF2-40B4-BE49-F238E27FC236}">
                      <a16:creationId xmlns:a16="http://schemas.microsoft.com/office/drawing/2014/main" id="{271EE402-80F0-4147-853B-9191512891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4" name="Arc 6">
                  <a:extLst>
                    <a:ext uri="{FF2B5EF4-FFF2-40B4-BE49-F238E27FC236}">
                      <a16:creationId xmlns:a16="http://schemas.microsoft.com/office/drawing/2014/main" id="{23041494-9D79-4EB7-BC4F-E037D0899F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93" name="Group 9">
                <a:extLst>
                  <a:ext uri="{FF2B5EF4-FFF2-40B4-BE49-F238E27FC236}">
                    <a16:creationId xmlns:a16="http://schemas.microsoft.com/office/drawing/2014/main" id="{A68EEAB9-771F-410E-9BD3-F4B964B051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131" name="Arc 7">
                  <a:extLst>
                    <a:ext uri="{FF2B5EF4-FFF2-40B4-BE49-F238E27FC236}">
                      <a16:creationId xmlns:a16="http://schemas.microsoft.com/office/drawing/2014/main" id="{06A43F26-1BC4-45EE-A6FF-09EC09E338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2" name="Arc 8">
                  <a:extLst>
                    <a:ext uri="{FF2B5EF4-FFF2-40B4-BE49-F238E27FC236}">
                      <a16:creationId xmlns:a16="http://schemas.microsoft.com/office/drawing/2014/main" id="{5CCC99F3-053B-482B-A377-A0BC444E3B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94" name="Line 12">
                <a:extLst>
                  <a:ext uri="{FF2B5EF4-FFF2-40B4-BE49-F238E27FC236}">
                    <a16:creationId xmlns:a16="http://schemas.microsoft.com/office/drawing/2014/main" id="{196B036E-9C59-4CA1-A270-4AF8F79F4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95" name="Group 56">
                <a:extLst>
                  <a:ext uri="{FF2B5EF4-FFF2-40B4-BE49-F238E27FC236}">
                    <a16:creationId xmlns:a16="http://schemas.microsoft.com/office/drawing/2014/main" id="{3864A783-A7C9-4F15-B9C8-2EDD39565A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127" name="Line 15">
                  <a:extLst>
                    <a:ext uri="{FF2B5EF4-FFF2-40B4-BE49-F238E27FC236}">
                      <a16:creationId xmlns:a16="http://schemas.microsoft.com/office/drawing/2014/main" id="{85687701-4CBA-48A7-BD07-4F7A236CBB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8" name="Line 16">
                  <a:extLst>
                    <a:ext uri="{FF2B5EF4-FFF2-40B4-BE49-F238E27FC236}">
                      <a16:creationId xmlns:a16="http://schemas.microsoft.com/office/drawing/2014/main" id="{E0DD94A9-D0B2-4DD3-BF7C-E3F19DC9F9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9" name="Line 17">
                  <a:extLst>
                    <a:ext uri="{FF2B5EF4-FFF2-40B4-BE49-F238E27FC236}">
                      <a16:creationId xmlns:a16="http://schemas.microsoft.com/office/drawing/2014/main" id="{9EEA98A0-AC72-4F91-8CD5-5169F50866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30" name="Line 18">
                  <a:extLst>
                    <a:ext uri="{FF2B5EF4-FFF2-40B4-BE49-F238E27FC236}">
                      <a16:creationId xmlns:a16="http://schemas.microsoft.com/office/drawing/2014/main" id="{AF69DC25-B49D-4832-A5C9-390AFB4D12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96" name="Line 43">
                <a:extLst>
                  <a:ext uri="{FF2B5EF4-FFF2-40B4-BE49-F238E27FC236}">
                    <a16:creationId xmlns:a16="http://schemas.microsoft.com/office/drawing/2014/main" id="{F2875A7A-E7BB-41DE-9E08-DFAEE082E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7" name="Line 44">
                <a:extLst>
                  <a:ext uri="{FF2B5EF4-FFF2-40B4-BE49-F238E27FC236}">
                    <a16:creationId xmlns:a16="http://schemas.microsoft.com/office/drawing/2014/main" id="{79CB4FC4-7531-48DC-883A-3D86272040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8" name="Line 45">
                <a:extLst>
                  <a:ext uri="{FF2B5EF4-FFF2-40B4-BE49-F238E27FC236}">
                    <a16:creationId xmlns:a16="http://schemas.microsoft.com/office/drawing/2014/main" id="{E21BEC4C-2929-4BC2-9995-CDE7A07247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9" name="Line 46">
                <a:extLst>
                  <a:ext uri="{FF2B5EF4-FFF2-40B4-BE49-F238E27FC236}">
                    <a16:creationId xmlns:a16="http://schemas.microsoft.com/office/drawing/2014/main" id="{F548EEBB-2D20-46B1-AF56-208932F03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0" name="Line 47">
                <a:extLst>
                  <a:ext uri="{FF2B5EF4-FFF2-40B4-BE49-F238E27FC236}">
                    <a16:creationId xmlns:a16="http://schemas.microsoft.com/office/drawing/2014/main" id="{81CC1977-BB8A-45A8-9B18-B57311D551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1" name="Line 48">
                <a:extLst>
                  <a:ext uri="{FF2B5EF4-FFF2-40B4-BE49-F238E27FC236}">
                    <a16:creationId xmlns:a16="http://schemas.microsoft.com/office/drawing/2014/main" id="{EF71754A-FB61-4220-8855-C424D9CC41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2" name="Line 50">
                <a:extLst>
                  <a:ext uri="{FF2B5EF4-FFF2-40B4-BE49-F238E27FC236}">
                    <a16:creationId xmlns:a16="http://schemas.microsoft.com/office/drawing/2014/main" id="{05F25472-20CB-438D-B793-6E87F42FB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3" name="Line 51">
                <a:extLst>
                  <a:ext uri="{FF2B5EF4-FFF2-40B4-BE49-F238E27FC236}">
                    <a16:creationId xmlns:a16="http://schemas.microsoft.com/office/drawing/2014/main" id="{CABF8106-498B-4C27-A872-3B90DE6CE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4" name="Line 52">
                <a:extLst>
                  <a:ext uri="{FF2B5EF4-FFF2-40B4-BE49-F238E27FC236}">
                    <a16:creationId xmlns:a16="http://schemas.microsoft.com/office/drawing/2014/main" id="{8B6FD917-BDA4-4C8C-896F-BF1ACCCCA0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5" name="AutoShape 53" descr="Wide downward diagonal">
                <a:extLst>
                  <a:ext uri="{FF2B5EF4-FFF2-40B4-BE49-F238E27FC236}">
                    <a16:creationId xmlns:a16="http://schemas.microsoft.com/office/drawing/2014/main" id="{36EEFF33-D2EE-40BB-8655-8D4EEF8B49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06" name="AutoShape 54" descr="Wide downward diagonal">
                <a:extLst>
                  <a:ext uri="{FF2B5EF4-FFF2-40B4-BE49-F238E27FC236}">
                    <a16:creationId xmlns:a16="http://schemas.microsoft.com/office/drawing/2014/main" id="{69D7D0A2-0938-408B-9048-64DCF083B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07" name="Group 57">
                <a:extLst>
                  <a:ext uri="{FF2B5EF4-FFF2-40B4-BE49-F238E27FC236}">
                    <a16:creationId xmlns:a16="http://schemas.microsoft.com/office/drawing/2014/main" id="{300B04F8-1CDA-43D4-99AB-73949F62DF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123" name="Line 58">
                  <a:extLst>
                    <a:ext uri="{FF2B5EF4-FFF2-40B4-BE49-F238E27FC236}">
                      <a16:creationId xmlns:a16="http://schemas.microsoft.com/office/drawing/2014/main" id="{1DF59556-578A-4E37-8188-5234B9F06B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4" name="Line 59">
                  <a:extLst>
                    <a:ext uri="{FF2B5EF4-FFF2-40B4-BE49-F238E27FC236}">
                      <a16:creationId xmlns:a16="http://schemas.microsoft.com/office/drawing/2014/main" id="{FF9DB8D6-080A-4102-B198-4AD957B99A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5" name="Line 60">
                  <a:extLst>
                    <a:ext uri="{FF2B5EF4-FFF2-40B4-BE49-F238E27FC236}">
                      <a16:creationId xmlns:a16="http://schemas.microsoft.com/office/drawing/2014/main" id="{E9DE33AD-EBFD-43F0-8482-A4F22BA593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6" name="Line 61">
                  <a:extLst>
                    <a:ext uri="{FF2B5EF4-FFF2-40B4-BE49-F238E27FC236}">
                      <a16:creationId xmlns:a16="http://schemas.microsoft.com/office/drawing/2014/main" id="{E6B94BA4-2E40-4A32-8121-FF7BA44377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8" name="Group 62">
                <a:extLst>
                  <a:ext uri="{FF2B5EF4-FFF2-40B4-BE49-F238E27FC236}">
                    <a16:creationId xmlns:a16="http://schemas.microsoft.com/office/drawing/2014/main" id="{ECCEA954-96EE-435F-AF0C-2AC2A32DB9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119" name="Line 63">
                  <a:extLst>
                    <a:ext uri="{FF2B5EF4-FFF2-40B4-BE49-F238E27FC236}">
                      <a16:creationId xmlns:a16="http://schemas.microsoft.com/office/drawing/2014/main" id="{0E78BE06-AC13-4B91-93CF-47CB4A4C47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0" name="Line 64">
                  <a:extLst>
                    <a:ext uri="{FF2B5EF4-FFF2-40B4-BE49-F238E27FC236}">
                      <a16:creationId xmlns:a16="http://schemas.microsoft.com/office/drawing/2014/main" id="{F253D55C-39DE-43D0-9EA8-1BF0E47294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1" name="Line 65">
                  <a:extLst>
                    <a:ext uri="{FF2B5EF4-FFF2-40B4-BE49-F238E27FC236}">
                      <a16:creationId xmlns:a16="http://schemas.microsoft.com/office/drawing/2014/main" id="{4CA9FD4F-8C4E-420C-A941-90CE36E95C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2" name="Line 66">
                  <a:extLst>
                    <a:ext uri="{FF2B5EF4-FFF2-40B4-BE49-F238E27FC236}">
                      <a16:creationId xmlns:a16="http://schemas.microsoft.com/office/drawing/2014/main" id="{2A2CD4C3-A7E4-4859-B866-0C2493D531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9" name="Group 67">
                <a:extLst>
                  <a:ext uri="{FF2B5EF4-FFF2-40B4-BE49-F238E27FC236}">
                    <a16:creationId xmlns:a16="http://schemas.microsoft.com/office/drawing/2014/main" id="{48117412-D296-4C60-8E98-E25022A7BD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115" name="Line 68">
                  <a:extLst>
                    <a:ext uri="{FF2B5EF4-FFF2-40B4-BE49-F238E27FC236}">
                      <a16:creationId xmlns:a16="http://schemas.microsoft.com/office/drawing/2014/main" id="{158827B4-4D36-44CD-94A1-C9F19F965A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6" name="Line 69">
                  <a:extLst>
                    <a:ext uri="{FF2B5EF4-FFF2-40B4-BE49-F238E27FC236}">
                      <a16:creationId xmlns:a16="http://schemas.microsoft.com/office/drawing/2014/main" id="{E6F19F08-BE55-4950-ACCD-BD093C1C35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7" name="Line 70">
                  <a:extLst>
                    <a:ext uri="{FF2B5EF4-FFF2-40B4-BE49-F238E27FC236}">
                      <a16:creationId xmlns:a16="http://schemas.microsoft.com/office/drawing/2014/main" id="{6E12FE96-4B17-4357-9107-7A77B4982C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8" name="Line 71">
                  <a:extLst>
                    <a:ext uri="{FF2B5EF4-FFF2-40B4-BE49-F238E27FC236}">
                      <a16:creationId xmlns:a16="http://schemas.microsoft.com/office/drawing/2014/main" id="{985CF519-0239-43AD-A4D1-AA88F4C38A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10" name="Group 72">
                <a:extLst>
                  <a:ext uri="{FF2B5EF4-FFF2-40B4-BE49-F238E27FC236}">
                    <a16:creationId xmlns:a16="http://schemas.microsoft.com/office/drawing/2014/main" id="{C76BC46D-150E-4DFD-BE7D-139541DF53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111" name="Line 73">
                  <a:extLst>
                    <a:ext uri="{FF2B5EF4-FFF2-40B4-BE49-F238E27FC236}">
                      <a16:creationId xmlns:a16="http://schemas.microsoft.com/office/drawing/2014/main" id="{8D3ABAA6-BEDE-42CA-B175-76D3F0CB3A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2" name="Line 74">
                  <a:extLst>
                    <a:ext uri="{FF2B5EF4-FFF2-40B4-BE49-F238E27FC236}">
                      <a16:creationId xmlns:a16="http://schemas.microsoft.com/office/drawing/2014/main" id="{1715D152-0F7E-4EB8-8921-971DA9E71E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3" name="Line 75">
                  <a:extLst>
                    <a:ext uri="{FF2B5EF4-FFF2-40B4-BE49-F238E27FC236}">
                      <a16:creationId xmlns:a16="http://schemas.microsoft.com/office/drawing/2014/main" id="{4839D98D-3346-41AA-821D-1CE1DF260D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4" name="Line 76">
                  <a:extLst>
                    <a:ext uri="{FF2B5EF4-FFF2-40B4-BE49-F238E27FC236}">
                      <a16:creationId xmlns:a16="http://schemas.microsoft.com/office/drawing/2014/main" id="{FEB7D4B3-28E2-44D4-B62D-456701061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79" name="Grupo 178">
              <a:extLst>
                <a:ext uri="{FF2B5EF4-FFF2-40B4-BE49-F238E27FC236}">
                  <a16:creationId xmlns:a16="http://schemas.microsoft.com/office/drawing/2014/main" id="{1AB806D3-6F27-4406-B95D-0465A512CEA9}"/>
                </a:ext>
              </a:extLst>
            </p:cNvPr>
            <p:cNvGrpSpPr/>
            <p:nvPr/>
          </p:nvGrpSpPr>
          <p:grpSpPr>
            <a:xfrm rot="10800000">
              <a:off x="4067944" y="3016670"/>
              <a:ext cx="231924" cy="228600"/>
              <a:chOff x="5643563" y="1257300"/>
              <a:chExt cx="231924" cy="228600"/>
            </a:xfrm>
          </p:grpSpPr>
          <p:sp>
            <p:nvSpPr>
              <p:cNvPr id="140" name="Line 43">
                <a:extLst>
                  <a:ext uri="{FF2B5EF4-FFF2-40B4-BE49-F238E27FC236}">
                    <a16:creationId xmlns:a16="http://schemas.microsoft.com/office/drawing/2014/main" id="{9BB72249-4331-48B6-BE6F-F6EBFC70A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21462" y="1279381"/>
                <a:ext cx="0" cy="184439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1" name="Line 44">
                <a:extLst>
                  <a:ext uri="{FF2B5EF4-FFF2-40B4-BE49-F238E27FC236}">
                    <a16:creationId xmlns:a16="http://schemas.microsoft.com/office/drawing/2014/main" id="{CDB85C93-21C7-44C0-8D7C-D9FCB7D59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74531" y="1278082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2" name="Line 45">
                <a:extLst>
                  <a:ext uri="{FF2B5EF4-FFF2-40B4-BE49-F238E27FC236}">
                    <a16:creationId xmlns:a16="http://schemas.microsoft.com/office/drawing/2014/main" id="{5A5D46CB-0F08-4373-8028-B50B16D75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8188" y="1373765"/>
                <a:ext cx="57299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3" name="Line 46">
                <a:extLst>
                  <a:ext uri="{FF2B5EF4-FFF2-40B4-BE49-F238E27FC236}">
                    <a16:creationId xmlns:a16="http://schemas.microsoft.com/office/drawing/2014/main" id="{62B7679D-382C-4E30-AB08-0597F7B4F7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6005" y="1280247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4" name="Line 47">
                <a:extLst>
                  <a:ext uri="{FF2B5EF4-FFF2-40B4-BE49-F238E27FC236}">
                    <a16:creationId xmlns:a16="http://schemas.microsoft.com/office/drawing/2014/main" id="{04568921-7D3B-4E5E-A1EC-12C300BF48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6346" y="1373332"/>
                <a:ext cx="57845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5" name="Line 48">
                <a:extLst>
                  <a:ext uri="{FF2B5EF4-FFF2-40B4-BE49-F238E27FC236}">
                    <a16:creationId xmlns:a16="http://schemas.microsoft.com/office/drawing/2014/main" id="{384CBE60-0297-40E0-BD0B-C9E2E835D5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3563" y="137419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6" name="Line 50">
                <a:extLst>
                  <a:ext uri="{FF2B5EF4-FFF2-40B4-BE49-F238E27FC236}">
                    <a16:creationId xmlns:a16="http://schemas.microsoft.com/office/drawing/2014/main" id="{4EF2A389-CDD2-4BCA-991C-8D2298159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51202" y="135081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7" name="Line 51">
                <a:extLst>
                  <a:ext uri="{FF2B5EF4-FFF2-40B4-BE49-F238E27FC236}">
                    <a16:creationId xmlns:a16="http://schemas.microsoft.com/office/drawing/2014/main" id="{0E436068-A6B9-412C-A20A-CE981DEC7F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5077" y="1351251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8" name="Line 52">
                <a:extLst>
                  <a:ext uri="{FF2B5EF4-FFF2-40B4-BE49-F238E27FC236}">
                    <a16:creationId xmlns:a16="http://schemas.microsoft.com/office/drawing/2014/main" id="{9A3D9E29-41C3-4ECD-A184-E265887CEC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6168" y="1394980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9" name="AutoShape 53" descr="Wide downward diagonal">
                <a:extLst>
                  <a:ext uri="{FF2B5EF4-FFF2-40B4-BE49-F238E27FC236}">
                    <a16:creationId xmlns:a16="http://schemas.microsoft.com/office/drawing/2014/main" id="{C422EF11-3AF2-4B69-8206-18731D3B3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430482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50" name="AutoShape 54" descr="Wide downward diagonal">
                <a:extLst>
                  <a:ext uri="{FF2B5EF4-FFF2-40B4-BE49-F238E27FC236}">
                    <a16:creationId xmlns:a16="http://schemas.microsoft.com/office/drawing/2014/main" id="{CA37CCDD-5334-43F6-B4F6-6C63DF3D9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257300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grpSp>
          <p:nvGrpSpPr>
            <p:cNvPr id="162" name="Group 78">
              <a:extLst>
                <a:ext uri="{FF2B5EF4-FFF2-40B4-BE49-F238E27FC236}">
                  <a16:creationId xmlns:a16="http://schemas.microsoft.com/office/drawing/2014/main" id="{8DA50218-CC24-45F7-97F3-35EEF57377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01281" y="3014072"/>
              <a:ext cx="1885950" cy="228600"/>
              <a:chOff x="1872" y="2160"/>
              <a:chExt cx="3456" cy="528"/>
            </a:xfrm>
          </p:grpSpPr>
          <p:grpSp>
            <p:nvGrpSpPr>
              <p:cNvPr id="163" name="Group 79">
                <a:extLst>
                  <a:ext uri="{FF2B5EF4-FFF2-40B4-BE49-F238E27FC236}">
                    <a16:creationId xmlns:a16="http://schemas.microsoft.com/office/drawing/2014/main" id="{9EE6FE99-4667-43C1-B17C-B0F6008650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209" name="Arc 80">
                  <a:extLst>
                    <a:ext uri="{FF2B5EF4-FFF2-40B4-BE49-F238E27FC236}">
                      <a16:creationId xmlns:a16="http://schemas.microsoft.com/office/drawing/2014/main" id="{69ADF18C-6DB3-4D3F-A716-29D2E87983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10" name="Arc 81">
                  <a:extLst>
                    <a:ext uri="{FF2B5EF4-FFF2-40B4-BE49-F238E27FC236}">
                      <a16:creationId xmlns:a16="http://schemas.microsoft.com/office/drawing/2014/main" id="{C0D59991-2BD2-4F9D-903C-E690361BFB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164" name="Group 82">
                <a:extLst>
                  <a:ext uri="{FF2B5EF4-FFF2-40B4-BE49-F238E27FC236}">
                    <a16:creationId xmlns:a16="http://schemas.microsoft.com/office/drawing/2014/main" id="{DEE64AD3-75A4-4DA9-B3D8-1802955283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207" name="Arc 83">
                  <a:extLst>
                    <a:ext uri="{FF2B5EF4-FFF2-40B4-BE49-F238E27FC236}">
                      <a16:creationId xmlns:a16="http://schemas.microsoft.com/office/drawing/2014/main" id="{51B7D7CC-31A1-42FD-BE65-667C825EFE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08" name="Arc 84">
                  <a:extLst>
                    <a:ext uri="{FF2B5EF4-FFF2-40B4-BE49-F238E27FC236}">
                      <a16:creationId xmlns:a16="http://schemas.microsoft.com/office/drawing/2014/main" id="{F51B5F5C-12A2-41E8-8E6F-C2B086CF07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165" name="Line 85">
                <a:extLst>
                  <a:ext uri="{FF2B5EF4-FFF2-40B4-BE49-F238E27FC236}">
                    <a16:creationId xmlns:a16="http://schemas.microsoft.com/office/drawing/2014/main" id="{32D693AB-8E0B-4C18-96A6-4DE9AAC262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166" name="Group 86">
                <a:extLst>
                  <a:ext uri="{FF2B5EF4-FFF2-40B4-BE49-F238E27FC236}">
                    <a16:creationId xmlns:a16="http://schemas.microsoft.com/office/drawing/2014/main" id="{B1920C40-23BE-42B3-AFD9-C073956AB1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203" name="Line 87">
                  <a:extLst>
                    <a:ext uri="{FF2B5EF4-FFF2-40B4-BE49-F238E27FC236}">
                      <a16:creationId xmlns:a16="http://schemas.microsoft.com/office/drawing/2014/main" id="{EF22D944-8CBE-423F-AFDB-AF1373108B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4" name="Line 88">
                  <a:extLst>
                    <a:ext uri="{FF2B5EF4-FFF2-40B4-BE49-F238E27FC236}">
                      <a16:creationId xmlns:a16="http://schemas.microsoft.com/office/drawing/2014/main" id="{13E4744F-ADE0-4227-864A-455B391D9E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5" name="Line 89">
                  <a:extLst>
                    <a:ext uri="{FF2B5EF4-FFF2-40B4-BE49-F238E27FC236}">
                      <a16:creationId xmlns:a16="http://schemas.microsoft.com/office/drawing/2014/main" id="{92BC0989-C59A-41DD-B093-6C5039007E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6" name="Line 90">
                  <a:extLst>
                    <a:ext uri="{FF2B5EF4-FFF2-40B4-BE49-F238E27FC236}">
                      <a16:creationId xmlns:a16="http://schemas.microsoft.com/office/drawing/2014/main" id="{65E210CC-029C-42BD-98DB-EBA43B951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167" name="Line 91">
                <a:extLst>
                  <a:ext uri="{FF2B5EF4-FFF2-40B4-BE49-F238E27FC236}">
                    <a16:creationId xmlns:a16="http://schemas.microsoft.com/office/drawing/2014/main" id="{B8389D20-AC8D-4641-BA17-032B0BC585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8" name="Line 92">
                <a:extLst>
                  <a:ext uri="{FF2B5EF4-FFF2-40B4-BE49-F238E27FC236}">
                    <a16:creationId xmlns:a16="http://schemas.microsoft.com/office/drawing/2014/main" id="{A512B609-A891-411F-89C5-4C9E291971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9" name="Line 93">
                <a:extLst>
                  <a:ext uri="{FF2B5EF4-FFF2-40B4-BE49-F238E27FC236}">
                    <a16:creationId xmlns:a16="http://schemas.microsoft.com/office/drawing/2014/main" id="{CB6A92E0-C0DF-4A6B-B842-AE8806D4B3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0" name="Line 94">
                <a:extLst>
                  <a:ext uri="{FF2B5EF4-FFF2-40B4-BE49-F238E27FC236}">
                    <a16:creationId xmlns:a16="http://schemas.microsoft.com/office/drawing/2014/main" id="{696B5A83-264E-4684-8C0D-296E3BE3CA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1" name="Line 95">
                <a:extLst>
                  <a:ext uri="{FF2B5EF4-FFF2-40B4-BE49-F238E27FC236}">
                    <a16:creationId xmlns:a16="http://schemas.microsoft.com/office/drawing/2014/main" id="{58C9C982-C696-473E-A11C-D4883EBF88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2" name="Line 96">
                <a:extLst>
                  <a:ext uri="{FF2B5EF4-FFF2-40B4-BE49-F238E27FC236}">
                    <a16:creationId xmlns:a16="http://schemas.microsoft.com/office/drawing/2014/main" id="{C849C6BC-05DE-4B32-9842-50FC36F333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3" name="Line 97">
                <a:extLst>
                  <a:ext uri="{FF2B5EF4-FFF2-40B4-BE49-F238E27FC236}">
                    <a16:creationId xmlns:a16="http://schemas.microsoft.com/office/drawing/2014/main" id="{5D1B47EC-B4C1-4409-AB14-EA89CCE4B4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4" name="Line 98">
                <a:extLst>
                  <a:ext uri="{FF2B5EF4-FFF2-40B4-BE49-F238E27FC236}">
                    <a16:creationId xmlns:a16="http://schemas.microsoft.com/office/drawing/2014/main" id="{A6808097-60D6-4876-90E3-513527B200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5" name="Line 99">
                <a:extLst>
                  <a:ext uri="{FF2B5EF4-FFF2-40B4-BE49-F238E27FC236}">
                    <a16:creationId xmlns:a16="http://schemas.microsoft.com/office/drawing/2014/main" id="{C8D03D34-8E98-47D4-B891-052C22AFF5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6" name="AutoShape 100" descr="Wide downward diagonal">
                <a:extLst>
                  <a:ext uri="{FF2B5EF4-FFF2-40B4-BE49-F238E27FC236}">
                    <a16:creationId xmlns:a16="http://schemas.microsoft.com/office/drawing/2014/main" id="{EA450069-3E92-420C-A561-2BB6C38FB9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77" name="AutoShape 101" descr="Wide downward diagonal">
                <a:extLst>
                  <a:ext uri="{FF2B5EF4-FFF2-40B4-BE49-F238E27FC236}">
                    <a16:creationId xmlns:a16="http://schemas.microsoft.com/office/drawing/2014/main" id="{3FEA9AFE-AAA6-42CB-841A-7E580BD7D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78" name="Group 102">
                <a:extLst>
                  <a:ext uri="{FF2B5EF4-FFF2-40B4-BE49-F238E27FC236}">
                    <a16:creationId xmlns:a16="http://schemas.microsoft.com/office/drawing/2014/main" id="{E44AFBBC-FEDF-4834-B35E-DF32C541D1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199" name="Line 103">
                  <a:extLst>
                    <a:ext uri="{FF2B5EF4-FFF2-40B4-BE49-F238E27FC236}">
                      <a16:creationId xmlns:a16="http://schemas.microsoft.com/office/drawing/2014/main" id="{B3D7AFE2-20AE-408C-AD04-4CA416FDF8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0" name="Line 104">
                  <a:extLst>
                    <a:ext uri="{FF2B5EF4-FFF2-40B4-BE49-F238E27FC236}">
                      <a16:creationId xmlns:a16="http://schemas.microsoft.com/office/drawing/2014/main" id="{776CDE00-7C10-49AA-BD56-808252854C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1" name="Line 105">
                  <a:extLst>
                    <a:ext uri="{FF2B5EF4-FFF2-40B4-BE49-F238E27FC236}">
                      <a16:creationId xmlns:a16="http://schemas.microsoft.com/office/drawing/2014/main" id="{9B4A0B1C-2822-4D57-A088-C928FF0D20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2" name="Line 106">
                  <a:extLst>
                    <a:ext uri="{FF2B5EF4-FFF2-40B4-BE49-F238E27FC236}">
                      <a16:creationId xmlns:a16="http://schemas.microsoft.com/office/drawing/2014/main" id="{CFEA634E-FFA3-42B3-B6B2-A747782C52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81" name="Group 107">
                <a:extLst>
                  <a:ext uri="{FF2B5EF4-FFF2-40B4-BE49-F238E27FC236}">
                    <a16:creationId xmlns:a16="http://schemas.microsoft.com/office/drawing/2014/main" id="{EECDBD8B-9C7F-4882-87AF-B0BE932043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195" name="Line 108">
                  <a:extLst>
                    <a:ext uri="{FF2B5EF4-FFF2-40B4-BE49-F238E27FC236}">
                      <a16:creationId xmlns:a16="http://schemas.microsoft.com/office/drawing/2014/main" id="{70916BCD-8EE5-4302-B56B-0613018589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6" name="Line 109">
                  <a:extLst>
                    <a:ext uri="{FF2B5EF4-FFF2-40B4-BE49-F238E27FC236}">
                      <a16:creationId xmlns:a16="http://schemas.microsoft.com/office/drawing/2014/main" id="{B388DA72-2E9C-4813-8F08-C7290ED40B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7" name="Line 110">
                  <a:extLst>
                    <a:ext uri="{FF2B5EF4-FFF2-40B4-BE49-F238E27FC236}">
                      <a16:creationId xmlns:a16="http://schemas.microsoft.com/office/drawing/2014/main" id="{0C782715-FD60-4A5C-BC90-17FFF6EDF5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8" name="Line 111">
                  <a:extLst>
                    <a:ext uri="{FF2B5EF4-FFF2-40B4-BE49-F238E27FC236}">
                      <a16:creationId xmlns:a16="http://schemas.microsoft.com/office/drawing/2014/main" id="{46FF9CF7-C8C6-4157-AE56-0853C4EC03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83" name="Group 112">
                <a:extLst>
                  <a:ext uri="{FF2B5EF4-FFF2-40B4-BE49-F238E27FC236}">
                    <a16:creationId xmlns:a16="http://schemas.microsoft.com/office/drawing/2014/main" id="{7130610B-E3DB-4932-85A6-98984935FF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191" name="Line 113">
                  <a:extLst>
                    <a:ext uri="{FF2B5EF4-FFF2-40B4-BE49-F238E27FC236}">
                      <a16:creationId xmlns:a16="http://schemas.microsoft.com/office/drawing/2014/main" id="{D9B88080-DC29-49D7-92DA-02F6F111A1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2" name="Line 114">
                  <a:extLst>
                    <a:ext uri="{FF2B5EF4-FFF2-40B4-BE49-F238E27FC236}">
                      <a16:creationId xmlns:a16="http://schemas.microsoft.com/office/drawing/2014/main" id="{362FA476-1180-4E20-8F25-42FD269BF9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3" name="Line 115">
                  <a:extLst>
                    <a:ext uri="{FF2B5EF4-FFF2-40B4-BE49-F238E27FC236}">
                      <a16:creationId xmlns:a16="http://schemas.microsoft.com/office/drawing/2014/main" id="{31155A51-1313-4069-AA9E-E15CE51A1D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4" name="Line 116">
                  <a:extLst>
                    <a:ext uri="{FF2B5EF4-FFF2-40B4-BE49-F238E27FC236}">
                      <a16:creationId xmlns:a16="http://schemas.microsoft.com/office/drawing/2014/main" id="{FBCD1129-3D01-4BF0-835C-CB05C222EB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84" name="Group 117">
                <a:extLst>
                  <a:ext uri="{FF2B5EF4-FFF2-40B4-BE49-F238E27FC236}">
                    <a16:creationId xmlns:a16="http://schemas.microsoft.com/office/drawing/2014/main" id="{5A02F2D6-2765-4E51-907F-795E2DE199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186" name="Line 118">
                  <a:extLst>
                    <a:ext uri="{FF2B5EF4-FFF2-40B4-BE49-F238E27FC236}">
                      <a16:creationId xmlns:a16="http://schemas.microsoft.com/office/drawing/2014/main" id="{290F4DB9-9479-451F-9FAA-BFD92597B5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88" name="Line 119">
                  <a:extLst>
                    <a:ext uri="{FF2B5EF4-FFF2-40B4-BE49-F238E27FC236}">
                      <a16:creationId xmlns:a16="http://schemas.microsoft.com/office/drawing/2014/main" id="{CD67893D-8D40-4DD6-809C-7A67757558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89" name="Line 120">
                  <a:extLst>
                    <a:ext uri="{FF2B5EF4-FFF2-40B4-BE49-F238E27FC236}">
                      <a16:creationId xmlns:a16="http://schemas.microsoft.com/office/drawing/2014/main" id="{3AFD4637-B367-45D2-B08D-186989250C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0" name="Line 121">
                  <a:extLst>
                    <a:ext uri="{FF2B5EF4-FFF2-40B4-BE49-F238E27FC236}">
                      <a16:creationId xmlns:a16="http://schemas.microsoft.com/office/drawing/2014/main" id="{2B9584E5-FE24-454E-A184-2B205789C4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211" name="Group 78">
              <a:extLst>
                <a:ext uri="{FF2B5EF4-FFF2-40B4-BE49-F238E27FC236}">
                  <a16:creationId xmlns:a16="http://schemas.microsoft.com/office/drawing/2014/main" id="{91060079-0DC7-419C-9176-38B6E059CC76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2194598" y="3016670"/>
              <a:ext cx="1885950" cy="228600"/>
              <a:chOff x="1872" y="2160"/>
              <a:chExt cx="3456" cy="528"/>
            </a:xfrm>
          </p:grpSpPr>
          <p:grpSp>
            <p:nvGrpSpPr>
              <p:cNvPr id="212" name="Group 79">
                <a:extLst>
                  <a:ext uri="{FF2B5EF4-FFF2-40B4-BE49-F238E27FC236}">
                    <a16:creationId xmlns:a16="http://schemas.microsoft.com/office/drawing/2014/main" id="{2B6936ED-3FDD-4C5A-83AA-74229AE9A0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253" name="Arc 80">
                  <a:extLst>
                    <a:ext uri="{FF2B5EF4-FFF2-40B4-BE49-F238E27FC236}">
                      <a16:creationId xmlns:a16="http://schemas.microsoft.com/office/drawing/2014/main" id="{30DC2440-CE9D-4B49-B7C7-EAF85F2933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54" name="Arc 81">
                  <a:extLst>
                    <a:ext uri="{FF2B5EF4-FFF2-40B4-BE49-F238E27FC236}">
                      <a16:creationId xmlns:a16="http://schemas.microsoft.com/office/drawing/2014/main" id="{D8F902BF-63F3-4110-BCC0-02FB1FCF59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213" name="Group 82">
                <a:extLst>
                  <a:ext uri="{FF2B5EF4-FFF2-40B4-BE49-F238E27FC236}">
                    <a16:creationId xmlns:a16="http://schemas.microsoft.com/office/drawing/2014/main" id="{6584C528-90AE-4D5E-B459-A7C09E0020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251" name="Arc 83">
                  <a:extLst>
                    <a:ext uri="{FF2B5EF4-FFF2-40B4-BE49-F238E27FC236}">
                      <a16:creationId xmlns:a16="http://schemas.microsoft.com/office/drawing/2014/main" id="{278B8473-3577-4B21-A419-95F0D35CE1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52" name="Arc 84">
                  <a:extLst>
                    <a:ext uri="{FF2B5EF4-FFF2-40B4-BE49-F238E27FC236}">
                      <a16:creationId xmlns:a16="http://schemas.microsoft.com/office/drawing/2014/main" id="{C7ED8D9D-0E9E-4702-8F6D-9711A65FCF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214" name="Line 85">
                <a:extLst>
                  <a:ext uri="{FF2B5EF4-FFF2-40B4-BE49-F238E27FC236}">
                    <a16:creationId xmlns:a16="http://schemas.microsoft.com/office/drawing/2014/main" id="{F643F783-DE8A-4BF2-951E-20C4E0C68F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215" name="Group 86">
                <a:extLst>
                  <a:ext uri="{FF2B5EF4-FFF2-40B4-BE49-F238E27FC236}">
                    <a16:creationId xmlns:a16="http://schemas.microsoft.com/office/drawing/2014/main" id="{CAE74F4C-E210-4AB2-80F1-E32994A1DE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247" name="Line 87">
                  <a:extLst>
                    <a:ext uri="{FF2B5EF4-FFF2-40B4-BE49-F238E27FC236}">
                      <a16:creationId xmlns:a16="http://schemas.microsoft.com/office/drawing/2014/main" id="{139D90DB-D880-441A-9166-2770D5A978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8" name="Line 88">
                  <a:extLst>
                    <a:ext uri="{FF2B5EF4-FFF2-40B4-BE49-F238E27FC236}">
                      <a16:creationId xmlns:a16="http://schemas.microsoft.com/office/drawing/2014/main" id="{62AFE025-80EB-457D-AF6C-C7C922EB86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9" name="Line 89">
                  <a:extLst>
                    <a:ext uri="{FF2B5EF4-FFF2-40B4-BE49-F238E27FC236}">
                      <a16:creationId xmlns:a16="http://schemas.microsoft.com/office/drawing/2014/main" id="{9581524D-7FA5-4AF0-A0F6-8C7781D5E3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50" name="Line 90">
                  <a:extLst>
                    <a:ext uri="{FF2B5EF4-FFF2-40B4-BE49-F238E27FC236}">
                      <a16:creationId xmlns:a16="http://schemas.microsoft.com/office/drawing/2014/main" id="{BD00239A-D88A-4763-A08E-57CDF76307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16" name="Line 91">
                <a:extLst>
                  <a:ext uri="{FF2B5EF4-FFF2-40B4-BE49-F238E27FC236}">
                    <a16:creationId xmlns:a16="http://schemas.microsoft.com/office/drawing/2014/main" id="{A9A50FD4-90E1-423E-9F9C-3D77BE4244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7" name="Line 92">
                <a:extLst>
                  <a:ext uri="{FF2B5EF4-FFF2-40B4-BE49-F238E27FC236}">
                    <a16:creationId xmlns:a16="http://schemas.microsoft.com/office/drawing/2014/main" id="{FBA06EEB-1733-40F0-8445-C4BFD628CD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8" name="Line 93">
                <a:extLst>
                  <a:ext uri="{FF2B5EF4-FFF2-40B4-BE49-F238E27FC236}">
                    <a16:creationId xmlns:a16="http://schemas.microsoft.com/office/drawing/2014/main" id="{ACFB39D9-E256-44AF-875B-84C887730D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9" name="Line 94">
                <a:extLst>
                  <a:ext uri="{FF2B5EF4-FFF2-40B4-BE49-F238E27FC236}">
                    <a16:creationId xmlns:a16="http://schemas.microsoft.com/office/drawing/2014/main" id="{B6C2F6F9-9D10-4016-9CFF-3A29C44C92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0" name="Line 95">
                <a:extLst>
                  <a:ext uri="{FF2B5EF4-FFF2-40B4-BE49-F238E27FC236}">
                    <a16:creationId xmlns:a16="http://schemas.microsoft.com/office/drawing/2014/main" id="{E9ABC520-ADEE-48BC-B039-576A42E478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1" name="Line 96">
                <a:extLst>
                  <a:ext uri="{FF2B5EF4-FFF2-40B4-BE49-F238E27FC236}">
                    <a16:creationId xmlns:a16="http://schemas.microsoft.com/office/drawing/2014/main" id="{D741972B-24CE-4F99-AE0E-BED5F14ADC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2" name="Line 97">
                <a:extLst>
                  <a:ext uri="{FF2B5EF4-FFF2-40B4-BE49-F238E27FC236}">
                    <a16:creationId xmlns:a16="http://schemas.microsoft.com/office/drawing/2014/main" id="{B5128951-7051-4BF8-8CC0-47A93CA522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3" name="Line 98">
                <a:extLst>
                  <a:ext uri="{FF2B5EF4-FFF2-40B4-BE49-F238E27FC236}">
                    <a16:creationId xmlns:a16="http://schemas.microsoft.com/office/drawing/2014/main" id="{CAD7FE8A-0227-4C7E-ABF1-69CFCA18CB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4" name="Line 99">
                <a:extLst>
                  <a:ext uri="{FF2B5EF4-FFF2-40B4-BE49-F238E27FC236}">
                    <a16:creationId xmlns:a16="http://schemas.microsoft.com/office/drawing/2014/main" id="{E7056153-3144-4873-9985-5F6E86BD47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5" name="AutoShape 100" descr="Wide downward diagonal">
                <a:extLst>
                  <a:ext uri="{FF2B5EF4-FFF2-40B4-BE49-F238E27FC236}">
                    <a16:creationId xmlns:a16="http://schemas.microsoft.com/office/drawing/2014/main" id="{ACD844E2-774B-494C-881D-F7D280D01B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26" name="AutoShape 101" descr="Wide downward diagonal">
                <a:extLst>
                  <a:ext uri="{FF2B5EF4-FFF2-40B4-BE49-F238E27FC236}">
                    <a16:creationId xmlns:a16="http://schemas.microsoft.com/office/drawing/2014/main" id="{7F502AE3-1E71-403D-88F2-D8FC8F7D0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227" name="Group 102">
                <a:extLst>
                  <a:ext uri="{FF2B5EF4-FFF2-40B4-BE49-F238E27FC236}">
                    <a16:creationId xmlns:a16="http://schemas.microsoft.com/office/drawing/2014/main" id="{84D06F42-0770-45E1-A258-31BDEEC43F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243" name="Line 103">
                  <a:extLst>
                    <a:ext uri="{FF2B5EF4-FFF2-40B4-BE49-F238E27FC236}">
                      <a16:creationId xmlns:a16="http://schemas.microsoft.com/office/drawing/2014/main" id="{27D8DA98-5C05-4F6E-B4D3-044DD03340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4" name="Line 104">
                  <a:extLst>
                    <a:ext uri="{FF2B5EF4-FFF2-40B4-BE49-F238E27FC236}">
                      <a16:creationId xmlns:a16="http://schemas.microsoft.com/office/drawing/2014/main" id="{FCD11DFD-D809-4AFB-8E17-196D978239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5" name="Line 105">
                  <a:extLst>
                    <a:ext uri="{FF2B5EF4-FFF2-40B4-BE49-F238E27FC236}">
                      <a16:creationId xmlns:a16="http://schemas.microsoft.com/office/drawing/2014/main" id="{1BC333FA-5375-4E25-A347-E0025D375C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6" name="Line 106">
                  <a:extLst>
                    <a:ext uri="{FF2B5EF4-FFF2-40B4-BE49-F238E27FC236}">
                      <a16:creationId xmlns:a16="http://schemas.microsoft.com/office/drawing/2014/main" id="{6974B2DF-3E70-4347-B834-574439E1AE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8" name="Group 107">
                <a:extLst>
                  <a:ext uri="{FF2B5EF4-FFF2-40B4-BE49-F238E27FC236}">
                    <a16:creationId xmlns:a16="http://schemas.microsoft.com/office/drawing/2014/main" id="{61BE89DE-E163-40AA-AB52-3CE7D31AE0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239" name="Line 108">
                  <a:extLst>
                    <a:ext uri="{FF2B5EF4-FFF2-40B4-BE49-F238E27FC236}">
                      <a16:creationId xmlns:a16="http://schemas.microsoft.com/office/drawing/2014/main" id="{021A6297-03C0-4CE2-A68D-AE174C1D29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0" name="Line 109">
                  <a:extLst>
                    <a:ext uri="{FF2B5EF4-FFF2-40B4-BE49-F238E27FC236}">
                      <a16:creationId xmlns:a16="http://schemas.microsoft.com/office/drawing/2014/main" id="{94E8B873-EAE6-480A-88B1-1DD3A900C1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1" name="Line 110">
                  <a:extLst>
                    <a:ext uri="{FF2B5EF4-FFF2-40B4-BE49-F238E27FC236}">
                      <a16:creationId xmlns:a16="http://schemas.microsoft.com/office/drawing/2014/main" id="{197E252F-663A-487E-A5DF-89013A4A88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2" name="Line 111">
                  <a:extLst>
                    <a:ext uri="{FF2B5EF4-FFF2-40B4-BE49-F238E27FC236}">
                      <a16:creationId xmlns:a16="http://schemas.microsoft.com/office/drawing/2014/main" id="{A54A069F-780E-449C-8344-4A68F24140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9" name="Group 112">
                <a:extLst>
                  <a:ext uri="{FF2B5EF4-FFF2-40B4-BE49-F238E27FC236}">
                    <a16:creationId xmlns:a16="http://schemas.microsoft.com/office/drawing/2014/main" id="{18D7AE06-68AF-4B85-8AA4-37AE00B512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35" name="Line 113">
                  <a:extLst>
                    <a:ext uri="{FF2B5EF4-FFF2-40B4-BE49-F238E27FC236}">
                      <a16:creationId xmlns:a16="http://schemas.microsoft.com/office/drawing/2014/main" id="{F1E99D61-6BC0-4161-8AB3-9D246158C3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6" name="Line 114">
                  <a:extLst>
                    <a:ext uri="{FF2B5EF4-FFF2-40B4-BE49-F238E27FC236}">
                      <a16:creationId xmlns:a16="http://schemas.microsoft.com/office/drawing/2014/main" id="{0D9ACEA2-EAEA-41E3-865E-E12E28CCA0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7" name="Line 115">
                  <a:extLst>
                    <a:ext uri="{FF2B5EF4-FFF2-40B4-BE49-F238E27FC236}">
                      <a16:creationId xmlns:a16="http://schemas.microsoft.com/office/drawing/2014/main" id="{1093523E-7297-4592-B2AC-5388021B81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8" name="Line 116">
                  <a:extLst>
                    <a:ext uri="{FF2B5EF4-FFF2-40B4-BE49-F238E27FC236}">
                      <a16:creationId xmlns:a16="http://schemas.microsoft.com/office/drawing/2014/main" id="{185F8912-FB7C-4938-A3F5-10B4458E83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30" name="Group 117">
                <a:extLst>
                  <a:ext uri="{FF2B5EF4-FFF2-40B4-BE49-F238E27FC236}">
                    <a16:creationId xmlns:a16="http://schemas.microsoft.com/office/drawing/2014/main" id="{F5539CBA-8D39-4948-B6FE-26A445F449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31" name="Line 118">
                  <a:extLst>
                    <a:ext uri="{FF2B5EF4-FFF2-40B4-BE49-F238E27FC236}">
                      <a16:creationId xmlns:a16="http://schemas.microsoft.com/office/drawing/2014/main" id="{DE8DAA13-5AF1-434F-8250-90E9D74B49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2" name="Line 119">
                  <a:extLst>
                    <a:ext uri="{FF2B5EF4-FFF2-40B4-BE49-F238E27FC236}">
                      <a16:creationId xmlns:a16="http://schemas.microsoft.com/office/drawing/2014/main" id="{C4938B88-F791-40C4-959F-AD28A7B985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3" name="Line 120">
                  <a:extLst>
                    <a:ext uri="{FF2B5EF4-FFF2-40B4-BE49-F238E27FC236}">
                      <a16:creationId xmlns:a16="http://schemas.microsoft.com/office/drawing/2014/main" id="{44E7CDAB-A5C1-4DA9-9979-8F80C7B485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4" name="Line 121">
                  <a:extLst>
                    <a:ext uri="{FF2B5EF4-FFF2-40B4-BE49-F238E27FC236}">
                      <a16:creationId xmlns:a16="http://schemas.microsoft.com/office/drawing/2014/main" id="{FCD5BBB6-32FC-4ADB-8CBC-68B9C406A2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</p:grpSp>
      <p:sp>
        <p:nvSpPr>
          <p:cNvPr id="257" name="CuadroTexto 256">
            <a:extLst>
              <a:ext uri="{FF2B5EF4-FFF2-40B4-BE49-F238E27FC236}">
                <a16:creationId xmlns:a16="http://schemas.microsoft.com/office/drawing/2014/main" id="{2769324B-F549-46E6-9D8E-C73529F181D0}"/>
              </a:ext>
            </a:extLst>
          </p:cNvPr>
          <p:cNvSpPr txBox="1"/>
          <p:nvPr/>
        </p:nvSpPr>
        <p:spPr>
          <a:xfrm>
            <a:off x="46869" y="3482903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Cart</a:t>
            </a:r>
          </a:p>
        </p:txBody>
      </p:sp>
      <p:sp>
        <p:nvSpPr>
          <p:cNvPr id="258" name="CuadroTexto 257">
            <a:extLst>
              <a:ext uri="{FF2B5EF4-FFF2-40B4-BE49-F238E27FC236}">
                <a16:creationId xmlns:a16="http://schemas.microsoft.com/office/drawing/2014/main" id="{3C5AA7C2-E6A4-4306-8433-6246411FB7D7}"/>
              </a:ext>
            </a:extLst>
          </p:cNvPr>
          <p:cNvSpPr txBox="1"/>
          <p:nvPr/>
        </p:nvSpPr>
        <p:spPr>
          <a:xfrm>
            <a:off x="3535673" y="411510"/>
            <a:ext cx="223651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Free Standing Span</a:t>
            </a:r>
          </a:p>
        </p:txBody>
      </p:sp>
      <p:cxnSp>
        <p:nvCxnSpPr>
          <p:cNvPr id="259" name="Conector recto de flecha 258">
            <a:extLst>
              <a:ext uri="{FF2B5EF4-FFF2-40B4-BE49-F238E27FC236}">
                <a16:creationId xmlns:a16="http://schemas.microsoft.com/office/drawing/2014/main" id="{210AFC7B-F822-4365-B965-51193B4206AC}"/>
              </a:ext>
            </a:extLst>
          </p:cNvPr>
          <p:cNvCxnSpPr>
            <a:cxnSpLocks/>
            <a:stCxn id="258" idx="2"/>
          </p:cNvCxnSpPr>
          <p:nvPr/>
        </p:nvCxnSpPr>
        <p:spPr>
          <a:xfrm>
            <a:off x="4653928" y="780842"/>
            <a:ext cx="0" cy="218019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CuadroTexto 265">
            <a:extLst>
              <a:ext uri="{FF2B5EF4-FFF2-40B4-BE49-F238E27FC236}">
                <a16:creationId xmlns:a16="http://schemas.microsoft.com/office/drawing/2014/main" id="{98711EFB-55BC-4DA4-8370-8CD6C238C695}"/>
              </a:ext>
            </a:extLst>
          </p:cNvPr>
          <p:cNvSpPr txBox="1"/>
          <p:nvPr/>
        </p:nvSpPr>
        <p:spPr>
          <a:xfrm>
            <a:off x="107504" y="123478"/>
            <a:ext cx="189026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End Feed Linear</a:t>
            </a:r>
          </a:p>
        </p:txBody>
      </p:sp>
      <p:sp>
        <p:nvSpPr>
          <p:cNvPr id="267" name="CuadroTexto 266">
            <a:extLst>
              <a:ext uri="{FF2B5EF4-FFF2-40B4-BE49-F238E27FC236}">
                <a16:creationId xmlns:a16="http://schemas.microsoft.com/office/drawing/2014/main" id="{E7743936-C9E4-4D80-B126-F2B8A3AFED86}"/>
              </a:ext>
            </a:extLst>
          </p:cNvPr>
          <p:cNvSpPr txBox="1"/>
          <p:nvPr/>
        </p:nvSpPr>
        <p:spPr>
          <a:xfrm>
            <a:off x="159865" y="4083918"/>
            <a:ext cx="1924021" cy="969496"/>
          </a:xfrm>
          <a:prstGeom prst="rect">
            <a:avLst/>
          </a:prstGeom>
          <a:noFill/>
          <a:ln>
            <a:solidFill>
              <a:srgbClr val="19532A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solidFill>
                  <a:srgbClr val="19532A"/>
                </a:solidFill>
              </a:rPr>
              <a:t>On the cable coming from cart: interchange Brown with Orange wires.</a:t>
            </a:r>
          </a:p>
          <a:p>
            <a:pPr algn="just"/>
            <a:r>
              <a:rPr lang="en-US" sz="1050" dirty="0">
                <a:solidFill>
                  <a:srgbClr val="148D6C"/>
                </a:solidFill>
              </a:rPr>
              <a:t>(It can be done at main panel instead of 1</a:t>
            </a:r>
            <a:r>
              <a:rPr lang="en-US" sz="1050" baseline="30000" dirty="0">
                <a:solidFill>
                  <a:srgbClr val="148D6C"/>
                </a:solidFill>
              </a:rPr>
              <a:t>st</a:t>
            </a:r>
            <a:r>
              <a:rPr lang="en-US" sz="1050" dirty="0">
                <a:solidFill>
                  <a:srgbClr val="148D6C"/>
                </a:solidFill>
              </a:rPr>
              <a:t> Tower)</a:t>
            </a:r>
            <a:endParaRPr lang="en-US" sz="1200" dirty="0">
              <a:solidFill>
                <a:srgbClr val="148D6C"/>
              </a:solidFill>
            </a:endParaRPr>
          </a:p>
        </p:txBody>
      </p:sp>
      <p:sp>
        <p:nvSpPr>
          <p:cNvPr id="268" name="CuadroTexto 267">
            <a:extLst>
              <a:ext uri="{FF2B5EF4-FFF2-40B4-BE49-F238E27FC236}">
                <a16:creationId xmlns:a16="http://schemas.microsoft.com/office/drawing/2014/main" id="{6FE61737-17E4-4E47-A199-3B15333283D7}"/>
              </a:ext>
            </a:extLst>
          </p:cNvPr>
          <p:cNvSpPr txBox="1"/>
          <p:nvPr/>
        </p:nvSpPr>
        <p:spPr>
          <a:xfrm>
            <a:off x="3730061" y="4243059"/>
            <a:ext cx="2028858" cy="830997"/>
          </a:xfrm>
          <a:prstGeom prst="rect">
            <a:avLst/>
          </a:prstGeom>
          <a:noFill/>
          <a:ln>
            <a:solidFill>
              <a:srgbClr val="19532A"/>
            </a:solidFill>
          </a:ln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defRPr sz="1200">
                <a:solidFill>
                  <a:srgbClr val="19532A"/>
                </a:solidFill>
              </a:defRPr>
            </a:lvl1pPr>
          </a:lstStyle>
          <a:p>
            <a:r>
              <a:rPr lang="en-US" dirty="0"/>
              <a:t>On the cable going to the end: interchange Brown with Orange wires and interchange 2 Phase wires.</a:t>
            </a:r>
          </a:p>
        </p:txBody>
      </p:sp>
      <p:cxnSp>
        <p:nvCxnSpPr>
          <p:cNvPr id="269" name="Conector recto de flecha 268">
            <a:extLst>
              <a:ext uri="{FF2B5EF4-FFF2-40B4-BE49-F238E27FC236}">
                <a16:creationId xmlns:a16="http://schemas.microsoft.com/office/drawing/2014/main" id="{65A5D80C-0038-4595-BEAF-7BCBBE49764A}"/>
              </a:ext>
            </a:extLst>
          </p:cNvPr>
          <p:cNvCxnSpPr>
            <a:cxnSpLocks/>
            <a:stCxn id="268" idx="0"/>
          </p:cNvCxnSpPr>
          <p:nvPr/>
        </p:nvCxnSpPr>
        <p:spPr>
          <a:xfrm flipH="1" flipV="1">
            <a:off x="3866682" y="3188467"/>
            <a:ext cx="877808" cy="1054592"/>
          </a:xfrm>
          <a:prstGeom prst="straightConnector1">
            <a:avLst/>
          </a:prstGeom>
          <a:ln>
            <a:solidFill>
              <a:srgbClr val="19532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onector recto de flecha 269">
            <a:extLst>
              <a:ext uri="{FF2B5EF4-FFF2-40B4-BE49-F238E27FC236}">
                <a16:creationId xmlns:a16="http://schemas.microsoft.com/office/drawing/2014/main" id="{8C9C4412-AFB0-4796-87DD-B1406566C769}"/>
              </a:ext>
            </a:extLst>
          </p:cNvPr>
          <p:cNvCxnSpPr>
            <a:cxnSpLocks/>
            <a:stCxn id="267" idx="0"/>
          </p:cNvCxnSpPr>
          <p:nvPr/>
        </p:nvCxnSpPr>
        <p:spPr>
          <a:xfrm flipV="1">
            <a:off x="1121876" y="3158888"/>
            <a:ext cx="878088" cy="925030"/>
          </a:xfrm>
          <a:prstGeom prst="straightConnector1">
            <a:avLst/>
          </a:prstGeom>
          <a:ln>
            <a:solidFill>
              <a:srgbClr val="19532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Conector recto 285">
            <a:extLst>
              <a:ext uri="{FF2B5EF4-FFF2-40B4-BE49-F238E27FC236}">
                <a16:creationId xmlns:a16="http://schemas.microsoft.com/office/drawing/2014/main" id="{FF430202-88F6-464E-99F2-8697687DD576}"/>
              </a:ext>
            </a:extLst>
          </p:cNvPr>
          <p:cNvCxnSpPr>
            <a:cxnSpLocks/>
          </p:cNvCxnSpPr>
          <p:nvPr/>
        </p:nvCxnSpPr>
        <p:spPr>
          <a:xfrm flipV="1">
            <a:off x="7208293" y="2532689"/>
            <a:ext cx="0" cy="409380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Conector recto 286">
            <a:extLst>
              <a:ext uri="{FF2B5EF4-FFF2-40B4-BE49-F238E27FC236}">
                <a16:creationId xmlns:a16="http://schemas.microsoft.com/office/drawing/2014/main" id="{B9330AD9-3F45-4721-946D-F3E9B94A1BA7}"/>
              </a:ext>
            </a:extLst>
          </p:cNvPr>
          <p:cNvCxnSpPr>
            <a:cxnSpLocks/>
          </p:cNvCxnSpPr>
          <p:nvPr/>
        </p:nvCxnSpPr>
        <p:spPr>
          <a:xfrm>
            <a:off x="7216293" y="3291830"/>
            <a:ext cx="0" cy="389291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recto 293">
            <a:extLst>
              <a:ext uri="{FF2B5EF4-FFF2-40B4-BE49-F238E27FC236}">
                <a16:creationId xmlns:a16="http://schemas.microsoft.com/office/drawing/2014/main" id="{B6AD4BA0-B921-4F8D-B2BA-168DBFD5D4AC}"/>
              </a:ext>
            </a:extLst>
          </p:cNvPr>
          <p:cNvCxnSpPr>
            <a:cxnSpLocks/>
          </p:cNvCxnSpPr>
          <p:nvPr/>
        </p:nvCxnSpPr>
        <p:spPr>
          <a:xfrm flipV="1">
            <a:off x="5449035" y="2532816"/>
            <a:ext cx="0" cy="409380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recto 294">
            <a:extLst>
              <a:ext uri="{FF2B5EF4-FFF2-40B4-BE49-F238E27FC236}">
                <a16:creationId xmlns:a16="http://schemas.microsoft.com/office/drawing/2014/main" id="{3BB47D25-7D77-41DA-90FE-2F99A60FD031}"/>
              </a:ext>
            </a:extLst>
          </p:cNvPr>
          <p:cNvCxnSpPr>
            <a:cxnSpLocks/>
          </p:cNvCxnSpPr>
          <p:nvPr/>
        </p:nvCxnSpPr>
        <p:spPr>
          <a:xfrm>
            <a:off x="5457035" y="3291957"/>
            <a:ext cx="0" cy="389291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CuadroTexto 295">
            <a:extLst>
              <a:ext uri="{FF2B5EF4-FFF2-40B4-BE49-F238E27FC236}">
                <a16:creationId xmlns:a16="http://schemas.microsoft.com/office/drawing/2014/main" id="{1592E6E9-3EF1-464E-9364-AB363959A09D}"/>
              </a:ext>
            </a:extLst>
          </p:cNvPr>
          <p:cNvSpPr txBox="1"/>
          <p:nvPr/>
        </p:nvSpPr>
        <p:spPr>
          <a:xfrm>
            <a:off x="6029804" y="3419638"/>
            <a:ext cx="702436" cy="261610"/>
          </a:xfrm>
          <a:prstGeom prst="rect">
            <a:avLst/>
          </a:prstGeom>
          <a:noFill/>
          <a:ln>
            <a:solidFill>
              <a:srgbClr val="4C2600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4C2600"/>
                </a:solidFill>
              </a:rPr>
              <a:t>Forward</a:t>
            </a:r>
          </a:p>
        </p:txBody>
      </p:sp>
      <p:sp>
        <p:nvSpPr>
          <p:cNvPr id="297" name="CuadroTexto 296">
            <a:extLst>
              <a:ext uri="{FF2B5EF4-FFF2-40B4-BE49-F238E27FC236}">
                <a16:creationId xmlns:a16="http://schemas.microsoft.com/office/drawing/2014/main" id="{2E42E5D3-E609-455F-961D-7D64BFADEF79}"/>
              </a:ext>
            </a:extLst>
          </p:cNvPr>
          <p:cNvSpPr txBox="1"/>
          <p:nvPr/>
        </p:nvSpPr>
        <p:spPr>
          <a:xfrm>
            <a:off x="6021789" y="2533116"/>
            <a:ext cx="710451" cy="26161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C000"/>
                </a:solidFill>
              </a:rPr>
              <a:t>Reverse</a:t>
            </a:r>
          </a:p>
        </p:txBody>
      </p:sp>
      <p:cxnSp>
        <p:nvCxnSpPr>
          <p:cNvPr id="301" name="Conector recto 300">
            <a:extLst>
              <a:ext uri="{FF2B5EF4-FFF2-40B4-BE49-F238E27FC236}">
                <a16:creationId xmlns:a16="http://schemas.microsoft.com/office/drawing/2014/main" id="{670F27DA-0649-464D-B55E-11ACDB9A896F}"/>
              </a:ext>
            </a:extLst>
          </p:cNvPr>
          <p:cNvCxnSpPr>
            <a:cxnSpLocks/>
          </p:cNvCxnSpPr>
          <p:nvPr/>
        </p:nvCxnSpPr>
        <p:spPr>
          <a:xfrm flipV="1">
            <a:off x="2068314" y="2532205"/>
            <a:ext cx="0" cy="409380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ector recto 301">
            <a:extLst>
              <a:ext uri="{FF2B5EF4-FFF2-40B4-BE49-F238E27FC236}">
                <a16:creationId xmlns:a16="http://schemas.microsoft.com/office/drawing/2014/main" id="{63E35133-3E74-4F4A-9565-52DCD68DDFA6}"/>
              </a:ext>
            </a:extLst>
          </p:cNvPr>
          <p:cNvCxnSpPr>
            <a:cxnSpLocks/>
          </p:cNvCxnSpPr>
          <p:nvPr/>
        </p:nvCxnSpPr>
        <p:spPr>
          <a:xfrm>
            <a:off x="2076314" y="3291346"/>
            <a:ext cx="0" cy="38929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CuadroTexto 302">
            <a:extLst>
              <a:ext uri="{FF2B5EF4-FFF2-40B4-BE49-F238E27FC236}">
                <a16:creationId xmlns:a16="http://schemas.microsoft.com/office/drawing/2014/main" id="{DECB7F12-DBB4-4D1A-8BE6-4C0D7183BD03}"/>
              </a:ext>
            </a:extLst>
          </p:cNvPr>
          <p:cNvSpPr txBox="1"/>
          <p:nvPr/>
        </p:nvSpPr>
        <p:spPr>
          <a:xfrm>
            <a:off x="2573420" y="3419027"/>
            <a:ext cx="702436" cy="26161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C000"/>
                </a:solidFill>
              </a:rPr>
              <a:t>Forward</a:t>
            </a:r>
          </a:p>
        </p:txBody>
      </p:sp>
      <p:sp>
        <p:nvSpPr>
          <p:cNvPr id="304" name="CuadroTexto 303">
            <a:extLst>
              <a:ext uri="{FF2B5EF4-FFF2-40B4-BE49-F238E27FC236}">
                <a16:creationId xmlns:a16="http://schemas.microsoft.com/office/drawing/2014/main" id="{DD913D29-982B-4BBE-BB02-F3AD54C2D482}"/>
              </a:ext>
            </a:extLst>
          </p:cNvPr>
          <p:cNvSpPr txBox="1"/>
          <p:nvPr/>
        </p:nvSpPr>
        <p:spPr>
          <a:xfrm>
            <a:off x="2565405" y="2532505"/>
            <a:ext cx="710451" cy="261610"/>
          </a:xfrm>
          <a:prstGeom prst="rect">
            <a:avLst/>
          </a:prstGeom>
          <a:noFill/>
          <a:ln>
            <a:solidFill>
              <a:srgbClr val="4C2600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4C2600"/>
                </a:solidFill>
              </a:rPr>
              <a:t>Reverse</a:t>
            </a:r>
          </a:p>
        </p:txBody>
      </p:sp>
      <p:cxnSp>
        <p:nvCxnSpPr>
          <p:cNvPr id="307" name="Conector recto 306">
            <a:extLst>
              <a:ext uri="{FF2B5EF4-FFF2-40B4-BE49-F238E27FC236}">
                <a16:creationId xmlns:a16="http://schemas.microsoft.com/office/drawing/2014/main" id="{D3B67046-5C1E-4980-8F31-F4E1DC088D01}"/>
              </a:ext>
            </a:extLst>
          </p:cNvPr>
          <p:cNvCxnSpPr>
            <a:cxnSpLocks/>
          </p:cNvCxnSpPr>
          <p:nvPr/>
        </p:nvCxnSpPr>
        <p:spPr>
          <a:xfrm flipV="1">
            <a:off x="3787909" y="2532205"/>
            <a:ext cx="0" cy="409380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ector recto 307">
            <a:extLst>
              <a:ext uri="{FF2B5EF4-FFF2-40B4-BE49-F238E27FC236}">
                <a16:creationId xmlns:a16="http://schemas.microsoft.com/office/drawing/2014/main" id="{5C930178-19F2-4F98-BD55-A5A467C4287E}"/>
              </a:ext>
            </a:extLst>
          </p:cNvPr>
          <p:cNvCxnSpPr>
            <a:cxnSpLocks/>
          </p:cNvCxnSpPr>
          <p:nvPr/>
        </p:nvCxnSpPr>
        <p:spPr>
          <a:xfrm>
            <a:off x="3795909" y="3291346"/>
            <a:ext cx="0" cy="38929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CuadroTexto 263">
            <a:extLst>
              <a:ext uri="{FF2B5EF4-FFF2-40B4-BE49-F238E27FC236}">
                <a16:creationId xmlns:a16="http://schemas.microsoft.com/office/drawing/2014/main" id="{3AE5C498-F947-4CC3-A89F-D2FD700FEA08}"/>
              </a:ext>
            </a:extLst>
          </p:cNvPr>
          <p:cNvSpPr txBox="1"/>
          <p:nvPr/>
        </p:nvSpPr>
        <p:spPr>
          <a:xfrm>
            <a:off x="74755" y="2274986"/>
            <a:ext cx="92554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defRPr sz="1200">
                <a:solidFill>
                  <a:srgbClr val="19532A"/>
                </a:solidFill>
              </a:defRPr>
            </a:lvl1pPr>
          </a:lstStyle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Main panel</a:t>
            </a:r>
          </a:p>
        </p:txBody>
      </p:sp>
      <p:cxnSp>
        <p:nvCxnSpPr>
          <p:cNvPr id="265" name="Conector recto de flecha 264">
            <a:extLst>
              <a:ext uri="{FF2B5EF4-FFF2-40B4-BE49-F238E27FC236}">
                <a16:creationId xmlns:a16="http://schemas.microsoft.com/office/drawing/2014/main" id="{966217C9-5745-4E74-9F82-F2D0D3B50712}"/>
              </a:ext>
            </a:extLst>
          </p:cNvPr>
          <p:cNvCxnSpPr>
            <a:cxnSpLocks/>
          </p:cNvCxnSpPr>
          <p:nvPr/>
        </p:nvCxnSpPr>
        <p:spPr>
          <a:xfrm>
            <a:off x="119117" y="2545351"/>
            <a:ext cx="90402" cy="48232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Gráfico 255" descr="Hombre">
            <a:extLst>
              <a:ext uri="{FF2B5EF4-FFF2-40B4-BE49-F238E27FC236}">
                <a16:creationId xmlns:a16="http://schemas.microsoft.com/office/drawing/2014/main" id="{E706BA3A-1916-4B80-98A5-5C7E9A4331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21" y="3048823"/>
            <a:ext cx="137061" cy="13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4763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51">
            <a:extLst>
              <a:ext uri="{FF2B5EF4-FFF2-40B4-BE49-F238E27FC236}">
                <a16:creationId xmlns:a16="http://schemas.microsoft.com/office/drawing/2014/main" id="{531CB419-79BD-40CE-B99C-6ED7C45D5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90519"/>
            <a:ext cx="2320529" cy="3074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0" descr="51">
            <a:extLst>
              <a:ext uri="{FF2B5EF4-FFF2-40B4-BE49-F238E27FC236}">
                <a16:creationId xmlns:a16="http://schemas.microsoft.com/office/drawing/2014/main" id="{DE11C4CC-784F-4DDF-8B4E-2DA9DAB07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1989229"/>
            <a:ext cx="2320529" cy="3074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0" descr="51">
            <a:extLst>
              <a:ext uri="{FF2B5EF4-FFF2-40B4-BE49-F238E27FC236}">
                <a16:creationId xmlns:a16="http://schemas.microsoft.com/office/drawing/2014/main" id="{D98BA9F4-72F9-4253-820E-BDEBA2173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990519"/>
            <a:ext cx="2320529" cy="3074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9AF1BC9-5D62-496A-B46A-247254BA48D6}"/>
              </a:ext>
            </a:extLst>
          </p:cNvPr>
          <p:cNvSpPr txBox="1"/>
          <p:nvPr/>
        </p:nvSpPr>
        <p:spPr>
          <a:xfrm>
            <a:off x="107504" y="123478"/>
            <a:ext cx="189026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End Feed Linear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179398-6FC0-41D5-A885-85AB9073D888}"/>
              </a:ext>
            </a:extLst>
          </p:cNvPr>
          <p:cNvSpPr txBox="1"/>
          <p:nvPr/>
        </p:nvSpPr>
        <p:spPr>
          <a:xfrm rot="16200000">
            <a:off x="-297355" y="2680000"/>
            <a:ext cx="925546" cy="276999"/>
          </a:xfrm>
          <a:prstGeom prst="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defRPr sz="1200">
                <a:solidFill>
                  <a:srgbClr val="19532A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Main panel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D18D2B4-8DAB-464B-A58E-F3D29A8D8E96}"/>
              </a:ext>
            </a:extLst>
          </p:cNvPr>
          <p:cNvCxnSpPr>
            <a:cxnSpLocks/>
          </p:cNvCxnSpPr>
          <p:nvPr/>
        </p:nvCxnSpPr>
        <p:spPr>
          <a:xfrm>
            <a:off x="303918" y="2772000"/>
            <a:ext cx="8748851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D3A5B09-0186-42C5-B155-C361E43FF1AA}"/>
              </a:ext>
            </a:extLst>
          </p:cNvPr>
          <p:cNvCxnSpPr>
            <a:cxnSpLocks/>
          </p:cNvCxnSpPr>
          <p:nvPr/>
        </p:nvCxnSpPr>
        <p:spPr>
          <a:xfrm>
            <a:off x="303917" y="2667600"/>
            <a:ext cx="1171739" cy="0"/>
          </a:xfrm>
          <a:prstGeom prst="line">
            <a:avLst/>
          </a:prstGeom>
          <a:ln w="190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883571F-E715-499A-AD41-ED979B65C147}"/>
              </a:ext>
            </a:extLst>
          </p:cNvPr>
          <p:cNvCxnSpPr>
            <a:cxnSpLocks/>
          </p:cNvCxnSpPr>
          <p:nvPr/>
        </p:nvCxnSpPr>
        <p:spPr>
          <a:xfrm>
            <a:off x="303917" y="2563200"/>
            <a:ext cx="1171739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BC05B6E5-EB05-464D-8BD0-2629B4021389}"/>
              </a:ext>
            </a:extLst>
          </p:cNvPr>
          <p:cNvCxnSpPr>
            <a:cxnSpLocks/>
          </p:cNvCxnSpPr>
          <p:nvPr/>
        </p:nvCxnSpPr>
        <p:spPr>
          <a:xfrm>
            <a:off x="1835695" y="2667600"/>
            <a:ext cx="6056809" cy="0"/>
          </a:xfrm>
          <a:prstGeom prst="line">
            <a:avLst/>
          </a:prstGeom>
          <a:ln w="190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BDFD889B-43EF-4802-9662-78314BE9C3C7}"/>
              </a:ext>
            </a:extLst>
          </p:cNvPr>
          <p:cNvCxnSpPr>
            <a:cxnSpLocks/>
          </p:cNvCxnSpPr>
          <p:nvPr/>
        </p:nvCxnSpPr>
        <p:spPr>
          <a:xfrm>
            <a:off x="1835695" y="2563200"/>
            <a:ext cx="6056809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261763DC-FF16-43A6-8B1E-03093D036EC7}"/>
              </a:ext>
            </a:extLst>
          </p:cNvPr>
          <p:cNvCxnSpPr>
            <a:cxnSpLocks/>
          </p:cNvCxnSpPr>
          <p:nvPr/>
        </p:nvCxnSpPr>
        <p:spPr>
          <a:xfrm>
            <a:off x="8820472" y="2555574"/>
            <a:ext cx="232297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3E922EC7-B55A-4712-9991-82EE73866FB8}"/>
              </a:ext>
            </a:extLst>
          </p:cNvPr>
          <p:cNvCxnSpPr>
            <a:cxnSpLocks/>
          </p:cNvCxnSpPr>
          <p:nvPr/>
        </p:nvCxnSpPr>
        <p:spPr>
          <a:xfrm flipH="1" flipV="1">
            <a:off x="1474012" y="2561189"/>
            <a:ext cx="145659" cy="10641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F301CAE-FD4B-4F6D-8045-E9B9F3FFAC2F}"/>
              </a:ext>
            </a:extLst>
          </p:cNvPr>
          <p:cNvCxnSpPr>
            <a:cxnSpLocks/>
          </p:cNvCxnSpPr>
          <p:nvPr/>
        </p:nvCxnSpPr>
        <p:spPr>
          <a:xfrm>
            <a:off x="1619672" y="2667600"/>
            <a:ext cx="155243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CA5DEE60-69AF-48CC-A946-45DBD806E88E}"/>
              </a:ext>
            </a:extLst>
          </p:cNvPr>
          <p:cNvCxnSpPr>
            <a:cxnSpLocks/>
          </p:cNvCxnSpPr>
          <p:nvPr/>
        </p:nvCxnSpPr>
        <p:spPr>
          <a:xfrm>
            <a:off x="297991" y="2559387"/>
            <a:ext cx="1171739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7C0C9CD2-EFBA-45DF-876D-F872C8975F5F}"/>
              </a:ext>
            </a:extLst>
          </p:cNvPr>
          <p:cNvCxnSpPr>
            <a:cxnSpLocks/>
          </p:cNvCxnSpPr>
          <p:nvPr/>
        </p:nvCxnSpPr>
        <p:spPr>
          <a:xfrm flipH="1">
            <a:off x="1476351" y="2557376"/>
            <a:ext cx="144964" cy="113960"/>
          </a:xfrm>
          <a:prstGeom prst="line">
            <a:avLst/>
          </a:prstGeom>
          <a:ln w="190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93C2D8F5-7CBC-469E-A0A7-DE83DD504315}"/>
              </a:ext>
            </a:extLst>
          </p:cNvPr>
          <p:cNvCxnSpPr>
            <a:cxnSpLocks/>
          </p:cNvCxnSpPr>
          <p:nvPr/>
        </p:nvCxnSpPr>
        <p:spPr>
          <a:xfrm>
            <a:off x="1619671" y="2555574"/>
            <a:ext cx="155243" cy="0"/>
          </a:xfrm>
          <a:prstGeom prst="line">
            <a:avLst/>
          </a:prstGeom>
          <a:ln w="190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7A5ADE92-3E6E-4BCE-A23B-5DD4105BAFDB}"/>
              </a:ext>
            </a:extLst>
          </p:cNvPr>
          <p:cNvCxnSpPr>
            <a:cxnSpLocks/>
          </p:cNvCxnSpPr>
          <p:nvPr/>
        </p:nvCxnSpPr>
        <p:spPr>
          <a:xfrm flipH="1">
            <a:off x="8683042" y="2555574"/>
            <a:ext cx="137430" cy="11202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CEF65B5C-D7FE-40CD-80AA-B699809C3895}"/>
              </a:ext>
            </a:extLst>
          </p:cNvPr>
          <p:cNvCxnSpPr>
            <a:cxnSpLocks/>
          </p:cNvCxnSpPr>
          <p:nvPr/>
        </p:nvCxnSpPr>
        <p:spPr>
          <a:xfrm flipH="1" flipV="1">
            <a:off x="8667498" y="2562196"/>
            <a:ext cx="168518" cy="109140"/>
          </a:xfrm>
          <a:prstGeom prst="line">
            <a:avLst/>
          </a:prstGeom>
          <a:ln w="190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ADBAD852-BB87-4C47-9DA4-0FB4E0E224C7}"/>
              </a:ext>
            </a:extLst>
          </p:cNvPr>
          <p:cNvCxnSpPr>
            <a:cxnSpLocks/>
          </p:cNvCxnSpPr>
          <p:nvPr/>
        </p:nvCxnSpPr>
        <p:spPr>
          <a:xfrm flipV="1">
            <a:off x="7956376" y="2667600"/>
            <a:ext cx="726665" cy="948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35B9C344-4B61-4297-915B-B62718EE0E64}"/>
              </a:ext>
            </a:extLst>
          </p:cNvPr>
          <p:cNvCxnSpPr>
            <a:cxnSpLocks/>
          </p:cNvCxnSpPr>
          <p:nvPr/>
        </p:nvCxnSpPr>
        <p:spPr>
          <a:xfrm>
            <a:off x="8820472" y="2667600"/>
            <a:ext cx="232297" cy="0"/>
          </a:xfrm>
          <a:prstGeom prst="line">
            <a:avLst/>
          </a:prstGeom>
          <a:ln w="190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7D94B263-938C-4AA8-81D0-97DECB4FE1BB}"/>
              </a:ext>
            </a:extLst>
          </p:cNvPr>
          <p:cNvCxnSpPr>
            <a:cxnSpLocks/>
          </p:cNvCxnSpPr>
          <p:nvPr/>
        </p:nvCxnSpPr>
        <p:spPr>
          <a:xfrm>
            <a:off x="7956376" y="2571750"/>
            <a:ext cx="711121" cy="0"/>
          </a:xfrm>
          <a:prstGeom prst="line">
            <a:avLst/>
          </a:prstGeom>
          <a:ln w="190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407E6C98-82FD-4D15-92A4-CDCF46BF579F}"/>
              </a:ext>
            </a:extLst>
          </p:cNvPr>
          <p:cNvCxnSpPr>
            <a:cxnSpLocks/>
          </p:cNvCxnSpPr>
          <p:nvPr/>
        </p:nvCxnSpPr>
        <p:spPr>
          <a:xfrm>
            <a:off x="303917" y="3076650"/>
            <a:ext cx="1171739" cy="0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7F36A1DA-3F68-4C58-8B5F-9D5AB5A9D41D}"/>
              </a:ext>
            </a:extLst>
          </p:cNvPr>
          <p:cNvCxnSpPr>
            <a:cxnSpLocks/>
          </p:cNvCxnSpPr>
          <p:nvPr/>
        </p:nvCxnSpPr>
        <p:spPr>
          <a:xfrm>
            <a:off x="1835695" y="3076650"/>
            <a:ext cx="6056809" cy="0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56E7F6A3-7786-4694-B85E-FAD9870AC7ED}"/>
              </a:ext>
            </a:extLst>
          </p:cNvPr>
          <p:cNvCxnSpPr>
            <a:cxnSpLocks/>
          </p:cNvCxnSpPr>
          <p:nvPr/>
        </p:nvCxnSpPr>
        <p:spPr>
          <a:xfrm>
            <a:off x="1835695" y="2972250"/>
            <a:ext cx="6056809" cy="0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60A0D4F1-564D-48F8-8CA2-3721F22E36E3}"/>
              </a:ext>
            </a:extLst>
          </p:cNvPr>
          <p:cNvCxnSpPr>
            <a:cxnSpLocks/>
          </p:cNvCxnSpPr>
          <p:nvPr/>
        </p:nvCxnSpPr>
        <p:spPr>
          <a:xfrm>
            <a:off x="8820472" y="2964624"/>
            <a:ext cx="232297" cy="0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0BB3B2AE-E8DF-4C45-B71E-89EED43292E7}"/>
              </a:ext>
            </a:extLst>
          </p:cNvPr>
          <p:cNvCxnSpPr>
            <a:cxnSpLocks/>
          </p:cNvCxnSpPr>
          <p:nvPr/>
        </p:nvCxnSpPr>
        <p:spPr>
          <a:xfrm flipH="1" flipV="1">
            <a:off x="1474012" y="2970239"/>
            <a:ext cx="145659" cy="106411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FA39B2EB-AB5A-43F1-A5B3-4F670613AE32}"/>
              </a:ext>
            </a:extLst>
          </p:cNvPr>
          <p:cNvCxnSpPr>
            <a:cxnSpLocks/>
          </p:cNvCxnSpPr>
          <p:nvPr/>
        </p:nvCxnSpPr>
        <p:spPr>
          <a:xfrm>
            <a:off x="1619672" y="3076650"/>
            <a:ext cx="155243" cy="0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E0D3BC66-5497-4E52-9E12-5F4045F193CB}"/>
              </a:ext>
            </a:extLst>
          </p:cNvPr>
          <p:cNvCxnSpPr>
            <a:cxnSpLocks/>
          </p:cNvCxnSpPr>
          <p:nvPr/>
        </p:nvCxnSpPr>
        <p:spPr>
          <a:xfrm>
            <a:off x="297991" y="2968437"/>
            <a:ext cx="1171739" cy="0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81DA0F3D-3C87-418D-B6E5-87F623604575}"/>
              </a:ext>
            </a:extLst>
          </p:cNvPr>
          <p:cNvCxnSpPr>
            <a:cxnSpLocks/>
          </p:cNvCxnSpPr>
          <p:nvPr/>
        </p:nvCxnSpPr>
        <p:spPr>
          <a:xfrm flipH="1">
            <a:off x="1469731" y="2964624"/>
            <a:ext cx="142387" cy="112026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28F6E354-AF4A-4E56-A0CF-B23C5A03F51A}"/>
              </a:ext>
            </a:extLst>
          </p:cNvPr>
          <p:cNvCxnSpPr>
            <a:cxnSpLocks/>
          </p:cNvCxnSpPr>
          <p:nvPr/>
        </p:nvCxnSpPr>
        <p:spPr>
          <a:xfrm>
            <a:off x="1619671" y="2964624"/>
            <a:ext cx="155243" cy="0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BDC8E9FE-05B8-45F4-80C8-E4ED79CC11FA}"/>
              </a:ext>
            </a:extLst>
          </p:cNvPr>
          <p:cNvCxnSpPr>
            <a:cxnSpLocks/>
          </p:cNvCxnSpPr>
          <p:nvPr/>
        </p:nvCxnSpPr>
        <p:spPr>
          <a:xfrm flipH="1">
            <a:off x="8683041" y="2964624"/>
            <a:ext cx="137431" cy="112026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231FEA9F-D41D-44F4-A26E-DB508C2BB8F6}"/>
              </a:ext>
            </a:extLst>
          </p:cNvPr>
          <p:cNvCxnSpPr>
            <a:cxnSpLocks/>
          </p:cNvCxnSpPr>
          <p:nvPr/>
        </p:nvCxnSpPr>
        <p:spPr>
          <a:xfrm flipH="1" flipV="1">
            <a:off x="8667497" y="2980800"/>
            <a:ext cx="168520" cy="99586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A364FAD5-2786-43BA-9DC0-A96FFBCE9323}"/>
              </a:ext>
            </a:extLst>
          </p:cNvPr>
          <p:cNvCxnSpPr>
            <a:cxnSpLocks/>
          </p:cNvCxnSpPr>
          <p:nvPr/>
        </p:nvCxnSpPr>
        <p:spPr>
          <a:xfrm flipV="1">
            <a:off x="7956376" y="3076650"/>
            <a:ext cx="726665" cy="9483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803172DE-BF12-42EE-817E-3DF763E51289}"/>
              </a:ext>
            </a:extLst>
          </p:cNvPr>
          <p:cNvCxnSpPr>
            <a:cxnSpLocks/>
          </p:cNvCxnSpPr>
          <p:nvPr/>
        </p:nvCxnSpPr>
        <p:spPr>
          <a:xfrm>
            <a:off x="8820472" y="3076650"/>
            <a:ext cx="232297" cy="0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8F1A8799-0670-4160-98BC-DBADA1FEBD5E}"/>
              </a:ext>
            </a:extLst>
          </p:cNvPr>
          <p:cNvCxnSpPr>
            <a:cxnSpLocks/>
          </p:cNvCxnSpPr>
          <p:nvPr/>
        </p:nvCxnSpPr>
        <p:spPr>
          <a:xfrm>
            <a:off x="7956376" y="2980800"/>
            <a:ext cx="711121" cy="0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uadroTexto 82">
            <a:extLst>
              <a:ext uri="{FF2B5EF4-FFF2-40B4-BE49-F238E27FC236}">
                <a16:creationId xmlns:a16="http://schemas.microsoft.com/office/drawing/2014/main" id="{C84512EF-EB64-45DC-8754-EADE4AD68DC2}"/>
              </a:ext>
            </a:extLst>
          </p:cNvPr>
          <p:cNvSpPr txBox="1"/>
          <p:nvPr/>
        </p:nvSpPr>
        <p:spPr>
          <a:xfrm>
            <a:off x="26918" y="1361521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Cart</a:t>
            </a: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4E893CF9-50A3-4CBD-A411-01CE25AC5288}"/>
              </a:ext>
            </a:extLst>
          </p:cNvPr>
          <p:cNvSpPr txBox="1"/>
          <p:nvPr/>
        </p:nvSpPr>
        <p:spPr>
          <a:xfrm>
            <a:off x="1612118" y="1347696"/>
            <a:ext cx="799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</a:t>
            </a:r>
            <a:r>
              <a:rPr lang="en-US" sz="1200" baseline="30000" dirty="0"/>
              <a:t>st</a:t>
            </a:r>
            <a:r>
              <a:rPr lang="en-US" sz="1200" dirty="0"/>
              <a:t> Tower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4EF7B7EE-604E-4D65-BAC2-52DE4CC211AA}"/>
              </a:ext>
            </a:extLst>
          </p:cNvPr>
          <p:cNvSpPr txBox="1"/>
          <p:nvPr/>
        </p:nvSpPr>
        <p:spPr>
          <a:xfrm>
            <a:off x="4164790" y="1361521"/>
            <a:ext cx="1564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Intermediate Towers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40847EB0-8751-45EA-9C74-668908E134DA}"/>
              </a:ext>
            </a:extLst>
          </p:cNvPr>
          <p:cNvSpPr txBox="1"/>
          <p:nvPr/>
        </p:nvSpPr>
        <p:spPr>
          <a:xfrm>
            <a:off x="7356124" y="1196607"/>
            <a:ext cx="1479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/>
              <a:t>1</a:t>
            </a:r>
            <a:r>
              <a:rPr lang="en-US" sz="1200" baseline="30000"/>
              <a:t>st</a:t>
            </a:r>
            <a:r>
              <a:rPr lang="en-US" sz="1200"/>
              <a:t> </a:t>
            </a:r>
            <a:r>
              <a:rPr lang="en-US" sz="1200" dirty="0"/>
              <a:t>Tower of </a:t>
            </a:r>
          </a:p>
          <a:p>
            <a:pPr algn="ctr"/>
            <a:r>
              <a:rPr lang="en-US" sz="1200" dirty="0"/>
              <a:t>Freestanding Span</a:t>
            </a:r>
          </a:p>
        </p:txBody>
      </p:sp>
    </p:spTree>
    <p:extLst>
      <p:ext uri="{BB962C8B-B14F-4D97-AF65-F5344CB8AC3E}">
        <p14:creationId xmlns:p14="http://schemas.microsoft.com/office/powerpoint/2010/main" val="42572149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ángulo 274">
            <a:extLst>
              <a:ext uri="{FF2B5EF4-FFF2-40B4-BE49-F238E27FC236}">
                <a16:creationId xmlns:a16="http://schemas.microsoft.com/office/drawing/2014/main" id="{6E17B18D-817D-4226-A200-2A6B6883B619}"/>
              </a:ext>
            </a:extLst>
          </p:cNvPr>
          <p:cNvSpPr/>
          <p:nvPr/>
        </p:nvSpPr>
        <p:spPr>
          <a:xfrm>
            <a:off x="3727090" y="3088457"/>
            <a:ext cx="45719" cy="662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Conector recto de flecha 184">
            <a:extLst>
              <a:ext uri="{FF2B5EF4-FFF2-40B4-BE49-F238E27FC236}">
                <a16:creationId xmlns:a16="http://schemas.microsoft.com/office/drawing/2014/main" id="{E70A90BD-6C19-42A1-BB4D-0BFE43AE9D86}"/>
              </a:ext>
            </a:extLst>
          </p:cNvPr>
          <p:cNvCxnSpPr>
            <a:cxnSpLocks/>
          </p:cNvCxnSpPr>
          <p:nvPr/>
        </p:nvCxnSpPr>
        <p:spPr>
          <a:xfrm flipH="1" flipV="1">
            <a:off x="3829735" y="2719559"/>
            <a:ext cx="1" cy="292344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FA6D84F1-78C5-4D25-B474-4AD563BC9AFD}"/>
              </a:ext>
            </a:extLst>
          </p:cNvPr>
          <p:cNvCxnSpPr>
            <a:cxnSpLocks/>
          </p:cNvCxnSpPr>
          <p:nvPr/>
        </p:nvCxnSpPr>
        <p:spPr>
          <a:xfrm flipH="1">
            <a:off x="3835185" y="3225906"/>
            <a:ext cx="1" cy="275336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o 1">
            <a:extLst>
              <a:ext uri="{FF2B5EF4-FFF2-40B4-BE49-F238E27FC236}">
                <a16:creationId xmlns:a16="http://schemas.microsoft.com/office/drawing/2014/main" id="{75C433A6-E4ED-434E-9663-9EDBAF70E7F2}"/>
              </a:ext>
            </a:extLst>
          </p:cNvPr>
          <p:cNvGrpSpPr/>
          <p:nvPr/>
        </p:nvGrpSpPr>
        <p:grpSpPr>
          <a:xfrm>
            <a:off x="251520" y="3024378"/>
            <a:ext cx="8787639" cy="195444"/>
            <a:chOff x="333737" y="3009245"/>
            <a:chExt cx="9353494" cy="236025"/>
          </a:xfrm>
        </p:grpSpPr>
        <p:grpSp>
          <p:nvGrpSpPr>
            <p:cNvPr id="3" name="Group 77">
              <a:extLst>
                <a:ext uri="{FF2B5EF4-FFF2-40B4-BE49-F238E27FC236}">
                  <a16:creationId xmlns:a16="http://schemas.microsoft.com/office/drawing/2014/main" id="{427B9A5A-58A5-423E-B9CC-44B3A3EAF4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3832" y="3011223"/>
              <a:ext cx="1885950" cy="228600"/>
              <a:chOff x="1872" y="2160"/>
              <a:chExt cx="3456" cy="528"/>
            </a:xfrm>
          </p:grpSpPr>
          <p:grpSp>
            <p:nvGrpSpPr>
              <p:cNvPr id="4" name="Group 10">
                <a:extLst>
                  <a:ext uri="{FF2B5EF4-FFF2-40B4-BE49-F238E27FC236}">
                    <a16:creationId xmlns:a16="http://schemas.microsoft.com/office/drawing/2014/main" id="{A4508DC3-E445-4C4F-B4BF-1D98F11F77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45" name="Arc 5">
                  <a:extLst>
                    <a:ext uri="{FF2B5EF4-FFF2-40B4-BE49-F238E27FC236}">
                      <a16:creationId xmlns:a16="http://schemas.microsoft.com/office/drawing/2014/main" id="{3A0CBF5B-7BD5-4AB6-BAB1-62757093EF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6" name="Arc 6">
                  <a:extLst>
                    <a:ext uri="{FF2B5EF4-FFF2-40B4-BE49-F238E27FC236}">
                      <a16:creationId xmlns:a16="http://schemas.microsoft.com/office/drawing/2014/main" id="{8BC5DE0E-278F-4596-83B5-2B295E5DE6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5" name="Group 9">
                <a:extLst>
                  <a:ext uri="{FF2B5EF4-FFF2-40B4-BE49-F238E27FC236}">
                    <a16:creationId xmlns:a16="http://schemas.microsoft.com/office/drawing/2014/main" id="{CAB85BD9-789E-4134-8AC7-5C4E6CC11C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43" name="Arc 7">
                  <a:extLst>
                    <a:ext uri="{FF2B5EF4-FFF2-40B4-BE49-F238E27FC236}">
                      <a16:creationId xmlns:a16="http://schemas.microsoft.com/office/drawing/2014/main" id="{1BAE59FA-6026-4378-9F02-97234239E1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" name="Arc 8">
                  <a:extLst>
                    <a:ext uri="{FF2B5EF4-FFF2-40B4-BE49-F238E27FC236}">
                      <a16:creationId xmlns:a16="http://schemas.microsoft.com/office/drawing/2014/main" id="{E3DCD426-B540-4EFB-B7E4-5FAE85FADD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6" name="Line 12">
                <a:extLst>
                  <a:ext uri="{FF2B5EF4-FFF2-40B4-BE49-F238E27FC236}">
                    <a16:creationId xmlns:a16="http://schemas.microsoft.com/office/drawing/2014/main" id="{DC96CA83-434E-4E2D-8046-FBAB51554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7" name="Group 56">
                <a:extLst>
                  <a:ext uri="{FF2B5EF4-FFF2-40B4-BE49-F238E27FC236}">
                    <a16:creationId xmlns:a16="http://schemas.microsoft.com/office/drawing/2014/main" id="{43AAC5EB-C25B-44E4-B689-E6D315994C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39" name="Line 15">
                  <a:extLst>
                    <a:ext uri="{FF2B5EF4-FFF2-40B4-BE49-F238E27FC236}">
                      <a16:creationId xmlns:a16="http://schemas.microsoft.com/office/drawing/2014/main" id="{C3995371-8007-43D8-8223-5B4977F246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" name="Line 16">
                  <a:extLst>
                    <a:ext uri="{FF2B5EF4-FFF2-40B4-BE49-F238E27FC236}">
                      <a16:creationId xmlns:a16="http://schemas.microsoft.com/office/drawing/2014/main" id="{92DB2B01-2D9C-4BA3-B76F-B228175800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" name="Line 17">
                  <a:extLst>
                    <a:ext uri="{FF2B5EF4-FFF2-40B4-BE49-F238E27FC236}">
                      <a16:creationId xmlns:a16="http://schemas.microsoft.com/office/drawing/2014/main" id="{367E90BE-6562-4A82-AC20-A6FAC2880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2" name="Line 18">
                  <a:extLst>
                    <a:ext uri="{FF2B5EF4-FFF2-40B4-BE49-F238E27FC236}">
                      <a16:creationId xmlns:a16="http://schemas.microsoft.com/office/drawing/2014/main" id="{200B8F51-07A5-467D-A908-D190D7CBC5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8" name="Line 43">
                <a:extLst>
                  <a:ext uri="{FF2B5EF4-FFF2-40B4-BE49-F238E27FC236}">
                    <a16:creationId xmlns:a16="http://schemas.microsoft.com/office/drawing/2014/main" id="{6DCC0198-F0FC-41CE-B568-49647473A5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" name="Line 44">
                <a:extLst>
                  <a:ext uri="{FF2B5EF4-FFF2-40B4-BE49-F238E27FC236}">
                    <a16:creationId xmlns:a16="http://schemas.microsoft.com/office/drawing/2014/main" id="{E9681665-B00D-443F-A7DB-6C0797D5C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" name="Line 45">
                <a:extLst>
                  <a:ext uri="{FF2B5EF4-FFF2-40B4-BE49-F238E27FC236}">
                    <a16:creationId xmlns:a16="http://schemas.microsoft.com/office/drawing/2014/main" id="{4C13B563-5497-4181-BD6A-05DA3030A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" name="Line 46">
                <a:extLst>
                  <a:ext uri="{FF2B5EF4-FFF2-40B4-BE49-F238E27FC236}">
                    <a16:creationId xmlns:a16="http://schemas.microsoft.com/office/drawing/2014/main" id="{BB2D3E74-35CD-41E6-917D-839094FAB6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2" name="Line 47">
                <a:extLst>
                  <a:ext uri="{FF2B5EF4-FFF2-40B4-BE49-F238E27FC236}">
                    <a16:creationId xmlns:a16="http://schemas.microsoft.com/office/drawing/2014/main" id="{80725343-70C5-4082-B675-02046C4B92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3" name="Line 48">
                <a:extLst>
                  <a:ext uri="{FF2B5EF4-FFF2-40B4-BE49-F238E27FC236}">
                    <a16:creationId xmlns:a16="http://schemas.microsoft.com/office/drawing/2014/main" id="{967E91C2-389C-419E-B2FA-965D00455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" name="Line 50">
                <a:extLst>
                  <a:ext uri="{FF2B5EF4-FFF2-40B4-BE49-F238E27FC236}">
                    <a16:creationId xmlns:a16="http://schemas.microsoft.com/office/drawing/2014/main" id="{C6FC4871-B6AF-4F52-B203-5B5F50993E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5" name="Line 51">
                <a:extLst>
                  <a:ext uri="{FF2B5EF4-FFF2-40B4-BE49-F238E27FC236}">
                    <a16:creationId xmlns:a16="http://schemas.microsoft.com/office/drawing/2014/main" id="{00AD0469-5077-4C6C-A3BB-AC313F9E97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" name="Line 52">
                <a:extLst>
                  <a:ext uri="{FF2B5EF4-FFF2-40B4-BE49-F238E27FC236}">
                    <a16:creationId xmlns:a16="http://schemas.microsoft.com/office/drawing/2014/main" id="{D8D96CD6-3C3C-4DB2-B7F7-D84BC72F4A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" name="AutoShape 53" descr="Wide downward diagonal">
                <a:extLst>
                  <a:ext uri="{FF2B5EF4-FFF2-40B4-BE49-F238E27FC236}">
                    <a16:creationId xmlns:a16="http://schemas.microsoft.com/office/drawing/2014/main" id="{680DAA6C-2A35-420E-8553-B37DCD81A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8" name="AutoShape 54" descr="Wide downward diagonal">
                <a:extLst>
                  <a:ext uri="{FF2B5EF4-FFF2-40B4-BE49-F238E27FC236}">
                    <a16:creationId xmlns:a16="http://schemas.microsoft.com/office/drawing/2014/main" id="{1506FB64-7E06-485C-B78C-8F8D46194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9" name="Group 57">
                <a:extLst>
                  <a:ext uri="{FF2B5EF4-FFF2-40B4-BE49-F238E27FC236}">
                    <a16:creationId xmlns:a16="http://schemas.microsoft.com/office/drawing/2014/main" id="{E377CBF8-ABBE-450A-A3A1-CD4BFEF89A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35" name="Line 58">
                  <a:extLst>
                    <a:ext uri="{FF2B5EF4-FFF2-40B4-BE49-F238E27FC236}">
                      <a16:creationId xmlns:a16="http://schemas.microsoft.com/office/drawing/2014/main" id="{622ED985-A2F2-4BE8-9F77-9E1BBF9160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6" name="Line 59">
                  <a:extLst>
                    <a:ext uri="{FF2B5EF4-FFF2-40B4-BE49-F238E27FC236}">
                      <a16:creationId xmlns:a16="http://schemas.microsoft.com/office/drawing/2014/main" id="{3F953F05-8B3F-42E7-B081-D51084642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7" name="Line 60">
                  <a:extLst>
                    <a:ext uri="{FF2B5EF4-FFF2-40B4-BE49-F238E27FC236}">
                      <a16:creationId xmlns:a16="http://schemas.microsoft.com/office/drawing/2014/main" id="{22D0FC71-E1AF-4D3D-A27A-5FD9574297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8" name="Line 61">
                  <a:extLst>
                    <a:ext uri="{FF2B5EF4-FFF2-40B4-BE49-F238E27FC236}">
                      <a16:creationId xmlns:a16="http://schemas.microsoft.com/office/drawing/2014/main" id="{A9B568AB-20E4-4307-9D86-1C3422C870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0" name="Group 62">
                <a:extLst>
                  <a:ext uri="{FF2B5EF4-FFF2-40B4-BE49-F238E27FC236}">
                    <a16:creationId xmlns:a16="http://schemas.microsoft.com/office/drawing/2014/main" id="{3A282A75-5496-41E8-9AB5-F8E4BA859F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31" name="Line 63">
                  <a:extLst>
                    <a:ext uri="{FF2B5EF4-FFF2-40B4-BE49-F238E27FC236}">
                      <a16:creationId xmlns:a16="http://schemas.microsoft.com/office/drawing/2014/main" id="{84AFF24A-8759-47F4-9D2B-4274ADE310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" name="Line 64">
                  <a:extLst>
                    <a:ext uri="{FF2B5EF4-FFF2-40B4-BE49-F238E27FC236}">
                      <a16:creationId xmlns:a16="http://schemas.microsoft.com/office/drawing/2014/main" id="{DB018066-6B0E-441F-9E6C-82771043B3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3" name="Line 65">
                  <a:extLst>
                    <a:ext uri="{FF2B5EF4-FFF2-40B4-BE49-F238E27FC236}">
                      <a16:creationId xmlns:a16="http://schemas.microsoft.com/office/drawing/2014/main" id="{B4E14B46-1D84-4B88-A47F-B7F45EEB27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4" name="Line 66">
                  <a:extLst>
                    <a:ext uri="{FF2B5EF4-FFF2-40B4-BE49-F238E27FC236}">
                      <a16:creationId xmlns:a16="http://schemas.microsoft.com/office/drawing/2014/main" id="{7C55C04F-38B2-4475-8185-22CFB692B1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1" name="Group 67">
                <a:extLst>
                  <a:ext uri="{FF2B5EF4-FFF2-40B4-BE49-F238E27FC236}">
                    <a16:creationId xmlns:a16="http://schemas.microsoft.com/office/drawing/2014/main" id="{9B562D04-AF6F-483B-8CB2-D48EC3511D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7" name="Line 68">
                  <a:extLst>
                    <a:ext uri="{FF2B5EF4-FFF2-40B4-BE49-F238E27FC236}">
                      <a16:creationId xmlns:a16="http://schemas.microsoft.com/office/drawing/2014/main" id="{DE00A8AB-CA8F-4977-9CF0-64D84FE3BA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" name="Line 69">
                  <a:extLst>
                    <a:ext uri="{FF2B5EF4-FFF2-40B4-BE49-F238E27FC236}">
                      <a16:creationId xmlns:a16="http://schemas.microsoft.com/office/drawing/2014/main" id="{576B0717-7758-411F-894E-D5BE455B41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A7D8C475-295F-4E1A-BBDF-699F18BFB4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0" name="Line 71">
                  <a:extLst>
                    <a:ext uri="{FF2B5EF4-FFF2-40B4-BE49-F238E27FC236}">
                      <a16:creationId xmlns:a16="http://schemas.microsoft.com/office/drawing/2014/main" id="{2FF08205-5527-440C-8C3B-B62C1D0936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" name="Group 72">
                <a:extLst>
                  <a:ext uri="{FF2B5EF4-FFF2-40B4-BE49-F238E27FC236}">
                    <a16:creationId xmlns:a16="http://schemas.microsoft.com/office/drawing/2014/main" id="{3A9D7441-5B58-4DE3-96F3-58A37BF2B0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3" name="Line 73">
                  <a:extLst>
                    <a:ext uri="{FF2B5EF4-FFF2-40B4-BE49-F238E27FC236}">
                      <a16:creationId xmlns:a16="http://schemas.microsoft.com/office/drawing/2014/main" id="{94A6C4EA-F544-4403-8509-08B68DE670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" name="Line 74">
                  <a:extLst>
                    <a:ext uri="{FF2B5EF4-FFF2-40B4-BE49-F238E27FC236}">
                      <a16:creationId xmlns:a16="http://schemas.microsoft.com/office/drawing/2014/main" id="{60C66506-2377-4B4D-AEC3-9C4800BF96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5" name="Line 75">
                  <a:extLst>
                    <a:ext uri="{FF2B5EF4-FFF2-40B4-BE49-F238E27FC236}">
                      <a16:creationId xmlns:a16="http://schemas.microsoft.com/office/drawing/2014/main" id="{77CAE46B-1320-4D2B-8EF9-039B434C05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" name="Line 76">
                  <a:extLst>
                    <a:ext uri="{FF2B5EF4-FFF2-40B4-BE49-F238E27FC236}">
                      <a16:creationId xmlns:a16="http://schemas.microsoft.com/office/drawing/2014/main" id="{50D5E31D-618A-449B-8473-E5A94ED923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47" name="Group 77">
              <a:extLst>
                <a:ext uri="{FF2B5EF4-FFF2-40B4-BE49-F238E27FC236}">
                  <a16:creationId xmlns:a16="http://schemas.microsoft.com/office/drawing/2014/main" id="{74108F16-FC0C-49FD-B661-DD9EE53587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9111" y="3012503"/>
              <a:ext cx="1885950" cy="228600"/>
              <a:chOff x="1872" y="2160"/>
              <a:chExt cx="3456" cy="528"/>
            </a:xfrm>
          </p:grpSpPr>
          <p:grpSp>
            <p:nvGrpSpPr>
              <p:cNvPr id="48" name="Group 10">
                <a:extLst>
                  <a:ext uri="{FF2B5EF4-FFF2-40B4-BE49-F238E27FC236}">
                    <a16:creationId xmlns:a16="http://schemas.microsoft.com/office/drawing/2014/main" id="{B13B6B9B-36BD-4F93-9D1E-C61E23709D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89" name="Arc 5">
                  <a:extLst>
                    <a:ext uri="{FF2B5EF4-FFF2-40B4-BE49-F238E27FC236}">
                      <a16:creationId xmlns:a16="http://schemas.microsoft.com/office/drawing/2014/main" id="{68BA63F1-6DF5-4A51-BB13-C60D8AABD5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90" name="Arc 6">
                  <a:extLst>
                    <a:ext uri="{FF2B5EF4-FFF2-40B4-BE49-F238E27FC236}">
                      <a16:creationId xmlns:a16="http://schemas.microsoft.com/office/drawing/2014/main" id="{A1067F58-8B5A-4955-90FC-0952C4AE26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49" name="Group 9">
                <a:extLst>
                  <a:ext uri="{FF2B5EF4-FFF2-40B4-BE49-F238E27FC236}">
                    <a16:creationId xmlns:a16="http://schemas.microsoft.com/office/drawing/2014/main" id="{CD3EFBF8-83A0-4CF9-A3CD-DB8E67A153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87" name="Arc 7">
                  <a:extLst>
                    <a:ext uri="{FF2B5EF4-FFF2-40B4-BE49-F238E27FC236}">
                      <a16:creationId xmlns:a16="http://schemas.microsoft.com/office/drawing/2014/main" id="{947A8E94-0831-449A-9895-3B45D07D5C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88" name="Arc 8">
                  <a:extLst>
                    <a:ext uri="{FF2B5EF4-FFF2-40B4-BE49-F238E27FC236}">
                      <a16:creationId xmlns:a16="http://schemas.microsoft.com/office/drawing/2014/main" id="{E13462E0-060F-4846-829A-1EC1408B24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50" name="Line 12">
                <a:extLst>
                  <a:ext uri="{FF2B5EF4-FFF2-40B4-BE49-F238E27FC236}">
                    <a16:creationId xmlns:a16="http://schemas.microsoft.com/office/drawing/2014/main" id="{06E33F54-1FE4-437A-BB18-4B528D147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51" name="Group 56">
                <a:extLst>
                  <a:ext uri="{FF2B5EF4-FFF2-40B4-BE49-F238E27FC236}">
                    <a16:creationId xmlns:a16="http://schemas.microsoft.com/office/drawing/2014/main" id="{D889849C-9EA5-4EE2-AECD-28CBF5237C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83" name="Line 15">
                  <a:extLst>
                    <a:ext uri="{FF2B5EF4-FFF2-40B4-BE49-F238E27FC236}">
                      <a16:creationId xmlns:a16="http://schemas.microsoft.com/office/drawing/2014/main" id="{CD9FF0B6-4FC0-42A6-8BCF-8E6012A7F8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4" name="Line 16">
                  <a:extLst>
                    <a:ext uri="{FF2B5EF4-FFF2-40B4-BE49-F238E27FC236}">
                      <a16:creationId xmlns:a16="http://schemas.microsoft.com/office/drawing/2014/main" id="{A3D39CA4-95C4-4CB9-822C-6B78F2CC2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5" name="Line 17">
                  <a:extLst>
                    <a:ext uri="{FF2B5EF4-FFF2-40B4-BE49-F238E27FC236}">
                      <a16:creationId xmlns:a16="http://schemas.microsoft.com/office/drawing/2014/main" id="{1B77DFAB-D1A6-4540-8AB2-7DC1B612C8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6" name="Line 18">
                  <a:extLst>
                    <a:ext uri="{FF2B5EF4-FFF2-40B4-BE49-F238E27FC236}">
                      <a16:creationId xmlns:a16="http://schemas.microsoft.com/office/drawing/2014/main" id="{8B823563-3978-418A-AAC0-A95C889970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52" name="Line 43">
                <a:extLst>
                  <a:ext uri="{FF2B5EF4-FFF2-40B4-BE49-F238E27FC236}">
                    <a16:creationId xmlns:a16="http://schemas.microsoft.com/office/drawing/2014/main" id="{8AEB6FB6-A9FC-40B5-BFA2-00BF55648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" name="Line 44">
                <a:extLst>
                  <a:ext uri="{FF2B5EF4-FFF2-40B4-BE49-F238E27FC236}">
                    <a16:creationId xmlns:a16="http://schemas.microsoft.com/office/drawing/2014/main" id="{F49102F1-F3BD-44F2-BE41-545708D5CA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4" name="Line 45">
                <a:extLst>
                  <a:ext uri="{FF2B5EF4-FFF2-40B4-BE49-F238E27FC236}">
                    <a16:creationId xmlns:a16="http://schemas.microsoft.com/office/drawing/2014/main" id="{B4906DF4-E045-4A33-9961-D71138240D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5" name="Line 46">
                <a:extLst>
                  <a:ext uri="{FF2B5EF4-FFF2-40B4-BE49-F238E27FC236}">
                    <a16:creationId xmlns:a16="http://schemas.microsoft.com/office/drawing/2014/main" id="{4976B827-D836-4FB5-B001-A71D4CEEA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6" name="Line 47">
                <a:extLst>
                  <a:ext uri="{FF2B5EF4-FFF2-40B4-BE49-F238E27FC236}">
                    <a16:creationId xmlns:a16="http://schemas.microsoft.com/office/drawing/2014/main" id="{651ABC65-B332-457E-B12D-FF06A1BC3C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" name="Line 48">
                <a:extLst>
                  <a:ext uri="{FF2B5EF4-FFF2-40B4-BE49-F238E27FC236}">
                    <a16:creationId xmlns:a16="http://schemas.microsoft.com/office/drawing/2014/main" id="{F6BC7C03-BC59-425A-9567-736AB5B65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" name="Line 50">
                <a:extLst>
                  <a:ext uri="{FF2B5EF4-FFF2-40B4-BE49-F238E27FC236}">
                    <a16:creationId xmlns:a16="http://schemas.microsoft.com/office/drawing/2014/main" id="{F9693EB0-59A5-4780-AB86-AB200E6982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9" name="Line 51">
                <a:extLst>
                  <a:ext uri="{FF2B5EF4-FFF2-40B4-BE49-F238E27FC236}">
                    <a16:creationId xmlns:a16="http://schemas.microsoft.com/office/drawing/2014/main" id="{29923DC8-80F4-4E5F-82B3-47F8E9C12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0" name="Line 52">
                <a:extLst>
                  <a:ext uri="{FF2B5EF4-FFF2-40B4-BE49-F238E27FC236}">
                    <a16:creationId xmlns:a16="http://schemas.microsoft.com/office/drawing/2014/main" id="{A5D023BF-2479-4107-AD72-A6B409952F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1" name="AutoShape 53" descr="Wide downward diagonal">
                <a:extLst>
                  <a:ext uri="{FF2B5EF4-FFF2-40B4-BE49-F238E27FC236}">
                    <a16:creationId xmlns:a16="http://schemas.microsoft.com/office/drawing/2014/main" id="{73328271-E963-4D8C-8199-0E0131E0C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62" name="AutoShape 54" descr="Wide downward diagonal">
                <a:extLst>
                  <a:ext uri="{FF2B5EF4-FFF2-40B4-BE49-F238E27FC236}">
                    <a16:creationId xmlns:a16="http://schemas.microsoft.com/office/drawing/2014/main" id="{08F410EF-1154-4487-A26B-CDE7E4042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63" name="Group 57">
                <a:extLst>
                  <a:ext uri="{FF2B5EF4-FFF2-40B4-BE49-F238E27FC236}">
                    <a16:creationId xmlns:a16="http://schemas.microsoft.com/office/drawing/2014/main" id="{9F40ED7B-0EB0-400A-9C28-5A091C5BDB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79" name="Line 58">
                  <a:extLst>
                    <a:ext uri="{FF2B5EF4-FFF2-40B4-BE49-F238E27FC236}">
                      <a16:creationId xmlns:a16="http://schemas.microsoft.com/office/drawing/2014/main" id="{EBC81EFD-C586-4180-A74D-2A9115EA1A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0" name="Line 59">
                  <a:extLst>
                    <a:ext uri="{FF2B5EF4-FFF2-40B4-BE49-F238E27FC236}">
                      <a16:creationId xmlns:a16="http://schemas.microsoft.com/office/drawing/2014/main" id="{42C93F10-E239-414C-BF44-881B3B8437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1" name="Line 60">
                  <a:extLst>
                    <a:ext uri="{FF2B5EF4-FFF2-40B4-BE49-F238E27FC236}">
                      <a16:creationId xmlns:a16="http://schemas.microsoft.com/office/drawing/2014/main" id="{4D04A4E7-A8E5-4530-826C-34C188D6FF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2" name="Line 61">
                  <a:extLst>
                    <a:ext uri="{FF2B5EF4-FFF2-40B4-BE49-F238E27FC236}">
                      <a16:creationId xmlns:a16="http://schemas.microsoft.com/office/drawing/2014/main" id="{1CCBB668-568F-4AD2-8B3E-2B5CC6F3B0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4" name="Group 62">
                <a:extLst>
                  <a:ext uri="{FF2B5EF4-FFF2-40B4-BE49-F238E27FC236}">
                    <a16:creationId xmlns:a16="http://schemas.microsoft.com/office/drawing/2014/main" id="{4A413A78-9CAC-460E-81EE-8A3DBA4E7A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75" name="Line 63">
                  <a:extLst>
                    <a:ext uri="{FF2B5EF4-FFF2-40B4-BE49-F238E27FC236}">
                      <a16:creationId xmlns:a16="http://schemas.microsoft.com/office/drawing/2014/main" id="{A542F2A2-5991-4B74-9DE3-D676AA0A82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6" name="Line 64">
                  <a:extLst>
                    <a:ext uri="{FF2B5EF4-FFF2-40B4-BE49-F238E27FC236}">
                      <a16:creationId xmlns:a16="http://schemas.microsoft.com/office/drawing/2014/main" id="{E2B48CAD-B54A-47F6-A171-211D27643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7" name="Line 65">
                  <a:extLst>
                    <a:ext uri="{FF2B5EF4-FFF2-40B4-BE49-F238E27FC236}">
                      <a16:creationId xmlns:a16="http://schemas.microsoft.com/office/drawing/2014/main" id="{97EB65D2-CD45-4DBC-9BEE-6C2139277B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8" name="Line 66">
                  <a:extLst>
                    <a:ext uri="{FF2B5EF4-FFF2-40B4-BE49-F238E27FC236}">
                      <a16:creationId xmlns:a16="http://schemas.microsoft.com/office/drawing/2014/main" id="{B6EB2FA7-D3A3-46F0-AB4A-1B463440EB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5" name="Group 67">
                <a:extLst>
                  <a:ext uri="{FF2B5EF4-FFF2-40B4-BE49-F238E27FC236}">
                    <a16:creationId xmlns:a16="http://schemas.microsoft.com/office/drawing/2014/main" id="{F6EA329E-7003-4FF4-ADBE-3F21926D0E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71" name="Line 68">
                  <a:extLst>
                    <a:ext uri="{FF2B5EF4-FFF2-40B4-BE49-F238E27FC236}">
                      <a16:creationId xmlns:a16="http://schemas.microsoft.com/office/drawing/2014/main" id="{7B66C20F-73E9-4E7C-9359-66ED85D24D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2" name="Line 69">
                  <a:extLst>
                    <a:ext uri="{FF2B5EF4-FFF2-40B4-BE49-F238E27FC236}">
                      <a16:creationId xmlns:a16="http://schemas.microsoft.com/office/drawing/2014/main" id="{D2701A5D-022B-4E72-A971-40E1DE2FBC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3" name="Line 70">
                  <a:extLst>
                    <a:ext uri="{FF2B5EF4-FFF2-40B4-BE49-F238E27FC236}">
                      <a16:creationId xmlns:a16="http://schemas.microsoft.com/office/drawing/2014/main" id="{DE310500-EB95-4A4B-8CB4-29638ECC9E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4" name="Line 71">
                  <a:extLst>
                    <a:ext uri="{FF2B5EF4-FFF2-40B4-BE49-F238E27FC236}">
                      <a16:creationId xmlns:a16="http://schemas.microsoft.com/office/drawing/2014/main" id="{A2101B2D-8C6B-432C-9134-04C8C03975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6" name="Group 72">
                <a:extLst>
                  <a:ext uri="{FF2B5EF4-FFF2-40B4-BE49-F238E27FC236}">
                    <a16:creationId xmlns:a16="http://schemas.microsoft.com/office/drawing/2014/main" id="{3D47904C-2797-4916-8BF3-3084F456BB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67" name="Line 73">
                  <a:extLst>
                    <a:ext uri="{FF2B5EF4-FFF2-40B4-BE49-F238E27FC236}">
                      <a16:creationId xmlns:a16="http://schemas.microsoft.com/office/drawing/2014/main" id="{4C8F99FE-1515-4180-8120-BC844D455E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8" name="Line 74">
                  <a:extLst>
                    <a:ext uri="{FF2B5EF4-FFF2-40B4-BE49-F238E27FC236}">
                      <a16:creationId xmlns:a16="http://schemas.microsoft.com/office/drawing/2014/main" id="{FC28D43F-E1DD-4074-812D-E2F03AD808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9" name="Line 75">
                  <a:extLst>
                    <a:ext uri="{FF2B5EF4-FFF2-40B4-BE49-F238E27FC236}">
                      <a16:creationId xmlns:a16="http://schemas.microsoft.com/office/drawing/2014/main" id="{D8AB5095-BFDD-475B-9CA5-E7AD2A9167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0" name="Line 76">
                  <a:extLst>
                    <a:ext uri="{FF2B5EF4-FFF2-40B4-BE49-F238E27FC236}">
                      <a16:creationId xmlns:a16="http://schemas.microsoft.com/office/drawing/2014/main" id="{A06305CA-6C0A-4CC1-BE45-2D2882E0FE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91" name="Group 77">
              <a:extLst>
                <a:ext uri="{FF2B5EF4-FFF2-40B4-BE49-F238E27FC236}">
                  <a16:creationId xmlns:a16="http://schemas.microsoft.com/office/drawing/2014/main" id="{D9348F2A-414F-430D-ABEF-C02AB886F693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333737" y="3009245"/>
              <a:ext cx="1885950" cy="228600"/>
              <a:chOff x="1872" y="2160"/>
              <a:chExt cx="3456" cy="528"/>
            </a:xfrm>
          </p:grpSpPr>
          <p:grpSp>
            <p:nvGrpSpPr>
              <p:cNvPr id="92" name="Group 10">
                <a:extLst>
                  <a:ext uri="{FF2B5EF4-FFF2-40B4-BE49-F238E27FC236}">
                    <a16:creationId xmlns:a16="http://schemas.microsoft.com/office/drawing/2014/main" id="{50CCEC5D-4999-4C0D-A730-2A21090296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133" name="Arc 5">
                  <a:extLst>
                    <a:ext uri="{FF2B5EF4-FFF2-40B4-BE49-F238E27FC236}">
                      <a16:creationId xmlns:a16="http://schemas.microsoft.com/office/drawing/2014/main" id="{271EE402-80F0-4147-853B-9191512891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4" name="Arc 6">
                  <a:extLst>
                    <a:ext uri="{FF2B5EF4-FFF2-40B4-BE49-F238E27FC236}">
                      <a16:creationId xmlns:a16="http://schemas.microsoft.com/office/drawing/2014/main" id="{23041494-9D79-4EB7-BC4F-E037D0899F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93" name="Group 9">
                <a:extLst>
                  <a:ext uri="{FF2B5EF4-FFF2-40B4-BE49-F238E27FC236}">
                    <a16:creationId xmlns:a16="http://schemas.microsoft.com/office/drawing/2014/main" id="{A68EEAB9-771F-410E-9BD3-F4B964B051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131" name="Arc 7">
                  <a:extLst>
                    <a:ext uri="{FF2B5EF4-FFF2-40B4-BE49-F238E27FC236}">
                      <a16:creationId xmlns:a16="http://schemas.microsoft.com/office/drawing/2014/main" id="{06A43F26-1BC4-45EE-A6FF-09EC09E338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2" name="Arc 8">
                  <a:extLst>
                    <a:ext uri="{FF2B5EF4-FFF2-40B4-BE49-F238E27FC236}">
                      <a16:creationId xmlns:a16="http://schemas.microsoft.com/office/drawing/2014/main" id="{5CCC99F3-053B-482B-A377-A0BC444E3B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94" name="Line 12">
                <a:extLst>
                  <a:ext uri="{FF2B5EF4-FFF2-40B4-BE49-F238E27FC236}">
                    <a16:creationId xmlns:a16="http://schemas.microsoft.com/office/drawing/2014/main" id="{196B036E-9C59-4CA1-A270-4AF8F79F4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95" name="Group 56">
                <a:extLst>
                  <a:ext uri="{FF2B5EF4-FFF2-40B4-BE49-F238E27FC236}">
                    <a16:creationId xmlns:a16="http://schemas.microsoft.com/office/drawing/2014/main" id="{3864A783-A7C9-4F15-B9C8-2EDD39565A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127" name="Line 15">
                  <a:extLst>
                    <a:ext uri="{FF2B5EF4-FFF2-40B4-BE49-F238E27FC236}">
                      <a16:creationId xmlns:a16="http://schemas.microsoft.com/office/drawing/2014/main" id="{85687701-4CBA-48A7-BD07-4F7A236CBB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8" name="Line 16">
                  <a:extLst>
                    <a:ext uri="{FF2B5EF4-FFF2-40B4-BE49-F238E27FC236}">
                      <a16:creationId xmlns:a16="http://schemas.microsoft.com/office/drawing/2014/main" id="{E0DD94A9-D0B2-4DD3-BF7C-E3F19DC9F9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9" name="Line 17">
                  <a:extLst>
                    <a:ext uri="{FF2B5EF4-FFF2-40B4-BE49-F238E27FC236}">
                      <a16:creationId xmlns:a16="http://schemas.microsoft.com/office/drawing/2014/main" id="{9EEA98A0-AC72-4F91-8CD5-5169F50866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30" name="Line 18">
                  <a:extLst>
                    <a:ext uri="{FF2B5EF4-FFF2-40B4-BE49-F238E27FC236}">
                      <a16:creationId xmlns:a16="http://schemas.microsoft.com/office/drawing/2014/main" id="{AF69DC25-B49D-4832-A5C9-390AFB4D12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96" name="Line 43">
                <a:extLst>
                  <a:ext uri="{FF2B5EF4-FFF2-40B4-BE49-F238E27FC236}">
                    <a16:creationId xmlns:a16="http://schemas.microsoft.com/office/drawing/2014/main" id="{F2875A7A-E7BB-41DE-9E08-DFAEE082E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7" name="Line 44">
                <a:extLst>
                  <a:ext uri="{FF2B5EF4-FFF2-40B4-BE49-F238E27FC236}">
                    <a16:creationId xmlns:a16="http://schemas.microsoft.com/office/drawing/2014/main" id="{79CB4FC4-7531-48DC-883A-3D86272040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8" name="Line 45">
                <a:extLst>
                  <a:ext uri="{FF2B5EF4-FFF2-40B4-BE49-F238E27FC236}">
                    <a16:creationId xmlns:a16="http://schemas.microsoft.com/office/drawing/2014/main" id="{E21BEC4C-2929-4BC2-9995-CDE7A07247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9" name="Line 46">
                <a:extLst>
                  <a:ext uri="{FF2B5EF4-FFF2-40B4-BE49-F238E27FC236}">
                    <a16:creationId xmlns:a16="http://schemas.microsoft.com/office/drawing/2014/main" id="{F548EEBB-2D20-46B1-AF56-208932F03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0" name="Line 47">
                <a:extLst>
                  <a:ext uri="{FF2B5EF4-FFF2-40B4-BE49-F238E27FC236}">
                    <a16:creationId xmlns:a16="http://schemas.microsoft.com/office/drawing/2014/main" id="{81CC1977-BB8A-45A8-9B18-B57311D551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1" name="Line 48">
                <a:extLst>
                  <a:ext uri="{FF2B5EF4-FFF2-40B4-BE49-F238E27FC236}">
                    <a16:creationId xmlns:a16="http://schemas.microsoft.com/office/drawing/2014/main" id="{EF71754A-FB61-4220-8855-C424D9CC41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2" name="Line 50">
                <a:extLst>
                  <a:ext uri="{FF2B5EF4-FFF2-40B4-BE49-F238E27FC236}">
                    <a16:creationId xmlns:a16="http://schemas.microsoft.com/office/drawing/2014/main" id="{05F25472-20CB-438D-B793-6E87F42FB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3" name="Line 51">
                <a:extLst>
                  <a:ext uri="{FF2B5EF4-FFF2-40B4-BE49-F238E27FC236}">
                    <a16:creationId xmlns:a16="http://schemas.microsoft.com/office/drawing/2014/main" id="{CABF8106-498B-4C27-A872-3B90DE6CE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4" name="Line 52">
                <a:extLst>
                  <a:ext uri="{FF2B5EF4-FFF2-40B4-BE49-F238E27FC236}">
                    <a16:creationId xmlns:a16="http://schemas.microsoft.com/office/drawing/2014/main" id="{8B6FD917-BDA4-4C8C-896F-BF1ACCCCA0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5" name="AutoShape 53" descr="Wide downward diagonal">
                <a:extLst>
                  <a:ext uri="{FF2B5EF4-FFF2-40B4-BE49-F238E27FC236}">
                    <a16:creationId xmlns:a16="http://schemas.microsoft.com/office/drawing/2014/main" id="{36EEFF33-D2EE-40BB-8655-8D4EEF8B49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06" name="AutoShape 54" descr="Wide downward diagonal">
                <a:extLst>
                  <a:ext uri="{FF2B5EF4-FFF2-40B4-BE49-F238E27FC236}">
                    <a16:creationId xmlns:a16="http://schemas.microsoft.com/office/drawing/2014/main" id="{69D7D0A2-0938-408B-9048-64DCF083B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07" name="Group 57">
                <a:extLst>
                  <a:ext uri="{FF2B5EF4-FFF2-40B4-BE49-F238E27FC236}">
                    <a16:creationId xmlns:a16="http://schemas.microsoft.com/office/drawing/2014/main" id="{300B04F8-1CDA-43D4-99AB-73949F62DF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123" name="Line 58">
                  <a:extLst>
                    <a:ext uri="{FF2B5EF4-FFF2-40B4-BE49-F238E27FC236}">
                      <a16:creationId xmlns:a16="http://schemas.microsoft.com/office/drawing/2014/main" id="{1DF59556-578A-4E37-8188-5234B9F06B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4" name="Line 59">
                  <a:extLst>
                    <a:ext uri="{FF2B5EF4-FFF2-40B4-BE49-F238E27FC236}">
                      <a16:creationId xmlns:a16="http://schemas.microsoft.com/office/drawing/2014/main" id="{FF9DB8D6-080A-4102-B198-4AD957B99A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5" name="Line 60">
                  <a:extLst>
                    <a:ext uri="{FF2B5EF4-FFF2-40B4-BE49-F238E27FC236}">
                      <a16:creationId xmlns:a16="http://schemas.microsoft.com/office/drawing/2014/main" id="{E9DE33AD-EBFD-43F0-8482-A4F22BA593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6" name="Line 61">
                  <a:extLst>
                    <a:ext uri="{FF2B5EF4-FFF2-40B4-BE49-F238E27FC236}">
                      <a16:creationId xmlns:a16="http://schemas.microsoft.com/office/drawing/2014/main" id="{E6B94BA4-2E40-4A32-8121-FF7BA44377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8" name="Group 62">
                <a:extLst>
                  <a:ext uri="{FF2B5EF4-FFF2-40B4-BE49-F238E27FC236}">
                    <a16:creationId xmlns:a16="http://schemas.microsoft.com/office/drawing/2014/main" id="{ECCEA954-96EE-435F-AF0C-2AC2A32DB9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119" name="Line 63">
                  <a:extLst>
                    <a:ext uri="{FF2B5EF4-FFF2-40B4-BE49-F238E27FC236}">
                      <a16:creationId xmlns:a16="http://schemas.microsoft.com/office/drawing/2014/main" id="{0E78BE06-AC13-4B91-93CF-47CB4A4C47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0" name="Line 64">
                  <a:extLst>
                    <a:ext uri="{FF2B5EF4-FFF2-40B4-BE49-F238E27FC236}">
                      <a16:creationId xmlns:a16="http://schemas.microsoft.com/office/drawing/2014/main" id="{F253D55C-39DE-43D0-9EA8-1BF0E47294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1" name="Line 65">
                  <a:extLst>
                    <a:ext uri="{FF2B5EF4-FFF2-40B4-BE49-F238E27FC236}">
                      <a16:creationId xmlns:a16="http://schemas.microsoft.com/office/drawing/2014/main" id="{4CA9FD4F-8C4E-420C-A941-90CE36E95C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2" name="Line 66">
                  <a:extLst>
                    <a:ext uri="{FF2B5EF4-FFF2-40B4-BE49-F238E27FC236}">
                      <a16:creationId xmlns:a16="http://schemas.microsoft.com/office/drawing/2014/main" id="{2A2CD4C3-A7E4-4859-B866-0C2493D531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9" name="Group 67">
                <a:extLst>
                  <a:ext uri="{FF2B5EF4-FFF2-40B4-BE49-F238E27FC236}">
                    <a16:creationId xmlns:a16="http://schemas.microsoft.com/office/drawing/2014/main" id="{48117412-D296-4C60-8E98-E25022A7BD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115" name="Line 68">
                  <a:extLst>
                    <a:ext uri="{FF2B5EF4-FFF2-40B4-BE49-F238E27FC236}">
                      <a16:creationId xmlns:a16="http://schemas.microsoft.com/office/drawing/2014/main" id="{158827B4-4D36-44CD-94A1-C9F19F965A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6" name="Line 69">
                  <a:extLst>
                    <a:ext uri="{FF2B5EF4-FFF2-40B4-BE49-F238E27FC236}">
                      <a16:creationId xmlns:a16="http://schemas.microsoft.com/office/drawing/2014/main" id="{E6F19F08-BE55-4950-ACCD-BD093C1C35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7" name="Line 70">
                  <a:extLst>
                    <a:ext uri="{FF2B5EF4-FFF2-40B4-BE49-F238E27FC236}">
                      <a16:creationId xmlns:a16="http://schemas.microsoft.com/office/drawing/2014/main" id="{6E12FE96-4B17-4357-9107-7A77B4982C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8" name="Line 71">
                  <a:extLst>
                    <a:ext uri="{FF2B5EF4-FFF2-40B4-BE49-F238E27FC236}">
                      <a16:creationId xmlns:a16="http://schemas.microsoft.com/office/drawing/2014/main" id="{985CF519-0239-43AD-A4D1-AA88F4C38A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10" name="Group 72">
                <a:extLst>
                  <a:ext uri="{FF2B5EF4-FFF2-40B4-BE49-F238E27FC236}">
                    <a16:creationId xmlns:a16="http://schemas.microsoft.com/office/drawing/2014/main" id="{C76BC46D-150E-4DFD-BE7D-139541DF53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111" name="Line 73">
                  <a:extLst>
                    <a:ext uri="{FF2B5EF4-FFF2-40B4-BE49-F238E27FC236}">
                      <a16:creationId xmlns:a16="http://schemas.microsoft.com/office/drawing/2014/main" id="{8D3ABAA6-BEDE-42CA-B175-76D3F0CB3A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2" name="Line 74">
                  <a:extLst>
                    <a:ext uri="{FF2B5EF4-FFF2-40B4-BE49-F238E27FC236}">
                      <a16:creationId xmlns:a16="http://schemas.microsoft.com/office/drawing/2014/main" id="{1715D152-0F7E-4EB8-8921-971DA9E71E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3" name="Line 75">
                  <a:extLst>
                    <a:ext uri="{FF2B5EF4-FFF2-40B4-BE49-F238E27FC236}">
                      <a16:creationId xmlns:a16="http://schemas.microsoft.com/office/drawing/2014/main" id="{4839D98D-3346-41AA-821D-1CE1DF260D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4" name="Line 76">
                  <a:extLst>
                    <a:ext uri="{FF2B5EF4-FFF2-40B4-BE49-F238E27FC236}">
                      <a16:creationId xmlns:a16="http://schemas.microsoft.com/office/drawing/2014/main" id="{FEB7D4B3-28E2-44D4-B62D-456701061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79" name="Grupo 178">
              <a:extLst>
                <a:ext uri="{FF2B5EF4-FFF2-40B4-BE49-F238E27FC236}">
                  <a16:creationId xmlns:a16="http://schemas.microsoft.com/office/drawing/2014/main" id="{1AB806D3-6F27-4406-B95D-0465A512CEA9}"/>
                </a:ext>
              </a:extLst>
            </p:cNvPr>
            <p:cNvGrpSpPr/>
            <p:nvPr/>
          </p:nvGrpSpPr>
          <p:grpSpPr>
            <a:xfrm rot="10800000">
              <a:off x="4067944" y="3016670"/>
              <a:ext cx="231924" cy="228600"/>
              <a:chOff x="5643563" y="1257300"/>
              <a:chExt cx="231924" cy="228600"/>
            </a:xfrm>
          </p:grpSpPr>
          <p:sp>
            <p:nvSpPr>
              <p:cNvPr id="140" name="Line 43">
                <a:extLst>
                  <a:ext uri="{FF2B5EF4-FFF2-40B4-BE49-F238E27FC236}">
                    <a16:creationId xmlns:a16="http://schemas.microsoft.com/office/drawing/2014/main" id="{9BB72249-4331-48B6-BE6F-F6EBFC70A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21462" y="1279381"/>
                <a:ext cx="0" cy="184439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1" name="Line 44">
                <a:extLst>
                  <a:ext uri="{FF2B5EF4-FFF2-40B4-BE49-F238E27FC236}">
                    <a16:creationId xmlns:a16="http://schemas.microsoft.com/office/drawing/2014/main" id="{CDB85C93-21C7-44C0-8D7C-D9FCB7D59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74531" y="1278082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2" name="Line 45">
                <a:extLst>
                  <a:ext uri="{FF2B5EF4-FFF2-40B4-BE49-F238E27FC236}">
                    <a16:creationId xmlns:a16="http://schemas.microsoft.com/office/drawing/2014/main" id="{5A5D46CB-0F08-4373-8028-B50B16D75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8188" y="1373765"/>
                <a:ext cx="57299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3" name="Line 46">
                <a:extLst>
                  <a:ext uri="{FF2B5EF4-FFF2-40B4-BE49-F238E27FC236}">
                    <a16:creationId xmlns:a16="http://schemas.microsoft.com/office/drawing/2014/main" id="{62B7679D-382C-4E30-AB08-0597F7B4F7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6005" y="1280247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4" name="Line 47">
                <a:extLst>
                  <a:ext uri="{FF2B5EF4-FFF2-40B4-BE49-F238E27FC236}">
                    <a16:creationId xmlns:a16="http://schemas.microsoft.com/office/drawing/2014/main" id="{04568921-7D3B-4E5E-A1EC-12C300BF48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6346" y="1373332"/>
                <a:ext cx="57845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5" name="Line 48">
                <a:extLst>
                  <a:ext uri="{FF2B5EF4-FFF2-40B4-BE49-F238E27FC236}">
                    <a16:creationId xmlns:a16="http://schemas.microsoft.com/office/drawing/2014/main" id="{384CBE60-0297-40E0-BD0B-C9E2E835D5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3563" y="137419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6" name="Line 50">
                <a:extLst>
                  <a:ext uri="{FF2B5EF4-FFF2-40B4-BE49-F238E27FC236}">
                    <a16:creationId xmlns:a16="http://schemas.microsoft.com/office/drawing/2014/main" id="{4EF2A389-CDD2-4BCA-991C-8D2298159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51202" y="135081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7" name="Line 51">
                <a:extLst>
                  <a:ext uri="{FF2B5EF4-FFF2-40B4-BE49-F238E27FC236}">
                    <a16:creationId xmlns:a16="http://schemas.microsoft.com/office/drawing/2014/main" id="{0E436068-A6B9-412C-A20A-CE981DEC7F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5077" y="1351251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8" name="Line 52">
                <a:extLst>
                  <a:ext uri="{FF2B5EF4-FFF2-40B4-BE49-F238E27FC236}">
                    <a16:creationId xmlns:a16="http://schemas.microsoft.com/office/drawing/2014/main" id="{9A3D9E29-41C3-4ECD-A184-E265887CEC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6168" y="1394980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9" name="AutoShape 53" descr="Wide downward diagonal">
                <a:extLst>
                  <a:ext uri="{FF2B5EF4-FFF2-40B4-BE49-F238E27FC236}">
                    <a16:creationId xmlns:a16="http://schemas.microsoft.com/office/drawing/2014/main" id="{C422EF11-3AF2-4B69-8206-18731D3B3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430482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50" name="AutoShape 54" descr="Wide downward diagonal">
                <a:extLst>
                  <a:ext uri="{FF2B5EF4-FFF2-40B4-BE49-F238E27FC236}">
                    <a16:creationId xmlns:a16="http://schemas.microsoft.com/office/drawing/2014/main" id="{CA37CCDD-5334-43F6-B4F6-6C63DF3D9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257300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grpSp>
          <p:nvGrpSpPr>
            <p:cNvPr id="162" name="Group 78">
              <a:extLst>
                <a:ext uri="{FF2B5EF4-FFF2-40B4-BE49-F238E27FC236}">
                  <a16:creationId xmlns:a16="http://schemas.microsoft.com/office/drawing/2014/main" id="{8DA50218-CC24-45F7-97F3-35EEF57377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01281" y="3014072"/>
              <a:ext cx="1885950" cy="228600"/>
              <a:chOff x="1872" y="2160"/>
              <a:chExt cx="3456" cy="528"/>
            </a:xfrm>
          </p:grpSpPr>
          <p:grpSp>
            <p:nvGrpSpPr>
              <p:cNvPr id="163" name="Group 79">
                <a:extLst>
                  <a:ext uri="{FF2B5EF4-FFF2-40B4-BE49-F238E27FC236}">
                    <a16:creationId xmlns:a16="http://schemas.microsoft.com/office/drawing/2014/main" id="{9EE6FE99-4667-43C1-B17C-B0F6008650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209" name="Arc 80">
                  <a:extLst>
                    <a:ext uri="{FF2B5EF4-FFF2-40B4-BE49-F238E27FC236}">
                      <a16:creationId xmlns:a16="http://schemas.microsoft.com/office/drawing/2014/main" id="{69ADF18C-6DB3-4D3F-A716-29D2E87983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10" name="Arc 81">
                  <a:extLst>
                    <a:ext uri="{FF2B5EF4-FFF2-40B4-BE49-F238E27FC236}">
                      <a16:creationId xmlns:a16="http://schemas.microsoft.com/office/drawing/2014/main" id="{C0D59991-2BD2-4F9D-903C-E690361BFB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164" name="Group 82">
                <a:extLst>
                  <a:ext uri="{FF2B5EF4-FFF2-40B4-BE49-F238E27FC236}">
                    <a16:creationId xmlns:a16="http://schemas.microsoft.com/office/drawing/2014/main" id="{DEE64AD3-75A4-4DA9-B3D8-1802955283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207" name="Arc 83">
                  <a:extLst>
                    <a:ext uri="{FF2B5EF4-FFF2-40B4-BE49-F238E27FC236}">
                      <a16:creationId xmlns:a16="http://schemas.microsoft.com/office/drawing/2014/main" id="{51B7D7CC-31A1-42FD-BE65-667C825EFE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08" name="Arc 84">
                  <a:extLst>
                    <a:ext uri="{FF2B5EF4-FFF2-40B4-BE49-F238E27FC236}">
                      <a16:creationId xmlns:a16="http://schemas.microsoft.com/office/drawing/2014/main" id="{F51B5F5C-12A2-41E8-8E6F-C2B086CF07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165" name="Line 85">
                <a:extLst>
                  <a:ext uri="{FF2B5EF4-FFF2-40B4-BE49-F238E27FC236}">
                    <a16:creationId xmlns:a16="http://schemas.microsoft.com/office/drawing/2014/main" id="{32D693AB-8E0B-4C18-96A6-4DE9AAC262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166" name="Group 86">
                <a:extLst>
                  <a:ext uri="{FF2B5EF4-FFF2-40B4-BE49-F238E27FC236}">
                    <a16:creationId xmlns:a16="http://schemas.microsoft.com/office/drawing/2014/main" id="{B1920C40-23BE-42B3-AFD9-C073956AB1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203" name="Line 87">
                  <a:extLst>
                    <a:ext uri="{FF2B5EF4-FFF2-40B4-BE49-F238E27FC236}">
                      <a16:creationId xmlns:a16="http://schemas.microsoft.com/office/drawing/2014/main" id="{EF22D944-8CBE-423F-AFDB-AF1373108B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4" name="Line 88">
                  <a:extLst>
                    <a:ext uri="{FF2B5EF4-FFF2-40B4-BE49-F238E27FC236}">
                      <a16:creationId xmlns:a16="http://schemas.microsoft.com/office/drawing/2014/main" id="{13E4744F-ADE0-4227-864A-455B391D9E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5" name="Line 89">
                  <a:extLst>
                    <a:ext uri="{FF2B5EF4-FFF2-40B4-BE49-F238E27FC236}">
                      <a16:creationId xmlns:a16="http://schemas.microsoft.com/office/drawing/2014/main" id="{92BC0989-C59A-41DD-B093-6C5039007E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6" name="Line 90">
                  <a:extLst>
                    <a:ext uri="{FF2B5EF4-FFF2-40B4-BE49-F238E27FC236}">
                      <a16:creationId xmlns:a16="http://schemas.microsoft.com/office/drawing/2014/main" id="{65E210CC-029C-42BD-98DB-EBA43B951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167" name="Line 91">
                <a:extLst>
                  <a:ext uri="{FF2B5EF4-FFF2-40B4-BE49-F238E27FC236}">
                    <a16:creationId xmlns:a16="http://schemas.microsoft.com/office/drawing/2014/main" id="{B8389D20-AC8D-4641-BA17-032B0BC585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8" name="Line 92">
                <a:extLst>
                  <a:ext uri="{FF2B5EF4-FFF2-40B4-BE49-F238E27FC236}">
                    <a16:creationId xmlns:a16="http://schemas.microsoft.com/office/drawing/2014/main" id="{A512B609-A891-411F-89C5-4C9E291971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9" name="Line 93">
                <a:extLst>
                  <a:ext uri="{FF2B5EF4-FFF2-40B4-BE49-F238E27FC236}">
                    <a16:creationId xmlns:a16="http://schemas.microsoft.com/office/drawing/2014/main" id="{CB6A92E0-C0DF-4A6B-B842-AE8806D4B3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0" name="Line 94">
                <a:extLst>
                  <a:ext uri="{FF2B5EF4-FFF2-40B4-BE49-F238E27FC236}">
                    <a16:creationId xmlns:a16="http://schemas.microsoft.com/office/drawing/2014/main" id="{696B5A83-264E-4684-8C0D-296E3BE3CA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1" name="Line 95">
                <a:extLst>
                  <a:ext uri="{FF2B5EF4-FFF2-40B4-BE49-F238E27FC236}">
                    <a16:creationId xmlns:a16="http://schemas.microsoft.com/office/drawing/2014/main" id="{58C9C982-C696-473E-A11C-D4883EBF88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2" name="Line 96">
                <a:extLst>
                  <a:ext uri="{FF2B5EF4-FFF2-40B4-BE49-F238E27FC236}">
                    <a16:creationId xmlns:a16="http://schemas.microsoft.com/office/drawing/2014/main" id="{C849C6BC-05DE-4B32-9842-50FC36F333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3" name="Line 97">
                <a:extLst>
                  <a:ext uri="{FF2B5EF4-FFF2-40B4-BE49-F238E27FC236}">
                    <a16:creationId xmlns:a16="http://schemas.microsoft.com/office/drawing/2014/main" id="{5D1B47EC-B4C1-4409-AB14-EA89CCE4B4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4" name="Line 98">
                <a:extLst>
                  <a:ext uri="{FF2B5EF4-FFF2-40B4-BE49-F238E27FC236}">
                    <a16:creationId xmlns:a16="http://schemas.microsoft.com/office/drawing/2014/main" id="{A6808097-60D6-4876-90E3-513527B200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5" name="Line 99">
                <a:extLst>
                  <a:ext uri="{FF2B5EF4-FFF2-40B4-BE49-F238E27FC236}">
                    <a16:creationId xmlns:a16="http://schemas.microsoft.com/office/drawing/2014/main" id="{C8D03D34-8E98-47D4-B891-052C22AFF5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6" name="AutoShape 100" descr="Wide downward diagonal">
                <a:extLst>
                  <a:ext uri="{FF2B5EF4-FFF2-40B4-BE49-F238E27FC236}">
                    <a16:creationId xmlns:a16="http://schemas.microsoft.com/office/drawing/2014/main" id="{EA450069-3E92-420C-A561-2BB6C38FB9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77" name="AutoShape 101" descr="Wide downward diagonal">
                <a:extLst>
                  <a:ext uri="{FF2B5EF4-FFF2-40B4-BE49-F238E27FC236}">
                    <a16:creationId xmlns:a16="http://schemas.microsoft.com/office/drawing/2014/main" id="{3FEA9AFE-AAA6-42CB-841A-7E580BD7D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78" name="Group 102">
                <a:extLst>
                  <a:ext uri="{FF2B5EF4-FFF2-40B4-BE49-F238E27FC236}">
                    <a16:creationId xmlns:a16="http://schemas.microsoft.com/office/drawing/2014/main" id="{E44AFBBC-FEDF-4834-B35E-DF32C541D1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199" name="Line 103">
                  <a:extLst>
                    <a:ext uri="{FF2B5EF4-FFF2-40B4-BE49-F238E27FC236}">
                      <a16:creationId xmlns:a16="http://schemas.microsoft.com/office/drawing/2014/main" id="{B3D7AFE2-20AE-408C-AD04-4CA416FDF8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0" name="Line 104">
                  <a:extLst>
                    <a:ext uri="{FF2B5EF4-FFF2-40B4-BE49-F238E27FC236}">
                      <a16:creationId xmlns:a16="http://schemas.microsoft.com/office/drawing/2014/main" id="{776CDE00-7C10-49AA-BD56-808252854C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1" name="Line 105">
                  <a:extLst>
                    <a:ext uri="{FF2B5EF4-FFF2-40B4-BE49-F238E27FC236}">
                      <a16:creationId xmlns:a16="http://schemas.microsoft.com/office/drawing/2014/main" id="{9B4A0B1C-2822-4D57-A088-C928FF0D20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2" name="Line 106">
                  <a:extLst>
                    <a:ext uri="{FF2B5EF4-FFF2-40B4-BE49-F238E27FC236}">
                      <a16:creationId xmlns:a16="http://schemas.microsoft.com/office/drawing/2014/main" id="{CFEA634E-FFA3-42B3-B6B2-A747782C52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81" name="Group 107">
                <a:extLst>
                  <a:ext uri="{FF2B5EF4-FFF2-40B4-BE49-F238E27FC236}">
                    <a16:creationId xmlns:a16="http://schemas.microsoft.com/office/drawing/2014/main" id="{EECDBD8B-9C7F-4882-87AF-B0BE932043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195" name="Line 108">
                  <a:extLst>
                    <a:ext uri="{FF2B5EF4-FFF2-40B4-BE49-F238E27FC236}">
                      <a16:creationId xmlns:a16="http://schemas.microsoft.com/office/drawing/2014/main" id="{70916BCD-8EE5-4302-B56B-0613018589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6" name="Line 109">
                  <a:extLst>
                    <a:ext uri="{FF2B5EF4-FFF2-40B4-BE49-F238E27FC236}">
                      <a16:creationId xmlns:a16="http://schemas.microsoft.com/office/drawing/2014/main" id="{B388DA72-2E9C-4813-8F08-C7290ED40B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7" name="Line 110">
                  <a:extLst>
                    <a:ext uri="{FF2B5EF4-FFF2-40B4-BE49-F238E27FC236}">
                      <a16:creationId xmlns:a16="http://schemas.microsoft.com/office/drawing/2014/main" id="{0C782715-FD60-4A5C-BC90-17FFF6EDF5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8" name="Line 111">
                  <a:extLst>
                    <a:ext uri="{FF2B5EF4-FFF2-40B4-BE49-F238E27FC236}">
                      <a16:creationId xmlns:a16="http://schemas.microsoft.com/office/drawing/2014/main" id="{46FF9CF7-C8C6-4157-AE56-0853C4EC03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83" name="Group 112">
                <a:extLst>
                  <a:ext uri="{FF2B5EF4-FFF2-40B4-BE49-F238E27FC236}">
                    <a16:creationId xmlns:a16="http://schemas.microsoft.com/office/drawing/2014/main" id="{7130610B-E3DB-4932-85A6-98984935FF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191" name="Line 113">
                  <a:extLst>
                    <a:ext uri="{FF2B5EF4-FFF2-40B4-BE49-F238E27FC236}">
                      <a16:creationId xmlns:a16="http://schemas.microsoft.com/office/drawing/2014/main" id="{D9B88080-DC29-49D7-92DA-02F6F111A1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2" name="Line 114">
                  <a:extLst>
                    <a:ext uri="{FF2B5EF4-FFF2-40B4-BE49-F238E27FC236}">
                      <a16:creationId xmlns:a16="http://schemas.microsoft.com/office/drawing/2014/main" id="{362FA476-1180-4E20-8F25-42FD269BF9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3" name="Line 115">
                  <a:extLst>
                    <a:ext uri="{FF2B5EF4-FFF2-40B4-BE49-F238E27FC236}">
                      <a16:creationId xmlns:a16="http://schemas.microsoft.com/office/drawing/2014/main" id="{31155A51-1313-4069-AA9E-E15CE51A1D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4" name="Line 116">
                  <a:extLst>
                    <a:ext uri="{FF2B5EF4-FFF2-40B4-BE49-F238E27FC236}">
                      <a16:creationId xmlns:a16="http://schemas.microsoft.com/office/drawing/2014/main" id="{FBCD1129-3D01-4BF0-835C-CB05C222EB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84" name="Group 117">
                <a:extLst>
                  <a:ext uri="{FF2B5EF4-FFF2-40B4-BE49-F238E27FC236}">
                    <a16:creationId xmlns:a16="http://schemas.microsoft.com/office/drawing/2014/main" id="{5A02F2D6-2765-4E51-907F-795E2DE199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186" name="Line 118">
                  <a:extLst>
                    <a:ext uri="{FF2B5EF4-FFF2-40B4-BE49-F238E27FC236}">
                      <a16:creationId xmlns:a16="http://schemas.microsoft.com/office/drawing/2014/main" id="{290F4DB9-9479-451F-9FAA-BFD92597B5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88" name="Line 119">
                  <a:extLst>
                    <a:ext uri="{FF2B5EF4-FFF2-40B4-BE49-F238E27FC236}">
                      <a16:creationId xmlns:a16="http://schemas.microsoft.com/office/drawing/2014/main" id="{CD67893D-8D40-4DD6-809C-7A67757558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89" name="Line 120">
                  <a:extLst>
                    <a:ext uri="{FF2B5EF4-FFF2-40B4-BE49-F238E27FC236}">
                      <a16:creationId xmlns:a16="http://schemas.microsoft.com/office/drawing/2014/main" id="{3AFD4637-B367-45D2-B08D-186989250C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0" name="Line 121">
                  <a:extLst>
                    <a:ext uri="{FF2B5EF4-FFF2-40B4-BE49-F238E27FC236}">
                      <a16:creationId xmlns:a16="http://schemas.microsoft.com/office/drawing/2014/main" id="{2B9584E5-FE24-454E-A184-2B205789C4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211" name="Group 78">
              <a:extLst>
                <a:ext uri="{FF2B5EF4-FFF2-40B4-BE49-F238E27FC236}">
                  <a16:creationId xmlns:a16="http://schemas.microsoft.com/office/drawing/2014/main" id="{91060079-0DC7-419C-9176-38B6E059CC76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2194598" y="3016670"/>
              <a:ext cx="1885950" cy="228600"/>
              <a:chOff x="1872" y="2160"/>
              <a:chExt cx="3456" cy="528"/>
            </a:xfrm>
          </p:grpSpPr>
          <p:grpSp>
            <p:nvGrpSpPr>
              <p:cNvPr id="212" name="Group 79">
                <a:extLst>
                  <a:ext uri="{FF2B5EF4-FFF2-40B4-BE49-F238E27FC236}">
                    <a16:creationId xmlns:a16="http://schemas.microsoft.com/office/drawing/2014/main" id="{2B6936ED-3FDD-4C5A-83AA-74229AE9A0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253" name="Arc 80">
                  <a:extLst>
                    <a:ext uri="{FF2B5EF4-FFF2-40B4-BE49-F238E27FC236}">
                      <a16:creationId xmlns:a16="http://schemas.microsoft.com/office/drawing/2014/main" id="{30DC2440-CE9D-4B49-B7C7-EAF85F2933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54" name="Arc 81">
                  <a:extLst>
                    <a:ext uri="{FF2B5EF4-FFF2-40B4-BE49-F238E27FC236}">
                      <a16:creationId xmlns:a16="http://schemas.microsoft.com/office/drawing/2014/main" id="{D8F902BF-63F3-4110-BCC0-02FB1FCF59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213" name="Group 82">
                <a:extLst>
                  <a:ext uri="{FF2B5EF4-FFF2-40B4-BE49-F238E27FC236}">
                    <a16:creationId xmlns:a16="http://schemas.microsoft.com/office/drawing/2014/main" id="{6584C528-90AE-4D5E-B459-A7C09E0020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251" name="Arc 83">
                  <a:extLst>
                    <a:ext uri="{FF2B5EF4-FFF2-40B4-BE49-F238E27FC236}">
                      <a16:creationId xmlns:a16="http://schemas.microsoft.com/office/drawing/2014/main" id="{278B8473-3577-4B21-A419-95F0D35CE1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52" name="Arc 84">
                  <a:extLst>
                    <a:ext uri="{FF2B5EF4-FFF2-40B4-BE49-F238E27FC236}">
                      <a16:creationId xmlns:a16="http://schemas.microsoft.com/office/drawing/2014/main" id="{C7ED8D9D-0E9E-4702-8F6D-9711A65FCF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214" name="Line 85">
                <a:extLst>
                  <a:ext uri="{FF2B5EF4-FFF2-40B4-BE49-F238E27FC236}">
                    <a16:creationId xmlns:a16="http://schemas.microsoft.com/office/drawing/2014/main" id="{F643F783-DE8A-4BF2-951E-20C4E0C68F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215" name="Group 86">
                <a:extLst>
                  <a:ext uri="{FF2B5EF4-FFF2-40B4-BE49-F238E27FC236}">
                    <a16:creationId xmlns:a16="http://schemas.microsoft.com/office/drawing/2014/main" id="{CAE74F4C-E210-4AB2-80F1-E32994A1DE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247" name="Line 87">
                  <a:extLst>
                    <a:ext uri="{FF2B5EF4-FFF2-40B4-BE49-F238E27FC236}">
                      <a16:creationId xmlns:a16="http://schemas.microsoft.com/office/drawing/2014/main" id="{139D90DB-D880-441A-9166-2770D5A978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8" name="Line 88">
                  <a:extLst>
                    <a:ext uri="{FF2B5EF4-FFF2-40B4-BE49-F238E27FC236}">
                      <a16:creationId xmlns:a16="http://schemas.microsoft.com/office/drawing/2014/main" id="{62AFE025-80EB-457D-AF6C-C7C922EB86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9" name="Line 89">
                  <a:extLst>
                    <a:ext uri="{FF2B5EF4-FFF2-40B4-BE49-F238E27FC236}">
                      <a16:creationId xmlns:a16="http://schemas.microsoft.com/office/drawing/2014/main" id="{9581524D-7FA5-4AF0-A0F6-8C7781D5E3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50" name="Line 90">
                  <a:extLst>
                    <a:ext uri="{FF2B5EF4-FFF2-40B4-BE49-F238E27FC236}">
                      <a16:creationId xmlns:a16="http://schemas.microsoft.com/office/drawing/2014/main" id="{BD00239A-D88A-4763-A08E-57CDF76307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16" name="Line 91">
                <a:extLst>
                  <a:ext uri="{FF2B5EF4-FFF2-40B4-BE49-F238E27FC236}">
                    <a16:creationId xmlns:a16="http://schemas.microsoft.com/office/drawing/2014/main" id="{A9A50FD4-90E1-423E-9F9C-3D77BE4244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7" name="Line 92">
                <a:extLst>
                  <a:ext uri="{FF2B5EF4-FFF2-40B4-BE49-F238E27FC236}">
                    <a16:creationId xmlns:a16="http://schemas.microsoft.com/office/drawing/2014/main" id="{FBA06EEB-1733-40F0-8445-C4BFD628CD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8" name="Line 93">
                <a:extLst>
                  <a:ext uri="{FF2B5EF4-FFF2-40B4-BE49-F238E27FC236}">
                    <a16:creationId xmlns:a16="http://schemas.microsoft.com/office/drawing/2014/main" id="{ACFB39D9-E256-44AF-875B-84C887730D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9" name="Line 94">
                <a:extLst>
                  <a:ext uri="{FF2B5EF4-FFF2-40B4-BE49-F238E27FC236}">
                    <a16:creationId xmlns:a16="http://schemas.microsoft.com/office/drawing/2014/main" id="{B6C2F6F9-9D10-4016-9CFF-3A29C44C92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0" name="Line 95">
                <a:extLst>
                  <a:ext uri="{FF2B5EF4-FFF2-40B4-BE49-F238E27FC236}">
                    <a16:creationId xmlns:a16="http://schemas.microsoft.com/office/drawing/2014/main" id="{E9ABC520-ADEE-48BC-B039-576A42E478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1" name="Line 96">
                <a:extLst>
                  <a:ext uri="{FF2B5EF4-FFF2-40B4-BE49-F238E27FC236}">
                    <a16:creationId xmlns:a16="http://schemas.microsoft.com/office/drawing/2014/main" id="{D741972B-24CE-4F99-AE0E-BED5F14ADC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2" name="Line 97">
                <a:extLst>
                  <a:ext uri="{FF2B5EF4-FFF2-40B4-BE49-F238E27FC236}">
                    <a16:creationId xmlns:a16="http://schemas.microsoft.com/office/drawing/2014/main" id="{B5128951-7051-4BF8-8CC0-47A93CA522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3" name="Line 98">
                <a:extLst>
                  <a:ext uri="{FF2B5EF4-FFF2-40B4-BE49-F238E27FC236}">
                    <a16:creationId xmlns:a16="http://schemas.microsoft.com/office/drawing/2014/main" id="{CAD7FE8A-0227-4C7E-ABF1-69CFCA18CB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4" name="Line 99">
                <a:extLst>
                  <a:ext uri="{FF2B5EF4-FFF2-40B4-BE49-F238E27FC236}">
                    <a16:creationId xmlns:a16="http://schemas.microsoft.com/office/drawing/2014/main" id="{E7056153-3144-4873-9985-5F6E86BD47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5" name="AutoShape 100" descr="Wide downward diagonal">
                <a:extLst>
                  <a:ext uri="{FF2B5EF4-FFF2-40B4-BE49-F238E27FC236}">
                    <a16:creationId xmlns:a16="http://schemas.microsoft.com/office/drawing/2014/main" id="{ACD844E2-774B-494C-881D-F7D280D01B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26" name="AutoShape 101" descr="Wide downward diagonal">
                <a:extLst>
                  <a:ext uri="{FF2B5EF4-FFF2-40B4-BE49-F238E27FC236}">
                    <a16:creationId xmlns:a16="http://schemas.microsoft.com/office/drawing/2014/main" id="{7F502AE3-1E71-403D-88F2-D8FC8F7D0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227" name="Group 102">
                <a:extLst>
                  <a:ext uri="{FF2B5EF4-FFF2-40B4-BE49-F238E27FC236}">
                    <a16:creationId xmlns:a16="http://schemas.microsoft.com/office/drawing/2014/main" id="{84D06F42-0770-45E1-A258-31BDEEC43F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243" name="Line 103">
                  <a:extLst>
                    <a:ext uri="{FF2B5EF4-FFF2-40B4-BE49-F238E27FC236}">
                      <a16:creationId xmlns:a16="http://schemas.microsoft.com/office/drawing/2014/main" id="{27D8DA98-5C05-4F6E-B4D3-044DD03340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4" name="Line 104">
                  <a:extLst>
                    <a:ext uri="{FF2B5EF4-FFF2-40B4-BE49-F238E27FC236}">
                      <a16:creationId xmlns:a16="http://schemas.microsoft.com/office/drawing/2014/main" id="{FCD11DFD-D809-4AFB-8E17-196D978239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5" name="Line 105">
                  <a:extLst>
                    <a:ext uri="{FF2B5EF4-FFF2-40B4-BE49-F238E27FC236}">
                      <a16:creationId xmlns:a16="http://schemas.microsoft.com/office/drawing/2014/main" id="{1BC333FA-5375-4E25-A347-E0025D375C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6" name="Line 106">
                  <a:extLst>
                    <a:ext uri="{FF2B5EF4-FFF2-40B4-BE49-F238E27FC236}">
                      <a16:creationId xmlns:a16="http://schemas.microsoft.com/office/drawing/2014/main" id="{6974B2DF-3E70-4347-B834-574439E1AE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8" name="Group 107">
                <a:extLst>
                  <a:ext uri="{FF2B5EF4-FFF2-40B4-BE49-F238E27FC236}">
                    <a16:creationId xmlns:a16="http://schemas.microsoft.com/office/drawing/2014/main" id="{61BE89DE-E163-40AA-AB52-3CE7D31AE0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239" name="Line 108">
                  <a:extLst>
                    <a:ext uri="{FF2B5EF4-FFF2-40B4-BE49-F238E27FC236}">
                      <a16:creationId xmlns:a16="http://schemas.microsoft.com/office/drawing/2014/main" id="{021A6297-03C0-4CE2-A68D-AE174C1D29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0" name="Line 109">
                  <a:extLst>
                    <a:ext uri="{FF2B5EF4-FFF2-40B4-BE49-F238E27FC236}">
                      <a16:creationId xmlns:a16="http://schemas.microsoft.com/office/drawing/2014/main" id="{94E8B873-EAE6-480A-88B1-1DD3A900C1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1" name="Line 110">
                  <a:extLst>
                    <a:ext uri="{FF2B5EF4-FFF2-40B4-BE49-F238E27FC236}">
                      <a16:creationId xmlns:a16="http://schemas.microsoft.com/office/drawing/2014/main" id="{197E252F-663A-487E-A5DF-89013A4A88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2" name="Line 111">
                  <a:extLst>
                    <a:ext uri="{FF2B5EF4-FFF2-40B4-BE49-F238E27FC236}">
                      <a16:creationId xmlns:a16="http://schemas.microsoft.com/office/drawing/2014/main" id="{A54A069F-780E-449C-8344-4A68F24140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9" name="Group 112">
                <a:extLst>
                  <a:ext uri="{FF2B5EF4-FFF2-40B4-BE49-F238E27FC236}">
                    <a16:creationId xmlns:a16="http://schemas.microsoft.com/office/drawing/2014/main" id="{18D7AE06-68AF-4B85-8AA4-37AE00B512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35" name="Line 113">
                  <a:extLst>
                    <a:ext uri="{FF2B5EF4-FFF2-40B4-BE49-F238E27FC236}">
                      <a16:creationId xmlns:a16="http://schemas.microsoft.com/office/drawing/2014/main" id="{F1E99D61-6BC0-4161-8AB3-9D246158C3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6" name="Line 114">
                  <a:extLst>
                    <a:ext uri="{FF2B5EF4-FFF2-40B4-BE49-F238E27FC236}">
                      <a16:creationId xmlns:a16="http://schemas.microsoft.com/office/drawing/2014/main" id="{0D9ACEA2-EAEA-41E3-865E-E12E28CCA0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7" name="Line 115">
                  <a:extLst>
                    <a:ext uri="{FF2B5EF4-FFF2-40B4-BE49-F238E27FC236}">
                      <a16:creationId xmlns:a16="http://schemas.microsoft.com/office/drawing/2014/main" id="{1093523E-7297-4592-B2AC-5388021B81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8" name="Line 116">
                  <a:extLst>
                    <a:ext uri="{FF2B5EF4-FFF2-40B4-BE49-F238E27FC236}">
                      <a16:creationId xmlns:a16="http://schemas.microsoft.com/office/drawing/2014/main" id="{185F8912-FB7C-4938-A3F5-10B4458E83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30" name="Group 117">
                <a:extLst>
                  <a:ext uri="{FF2B5EF4-FFF2-40B4-BE49-F238E27FC236}">
                    <a16:creationId xmlns:a16="http://schemas.microsoft.com/office/drawing/2014/main" id="{F5539CBA-8D39-4948-B6FE-26A445F449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31" name="Line 118">
                  <a:extLst>
                    <a:ext uri="{FF2B5EF4-FFF2-40B4-BE49-F238E27FC236}">
                      <a16:creationId xmlns:a16="http://schemas.microsoft.com/office/drawing/2014/main" id="{DE8DAA13-5AF1-434F-8250-90E9D74B49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2" name="Line 119">
                  <a:extLst>
                    <a:ext uri="{FF2B5EF4-FFF2-40B4-BE49-F238E27FC236}">
                      <a16:creationId xmlns:a16="http://schemas.microsoft.com/office/drawing/2014/main" id="{C4938B88-F791-40C4-959F-AD28A7B985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3" name="Line 120">
                  <a:extLst>
                    <a:ext uri="{FF2B5EF4-FFF2-40B4-BE49-F238E27FC236}">
                      <a16:creationId xmlns:a16="http://schemas.microsoft.com/office/drawing/2014/main" id="{44E7CDAB-A5C1-4DA9-9979-8F80C7B485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4" name="Line 121">
                  <a:extLst>
                    <a:ext uri="{FF2B5EF4-FFF2-40B4-BE49-F238E27FC236}">
                      <a16:creationId xmlns:a16="http://schemas.microsoft.com/office/drawing/2014/main" id="{FCD5BBB6-32FC-4ADB-8CBC-68B9C406A2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</p:grpSp>
      <p:sp>
        <p:nvSpPr>
          <p:cNvPr id="257" name="CuadroTexto 256">
            <a:extLst>
              <a:ext uri="{FF2B5EF4-FFF2-40B4-BE49-F238E27FC236}">
                <a16:creationId xmlns:a16="http://schemas.microsoft.com/office/drawing/2014/main" id="{2769324B-F549-46E6-9D8E-C73529F181D0}"/>
              </a:ext>
            </a:extLst>
          </p:cNvPr>
          <p:cNvSpPr txBox="1"/>
          <p:nvPr/>
        </p:nvSpPr>
        <p:spPr>
          <a:xfrm>
            <a:off x="3607195" y="2306609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Cart</a:t>
            </a:r>
          </a:p>
        </p:txBody>
      </p:sp>
      <p:sp>
        <p:nvSpPr>
          <p:cNvPr id="258" name="CuadroTexto 257">
            <a:extLst>
              <a:ext uri="{FF2B5EF4-FFF2-40B4-BE49-F238E27FC236}">
                <a16:creationId xmlns:a16="http://schemas.microsoft.com/office/drawing/2014/main" id="{3C5AA7C2-E6A4-4306-8433-6246411FB7D7}"/>
              </a:ext>
            </a:extLst>
          </p:cNvPr>
          <p:cNvSpPr txBox="1"/>
          <p:nvPr/>
        </p:nvSpPr>
        <p:spPr>
          <a:xfrm>
            <a:off x="3535673" y="411510"/>
            <a:ext cx="223651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Free Standing Span</a:t>
            </a:r>
          </a:p>
        </p:txBody>
      </p:sp>
      <p:cxnSp>
        <p:nvCxnSpPr>
          <p:cNvPr id="259" name="Conector recto de flecha 258">
            <a:extLst>
              <a:ext uri="{FF2B5EF4-FFF2-40B4-BE49-F238E27FC236}">
                <a16:creationId xmlns:a16="http://schemas.microsoft.com/office/drawing/2014/main" id="{210AFC7B-F822-4365-B965-51193B4206AC}"/>
              </a:ext>
            </a:extLst>
          </p:cNvPr>
          <p:cNvCxnSpPr>
            <a:cxnSpLocks/>
            <a:stCxn id="258" idx="2"/>
          </p:cNvCxnSpPr>
          <p:nvPr/>
        </p:nvCxnSpPr>
        <p:spPr>
          <a:xfrm>
            <a:off x="4653928" y="780842"/>
            <a:ext cx="0" cy="218019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CuadroTexto 260">
            <a:extLst>
              <a:ext uri="{FF2B5EF4-FFF2-40B4-BE49-F238E27FC236}">
                <a16:creationId xmlns:a16="http://schemas.microsoft.com/office/drawing/2014/main" id="{286CE05B-CE0A-42B7-97C4-755E798A8ACD}"/>
              </a:ext>
            </a:extLst>
          </p:cNvPr>
          <p:cNvSpPr txBox="1"/>
          <p:nvPr/>
        </p:nvSpPr>
        <p:spPr>
          <a:xfrm>
            <a:off x="105392" y="787125"/>
            <a:ext cx="2584239" cy="1200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All towers on side B (including cart) must run with motors rotating on the opposite sense.</a:t>
            </a:r>
          </a:p>
        </p:txBody>
      </p:sp>
      <p:sp>
        <p:nvSpPr>
          <p:cNvPr id="266" name="CuadroTexto 265">
            <a:extLst>
              <a:ext uri="{FF2B5EF4-FFF2-40B4-BE49-F238E27FC236}">
                <a16:creationId xmlns:a16="http://schemas.microsoft.com/office/drawing/2014/main" id="{98711EFB-55BC-4DA4-8370-8CD6C238C695}"/>
              </a:ext>
            </a:extLst>
          </p:cNvPr>
          <p:cNvSpPr txBox="1"/>
          <p:nvPr/>
        </p:nvSpPr>
        <p:spPr>
          <a:xfrm>
            <a:off x="107504" y="123478"/>
            <a:ext cx="217239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Center Feed Linear</a:t>
            </a:r>
          </a:p>
        </p:txBody>
      </p:sp>
      <p:sp>
        <p:nvSpPr>
          <p:cNvPr id="267" name="CuadroTexto 266">
            <a:extLst>
              <a:ext uri="{FF2B5EF4-FFF2-40B4-BE49-F238E27FC236}">
                <a16:creationId xmlns:a16="http://schemas.microsoft.com/office/drawing/2014/main" id="{E7743936-C9E4-4D80-B126-F2B8A3AFED86}"/>
              </a:ext>
            </a:extLst>
          </p:cNvPr>
          <p:cNvSpPr txBox="1"/>
          <p:nvPr/>
        </p:nvSpPr>
        <p:spPr>
          <a:xfrm>
            <a:off x="159866" y="4083918"/>
            <a:ext cx="3551762" cy="992579"/>
          </a:xfrm>
          <a:prstGeom prst="rect">
            <a:avLst/>
          </a:prstGeom>
          <a:noFill/>
          <a:ln>
            <a:solidFill>
              <a:srgbClr val="19532A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solidFill>
                  <a:srgbClr val="19532A"/>
                </a:solidFill>
              </a:rPr>
              <a:t>Connect cart tower box with Side B span cable.</a:t>
            </a:r>
          </a:p>
          <a:p>
            <a:pPr algn="just"/>
            <a:r>
              <a:rPr lang="en-US" sz="1200" dirty="0">
                <a:solidFill>
                  <a:srgbClr val="19532A"/>
                </a:solidFill>
              </a:rPr>
              <a:t>At cart tower box, on cable coming from main panel, interchange Brown with Orange wires and interchange 2 Phase wires.</a:t>
            </a:r>
          </a:p>
          <a:p>
            <a:pPr algn="just"/>
            <a:r>
              <a:rPr lang="en-US" sz="1050" dirty="0">
                <a:solidFill>
                  <a:srgbClr val="148D6C"/>
                </a:solidFill>
              </a:rPr>
              <a:t>(It can be done at main panel instead of Cart Tower Box)</a:t>
            </a:r>
            <a:endParaRPr lang="en-US" sz="1200" dirty="0">
              <a:solidFill>
                <a:srgbClr val="148D6C"/>
              </a:solidFill>
            </a:endParaRPr>
          </a:p>
        </p:txBody>
      </p:sp>
      <p:cxnSp>
        <p:nvCxnSpPr>
          <p:cNvPr id="270" name="Conector recto de flecha 269">
            <a:extLst>
              <a:ext uri="{FF2B5EF4-FFF2-40B4-BE49-F238E27FC236}">
                <a16:creationId xmlns:a16="http://schemas.microsoft.com/office/drawing/2014/main" id="{8C9C4412-AFB0-4796-87DD-B1406566C769}"/>
              </a:ext>
            </a:extLst>
          </p:cNvPr>
          <p:cNvCxnSpPr>
            <a:cxnSpLocks/>
            <a:endCxn id="274" idx="3"/>
          </p:cNvCxnSpPr>
          <p:nvPr/>
        </p:nvCxnSpPr>
        <p:spPr>
          <a:xfrm flipV="1">
            <a:off x="3463277" y="3201776"/>
            <a:ext cx="296758" cy="882142"/>
          </a:xfrm>
          <a:prstGeom prst="straightConnector1">
            <a:avLst/>
          </a:prstGeom>
          <a:ln>
            <a:solidFill>
              <a:srgbClr val="19532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CuadroTexto 259">
            <a:extLst>
              <a:ext uri="{FF2B5EF4-FFF2-40B4-BE49-F238E27FC236}">
                <a16:creationId xmlns:a16="http://schemas.microsoft.com/office/drawing/2014/main" id="{59937B3F-C460-4A16-8514-F638B956AAFC}"/>
              </a:ext>
            </a:extLst>
          </p:cNvPr>
          <p:cNvSpPr txBox="1"/>
          <p:nvPr/>
        </p:nvSpPr>
        <p:spPr>
          <a:xfrm>
            <a:off x="6132897" y="1984241"/>
            <a:ext cx="6282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Side A</a:t>
            </a:r>
          </a:p>
        </p:txBody>
      </p:sp>
      <p:sp>
        <p:nvSpPr>
          <p:cNvPr id="264" name="CuadroTexto 263">
            <a:extLst>
              <a:ext uri="{FF2B5EF4-FFF2-40B4-BE49-F238E27FC236}">
                <a16:creationId xmlns:a16="http://schemas.microsoft.com/office/drawing/2014/main" id="{17F512BC-CC27-4CBD-9D53-A70ECC82F8DE}"/>
              </a:ext>
            </a:extLst>
          </p:cNvPr>
          <p:cNvSpPr txBox="1"/>
          <p:nvPr/>
        </p:nvSpPr>
        <p:spPr>
          <a:xfrm>
            <a:off x="2627784" y="1981806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Side B</a:t>
            </a:r>
          </a:p>
        </p:txBody>
      </p:sp>
      <p:pic>
        <p:nvPicPr>
          <p:cNvPr id="274" name="Gráfico 273" descr="Hombre">
            <a:extLst>
              <a:ext uri="{FF2B5EF4-FFF2-40B4-BE49-F238E27FC236}">
                <a16:creationId xmlns:a16="http://schemas.microsoft.com/office/drawing/2014/main" id="{5FC6456F-C849-428A-8129-B31FC47B11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22974" y="3133245"/>
            <a:ext cx="137061" cy="13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2555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ráfico 267" descr="Hombre">
            <a:extLst>
              <a:ext uri="{FF2B5EF4-FFF2-40B4-BE49-F238E27FC236}">
                <a16:creationId xmlns:a16="http://schemas.microsoft.com/office/drawing/2014/main" id="{0823E79D-70F5-40B2-8D82-19058F04A9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22974" y="3133245"/>
            <a:ext cx="137061" cy="137061"/>
          </a:xfrm>
          <a:prstGeom prst="rect">
            <a:avLst/>
          </a:prstGeom>
        </p:spPr>
      </p:pic>
      <p:sp>
        <p:nvSpPr>
          <p:cNvPr id="271" name="Rectángulo 270">
            <a:extLst>
              <a:ext uri="{FF2B5EF4-FFF2-40B4-BE49-F238E27FC236}">
                <a16:creationId xmlns:a16="http://schemas.microsoft.com/office/drawing/2014/main" id="{7FE8F7E1-A9CD-482B-AD41-8329D1ACB602}"/>
              </a:ext>
            </a:extLst>
          </p:cNvPr>
          <p:cNvSpPr/>
          <p:nvPr/>
        </p:nvSpPr>
        <p:spPr>
          <a:xfrm>
            <a:off x="3727090" y="3088457"/>
            <a:ext cx="45719" cy="662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FA6D84F1-78C5-4D25-B474-4AD563BC9AFD}"/>
              </a:ext>
            </a:extLst>
          </p:cNvPr>
          <p:cNvCxnSpPr>
            <a:cxnSpLocks/>
          </p:cNvCxnSpPr>
          <p:nvPr/>
        </p:nvCxnSpPr>
        <p:spPr>
          <a:xfrm flipH="1">
            <a:off x="3835185" y="3225906"/>
            <a:ext cx="1" cy="275336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o 1">
            <a:extLst>
              <a:ext uri="{FF2B5EF4-FFF2-40B4-BE49-F238E27FC236}">
                <a16:creationId xmlns:a16="http://schemas.microsoft.com/office/drawing/2014/main" id="{75C433A6-E4ED-434E-9663-9EDBAF70E7F2}"/>
              </a:ext>
            </a:extLst>
          </p:cNvPr>
          <p:cNvGrpSpPr/>
          <p:nvPr/>
        </p:nvGrpSpPr>
        <p:grpSpPr>
          <a:xfrm>
            <a:off x="251520" y="3024378"/>
            <a:ext cx="8787639" cy="195444"/>
            <a:chOff x="333737" y="3009245"/>
            <a:chExt cx="9353494" cy="236025"/>
          </a:xfrm>
        </p:grpSpPr>
        <p:grpSp>
          <p:nvGrpSpPr>
            <p:cNvPr id="3" name="Group 77">
              <a:extLst>
                <a:ext uri="{FF2B5EF4-FFF2-40B4-BE49-F238E27FC236}">
                  <a16:creationId xmlns:a16="http://schemas.microsoft.com/office/drawing/2014/main" id="{427B9A5A-58A5-423E-B9CC-44B3A3EAF4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3832" y="3011223"/>
              <a:ext cx="1885950" cy="228600"/>
              <a:chOff x="1872" y="2160"/>
              <a:chExt cx="3456" cy="528"/>
            </a:xfrm>
          </p:grpSpPr>
          <p:grpSp>
            <p:nvGrpSpPr>
              <p:cNvPr id="4" name="Group 10">
                <a:extLst>
                  <a:ext uri="{FF2B5EF4-FFF2-40B4-BE49-F238E27FC236}">
                    <a16:creationId xmlns:a16="http://schemas.microsoft.com/office/drawing/2014/main" id="{A4508DC3-E445-4C4F-B4BF-1D98F11F77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45" name="Arc 5">
                  <a:extLst>
                    <a:ext uri="{FF2B5EF4-FFF2-40B4-BE49-F238E27FC236}">
                      <a16:creationId xmlns:a16="http://schemas.microsoft.com/office/drawing/2014/main" id="{3A0CBF5B-7BD5-4AB6-BAB1-62757093EF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6" name="Arc 6">
                  <a:extLst>
                    <a:ext uri="{FF2B5EF4-FFF2-40B4-BE49-F238E27FC236}">
                      <a16:creationId xmlns:a16="http://schemas.microsoft.com/office/drawing/2014/main" id="{8BC5DE0E-278F-4596-83B5-2B295E5DE6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5" name="Group 9">
                <a:extLst>
                  <a:ext uri="{FF2B5EF4-FFF2-40B4-BE49-F238E27FC236}">
                    <a16:creationId xmlns:a16="http://schemas.microsoft.com/office/drawing/2014/main" id="{CAB85BD9-789E-4134-8AC7-5C4E6CC11C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43" name="Arc 7">
                  <a:extLst>
                    <a:ext uri="{FF2B5EF4-FFF2-40B4-BE49-F238E27FC236}">
                      <a16:creationId xmlns:a16="http://schemas.microsoft.com/office/drawing/2014/main" id="{1BAE59FA-6026-4378-9F02-97234239E1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" name="Arc 8">
                  <a:extLst>
                    <a:ext uri="{FF2B5EF4-FFF2-40B4-BE49-F238E27FC236}">
                      <a16:creationId xmlns:a16="http://schemas.microsoft.com/office/drawing/2014/main" id="{E3DCD426-B540-4EFB-B7E4-5FAE85FADD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6" name="Line 12">
                <a:extLst>
                  <a:ext uri="{FF2B5EF4-FFF2-40B4-BE49-F238E27FC236}">
                    <a16:creationId xmlns:a16="http://schemas.microsoft.com/office/drawing/2014/main" id="{DC96CA83-434E-4E2D-8046-FBAB51554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7" name="Group 56">
                <a:extLst>
                  <a:ext uri="{FF2B5EF4-FFF2-40B4-BE49-F238E27FC236}">
                    <a16:creationId xmlns:a16="http://schemas.microsoft.com/office/drawing/2014/main" id="{43AAC5EB-C25B-44E4-B689-E6D315994C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39" name="Line 15">
                  <a:extLst>
                    <a:ext uri="{FF2B5EF4-FFF2-40B4-BE49-F238E27FC236}">
                      <a16:creationId xmlns:a16="http://schemas.microsoft.com/office/drawing/2014/main" id="{C3995371-8007-43D8-8223-5B4977F246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" name="Line 16">
                  <a:extLst>
                    <a:ext uri="{FF2B5EF4-FFF2-40B4-BE49-F238E27FC236}">
                      <a16:creationId xmlns:a16="http://schemas.microsoft.com/office/drawing/2014/main" id="{92DB2B01-2D9C-4BA3-B76F-B228175800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" name="Line 17">
                  <a:extLst>
                    <a:ext uri="{FF2B5EF4-FFF2-40B4-BE49-F238E27FC236}">
                      <a16:creationId xmlns:a16="http://schemas.microsoft.com/office/drawing/2014/main" id="{367E90BE-6562-4A82-AC20-A6FAC2880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2" name="Line 18">
                  <a:extLst>
                    <a:ext uri="{FF2B5EF4-FFF2-40B4-BE49-F238E27FC236}">
                      <a16:creationId xmlns:a16="http://schemas.microsoft.com/office/drawing/2014/main" id="{200B8F51-07A5-467D-A908-D190D7CBC5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8" name="Line 43">
                <a:extLst>
                  <a:ext uri="{FF2B5EF4-FFF2-40B4-BE49-F238E27FC236}">
                    <a16:creationId xmlns:a16="http://schemas.microsoft.com/office/drawing/2014/main" id="{6DCC0198-F0FC-41CE-B568-49647473A5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" name="Line 44">
                <a:extLst>
                  <a:ext uri="{FF2B5EF4-FFF2-40B4-BE49-F238E27FC236}">
                    <a16:creationId xmlns:a16="http://schemas.microsoft.com/office/drawing/2014/main" id="{E9681665-B00D-443F-A7DB-6C0797D5C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" name="Line 45">
                <a:extLst>
                  <a:ext uri="{FF2B5EF4-FFF2-40B4-BE49-F238E27FC236}">
                    <a16:creationId xmlns:a16="http://schemas.microsoft.com/office/drawing/2014/main" id="{4C13B563-5497-4181-BD6A-05DA3030A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" name="Line 46">
                <a:extLst>
                  <a:ext uri="{FF2B5EF4-FFF2-40B4-BE49-F238E27FC236}">
                    <a16:creationId xmlns:a16="http://schemas.microsoft.com/office/drawing/2014/main" id="{BB2D3E74-35CD-41E6-917D-839094FAB6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2" name="Line 47">
                <a:extLst>
                  <a:ext uri="{FF2B5EF4-FFF2-40B4-BE49-F238E27FC236}">
                    <a16:creationId xmlns:a16="http://schemas.microsoft.com/office/drawing/2014/main" id="{80725343-70C5-4082-B675-02046C4B92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3" name="Line 48">
                <a:extLst>
                  <a:ext uri="{FF2B5EF4-FFF2-40B4-BE49-F238E27FC236}">
                    <a16:creationId xmlns:a16="http://schemas.microsoft.com/office/drawing/2014/main" id="{967E91C2-389C-419E-B2FA-965D00455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" name="Line 50">
                <a:extLst>
                  <a:ext uri="{FF2B5EF4-FFF2-40B4-BE49-F238E27FC236}">
                    <a16:creationId xmlns:a16="http://schemas.microsoft.com/office/drawing/2014/main" id="{C6FC4871-B6AF-4F52-B203-5B5F50993E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5" name="Line 51">
                <a:extLst>
                  <a:ext uri="{FF2B5EF4-FFF2-40B4-BE49-F238E27FC236}">
                    <a16:creationId xmlns:a16="http://schemas.microsoft.com/office/drawing/2014/main" id="{00AD0469-5077-4C6C-A3BB-AC313F9E97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" name="Line 52">
                <a:extLst>
                  <a:ext uri="{FF2B5EF4-FFF2-40B4-BE49-F238E27FC236}">
                    <a16:creationId xmlns:a16="http://schemas.microsoft.com/office/drawing/2014/main" id="{D8D96CD6-3C3C-4DB2-B7F7-D84BC72F4A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" name="AutoShape 53" descr="Wide downward diagonal">
                <a:extLst>
                  <a:ext uri="{FF2B5EF4-FFF2-40B4-BE49-F238E27FC236}">
                    <a16:creationId xmlns:a16="http://schemas.microsoft.com/office/drawing/2014/main" id="{680DAA6C-2A35-420E-8553-B37DCD81A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8" name="AutoShape 54" descr="Wide downward diagonal">
                <a:extLst>
                  <a:ext uri="{FF2B5EF4-FFF2-40B4-BE49-F238E27FC236}">
                    <a16:creationId xmlns:a16="http://schemas.microsoft.com/office/drawing/2014/main" id="{1506FB64-7E06-485C-B78C-8F8D46194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9" name="Group 57">
                <a:extLst>
                  <a:ext uri="{FF2B5EF4-FFF2-40B4-BE49-F238E27FC236}">
                    <a16:creationId xmlns:a16="http://schemas.microsoft.com/office/drawing/2014/main" id="{E377CBF8-ABBE-450A-A3A1-CD4BFEF89A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35" name="Line 58">
                  <a:extLst>
                    <a:ext uri="{FF2B5EF4-FFF2-40B4-BE49-F238E27FC236}">
                      <a16:creationId xmlns:a16="http://schemas.microsoft.com/office/drawing/2014/main" id="{622ED985-A2F2-4BE8-9F77-9E1BBF9160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6" name="Line 59">
                  <a:extLst>
                    <a:ext uri="{FF2B5EF4-FFF2-40B4-BE49-F238E27FC236}">
                      <a16:creationId xmlns:a16="http://schemas.microsoft.com/office/drawing/2014/main" id="{3F953F05-8B3F-42E7-B081-D51084642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7" name="Line 60">
                  <a:extLst>
                    <a:ext uri="{FF2B5EF4-FFF2-40B4-BE49-F238E27FC236}">
                      <a16:creationId xmlns:a16="http://schemas.microsoft.com/office/drawing/2014/main" id="{22D0FC71-E1AF-4D3D-A27A-5FD9574297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8" name="Line 61">
                  <a:extLst>
                    <a:ext uri="{FF2B5EF4-FFF2-40B4-BE49-F238E27FC236}">
                      <a16:creationId xmlns:a16="http://schemas.microsoft.com/office/drawing/2014/main" id="{A9B568AB-20E4-4307-9D86-1C3422C870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0" name="Group 62">
                <a:extLst>
                  <a:ext uri="{FF2B5EF4-FFF2-40B4-BE49-F238E27FC236}">
                    <a16:creationId xmlns:a16="http://schemas.microsoft.com/office/drawing/2014/main" id="{3A282A75-5496-41E8-9AB5-F8E4BA859F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31" name="Line 63">
                  <a:extLst>
                    <a:ext uri="{FF2B5EF4-FFF2-40B4-BE49-F238E27FC236}">
                      <a16:creationId xmlns:a16="http://schemas.microsoft.com/office/drawing/2014/main" id="{84AFF24A-8759-47F4-9D2B-4274ADE310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" name="Line 64">
                  <a:extLst>
                    <a:ext uri="{FF2B5EF4-FFF2-40B4-BE49-F238E27FC236}">
                      <a16:creationId xmlns:a16="http://schemas.microsoft.com/office/drawing/2014/main" id="{DB018066-6B0E-441F-9E6C-82771043B3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3" name="Line 65">
                  <a:extLst>
                    <a:ext uri="{FF2B5EF4-FFF2-40B4-BE49-F238E27FC236}">
                      <a16:creationId xmlns:a16="http://schemas.microsoft.com/office/drawing/2014/main" id="{B4E14B46-1D84-4B88-A47F-B7F45EEB27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4" name="Line 66">
                  <a:extLst>
                    <a:ext uri="{FF2B5EF4-FFF2-40B4-BE49-F238E27FC236}">
                      <a16:creationId xmlns:a16="http://schemas.microsoft.com/office/drawing/2014/main" id="{7C55C04F-38B2-4475-8185-22CFB692B1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1" name="Group 67">
                <a:extLst>
                  <a:ext uri="{FF2B5EF4-FFF2-40B4-BE49-F238E27FC236}">
                    <a16:creationId xmlns:a16="http://schemas.microsoft.com/office/drawing/2014/main" id="{9B562D04-AF6F-483B-8CB2-D48EC3511D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7" name="Line 68">
                  <a:extLst>
                    <a:ext uri="{FF2B5EF4-FFF2-40B4-BE49-F238E27FC236}">
                      <a16:creationId xmlns:a16="http://schemas.microsoft.com/office/drawing/2014/main" id="{DE00A8AB-CA8F-4977-9CF0-64D84FE3BA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" name="Line 69">
                  <a:extLst>
                    <a:ext uri="{FF2B5EF4-FFF2-40B4-BE49-F238E27FC236}">
                      <a16:creationId xmlns:a16="http://schemas.microsoft.com/office/drawing/2014/main" id="{576B0717-7758-411F-894E-D5BE455B41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A7D8C475-295F-4E1A-BBDF-699F18BFB4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0" name="Line 71">
                  <a:extLst>
                    <a:ext uri="{FF2B5EF4-FFF2-40B4-BE49-F238E27FC236}">
                      <a16:creationId xmlns:a16="http://schemas.microsoft.com/office/drawing/2014/main" id="{2FF08205-5527-440C-8C3B-B62C1D0936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" name="Group 72">
                <a:extLst>
                  <a:ext uri="{FF2B5EF4-FFF2-40B4-BE49-F238E27FC236}">
                    <a16:creationId xmlns:a16="http://schemas.microsoft.com/office/drawing/2014/main" id="{3A9D7441-5B58-4DE3-96F3-58A37BF2B0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3" name="Line 73">
                  <a:extLst>
                    <a:ext uri="{FF2B5EF4-FFF2-40B4-BE49-F238E27FC236}">
                      <a16:creationId xmlns:a16="http://schemas.microsoft.com/office/drawing/2014/main" id="{94A6C4EA-F544-4403-8509-08B68DE670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" name="Line 74">
                  <a:extLst>
                    <a:ext uri="{FF2B5EF4-FFF2-40B4-BE49-F238E27FC236}">
                      <a16:creationId xmlns:a16="http://schemas.microsoft.com/office/drawing/2014/main" id="{60C66506-2377-4B4D-AEC3-9C4800BF96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5" name="Line 75">
                  <a:extLst>
                    <a:ext uri="{FF2B5EF4-FFF2-40B4-BE49-F238E27FC236}">
                      <a16:creationId xmlns:a16="http://schemas.microsoft.com/office/drawing/2014/main" id="{77CAE46B-1320-4D2B-8EF9-039B434C05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" name="Line 76">
                  <a:extLst>
                    <a:ext uri="{FF2B5EF4-FFF2-40B4-BE49-F238E27FC236}">
                      <a16:creationId xmlns:a16="http://schemas.microsoft.com/office/drawing/2014/main" id="{50D5E31D-618A-449B-8473-E5A94ED923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47" name="Group 77">
              <a:extLst>
                <a:ext uri="{FF2B5EF4-FFF2-40B4-BE49-F238E27FC236}">
                  <a16:creationId xmlns:a16="http://schemas.microsoft.com/office/drawing/2014/main" id="{74108F16-FC0C-49FD-B661-DD9EE53587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9111" y="3012503"/>
              <a:ext cx="1885950" cy="228600"/>
              <a:chOff x="1872" y="2160"/>
              <a:chExt cx="3456" cy="528"/>
            </a:xfrm>
          </p:grpSpPr>
          <p:grpSp>
            <p:nvGrpSpPr>
              <p:cNvPr id="48" name="Group 10">
                <a:extLst>
                  <a:ext uri="{FF2B5EF4-FFF2-40B4-BE49-F238E27FC236}">
                    <a16:creationId xmlns:a16="http://schemas.microsoft.com/office/drawing/2014/main" id="{B13B6B9B-36BD-4F93-9D1E-C61E23709D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89" name="Arc 5">
                  <a:extLst>
                    <a:ext uri="{FF2B5EF4-FFF2-40B4-BE49-F238E27FC236}">
                      <a16:creationId xmlns:a16="http://schemas.microsoft.com/office/drawing/2014/main" id="{68BA63F1-6DF5-4A51-BB13-C60D8AABD5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90" name="Arc 6">
                  <a:extLst>
                    <a:ext uri="{FF2B5EF4-FFF2-40B4-BE49-F238E27FC236}">
                      <a16:creationId xmlns:a16="http://schemas.microsoft.com/office/drawing/2014/main" id="{A1067F58-8B5A-4955-90FC-0952C4AE26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49" name="Group 9">
                <a:extLst>
                  <a:ext uri="{FF2B5EF4-FFF2-40B4-BE49-F238E27FC236}">
                    <a16:creationId xmlns:a16="http://schemas.microsoft.com/office/drawing/2014/main" id="{CD3EFBF8-83A0-4CF9-A3CD-DB8E67A153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87" name="Arc 7">
                  <a:extLst>
                    <a:ext uri="{FF2B5EF4-FFF2-40B4-BE49-F238E27FC236}">
                      <a16:creationId xmlns:a16="http://schemas.microsoft.com/office/drawing/2014/main" id="{947A8E94-0831-449A-9895-3B45D07D5C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88" name="Arc 8">
                  <a:extLst>
                    <a:ext uri="{FF2B5EF4-FFF2-40B4-BE49-F238E27FC236}">
                      <a16:creationId xmlns:a16="http://schemas.microsoft.com/office/drawing/2014/main" id="{E13462E0-060F-4846-829A-1EC1408B24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50" name="Line 12">
                <a:extLst>
                  <a:ext uri="{FF2B5EF4-FFF2-40B4-BE49-F238E27FC236}">
                    <a16:creationId xmlns:a16="http://schemas.microsoft.com/office/drawing/2014/main" id="{06E33F54-1FE4-437A-BB18-4B528D147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51" name="Group 56">
                <a:extLst>
                  <a:ext uri="{FF2B5EF4-FFF2-40B4-BE49-F238E27FC236}">
                    <a16:creationId xmlns:a16="http://schemas.microsoft.com/office/drawing/2014/main" id="{D889849C-9EA5-4EE2-AECD-28CBF5237C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83" name="Line 15">
                  <a:extLst>
                    <a:ext uri="{FF2B5EF4-FFF2-40B4-BE49-F238E27FC236}">
                      <a16:creationId xmlns:a16="http://schemas.microsoft.com/office/drawing/2014/main" id="{CD9FF0B6-4FC0-42A6-8BCF-8E6012A7F8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4" name="Line 16">
                  <a:extLst>
                    <a:ext uri="{FF2B5EF4-FFF2-40B4-BE49-F238E27FC236}">
                      <a16:creationId xmlns:a16="http://schemas.microsoft.com/office/drawing/2014/main" id="{A3D39CA4-95C4-4CB9-822C-6B78F2CC2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5" name="Line 17">
                  <a:extLst>
                    <a:ext uri="{FF2B5EF4-FFF2-40B4-BE49-F238E27FC236}">
                      <a16:creationId xmlns:a16="http://schemas.microsoft.com/office/drawing/2014/main" id="{1B77DFAB-D1A6-4540-8AB2-7DC1B612C8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6" name="Line 18">
                  <a:extLst>
                    <a:ext uri="{FF2B5EF4-FFF2-40B4-BE49-F238E27FC236}">
                      <a16:creationId xmlns:a16="http://schemas.microsoft.com/office/drawing/2014/main" id="{8B823563-3978-418A-AAC0-A95C889970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52" name="Line 43">
                <a:extLst>
                  <a:ext uri="{FF2B5EF4-FFF2-40B4-BE49-F238E27FC236}">
                    <a16:creationId xmlns:a16="http://schemas.microsoft.com/office/drawing/2014/main" id="{8AEB6FB6-A9FC-40B5-BFA2-00BF55648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" name="Line 44">
                <a:extLst>
                  <a:ext uri="{FF2B5EF4-FFF2-40B4-BE49-F238E27FC236}">
                    <a16:creationId xmlns:a16="http://schemas.microsoft.com/office/drawing/2014/main" id="{F49102F1-F3BD-44F2-BE41-545708D5CA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4" name="Line 45">
                <a:extLst>
                  <a:ext uri="{FF2B5EF4-FFF2-40B4-BE49-F238E27FC236}">
                    <a16:creationId xmlns:a16="http://schemas.microsoft.com/office/drawing/2014/main" id="{B4906DF4-E045-4A33-9961-D71138240D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5" name="Line 46">
                <a:extLst>
                  <a:ext uri="{FF2B5EF4-FFF2-40B4-BE49-F238E27FC236}">
                    <a16:creationId xmlns:a16="http://schemas.microsoft.com/office/drawing/2014/main" id="{4976B827-D836-4FB5-B001-A71D4CEEA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6" name="Line 47">
                <a:extLst>
                  <a:ext uri="{FF2B5EF4-FFF2-40B4-BE49-F238E27FC236}">
                    <a16:creationId xmlns:a16="http://schemas.microsoft.com/office/drawing/2014/main" id="{651ABC65-B332-457E-B12D-FF06A1BC3C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" name="Line 48">
                <a:extLst>
                  <a:ext uri="{FF2B5EF4-FFF2-40B4-BE49-F238E27FC236}">
                    <a16:creationId xmlns:a16="http://schemas.microsoft.com/office/drawing/2014/main" id="{F6BC7C03-BC59-425A-9567-736AB5B65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" name="Line 50">
                <a:extLst>
                  <a:ext uri="{FF2B5EF4-FFF2-40B4-BE49-F238E27FC236}">
                    <a16:creationId xmlns:a16="http://schemas.microsoft.com/office/drawing/2014/main" id="{F9693EB0-59A5-4780-AB86-AB200E6982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9" name="Line 51">
                <a:extLst>
                  <a:ext uri="{FF2B5EF4-FFF2-40B4-BE49-F238E27FC236}">
                    <a16:creationId xmlns:a16="http://schemas.microsoft.com/office/drawing/2014/main" id="{29923DC8-80F4-4E5F-82B3-47F8E9C12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0" name="Line 52">
                <a:extLst>
                  <a:ext uri="{FF2B5EF4-FFF2-40B4-BE49-F238E27FC236}">
                    <a16:creationId xmlns:a16="http://schemas.microsoft.com/office/drawing/2014/main" id="{A5D023BF-2479-4107-AD72-A6B409952F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1" name="AutoShape 53" descr="Wide downward diagonal">
                <a:extLst>
                  <a:ext uri="{FF2B5EF4-FFF2-40B4-BE49-F238E27FC236}">
                    <a16:creationId xmlns:a16="http://schemas.microsoft.com/office/drawing/2014/main" id="{73328271-E963-4D8C-8199-0E0131E0C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62" name="AutoShape 54" descr="Wide downward diagonal">
                <a:extLst>
                  <a:ext uri="{FF2B5EF4-FFF2-40B4-BE49-F238E27FC236}">
                    <a16:creationId xmlns:a16="http://schemas.microsoft.com/office/drawing/2014/main" id="{08F410EF-1154-4487-A26B-CDE7E4042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63" name="Group 57">
                <a:extLst>
                  <a:ext uri="{FF2B5EF4-FFF2-40B4-BE49-F238E27FC236}">
                    <a16:creationId xmlns:a16="http://schemas.microsoft.com/office/drawing/2014/main" id="{9F40ED7B-0EB0-400A-9C28-5A091C5BDB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79" name="Line 58">
                  <a:extLst>
                    <a:ext uri="{FF2B5EF4-FFF2-40B4-BE49-F238E27FC236}">
                      <a16:creationId xmlns:a16="http://schemas.microsoft.com/office/drawing/2014/main" id="{EBC81EFD-C586-4180-A74D-2A9115EA1A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0" name="Line 59">
                  <a:extLst>
                    <a:ext uri="{FF2B5EF4-FFF2-40B4-BE49-F238E27FC236}">
                      <a16:creationId xmlns:a16="http://schemas.microsoft.com/office/drawing/2014/main" id="{42C93F10-E239-414C-BF44-881B3B8437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1" name="Line 60">
                  <a:extLst>
                    <a:ext uri="{FF2B5EF4-FFF2-40B4-BE49-F238E27FC236}">
                      <a16:creationId xmlns:a16="http://schemas.microsoft.com/office/drawing/2014/main" id="{4D04A4E7-A8E5-4530-826C-34C188D6FF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2" name="Line 61">
                  <a:extLst>
                    <a:ext uri="{FF2B5EF4-FFF2-40B4-BE49-F238E27FC236}">
                      <a16:creationId xmlns:a16="http://schemas.microsoft.com/office/drawing/2014/main" id="{1CCBB668-568F-4AD2-8B3E-2B5CC6F3B0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4" name="Group 62">
                <a:extLst>
                  <a:ext uri="{FF2B5EF4-FFF2-40B4-BE49-F238E27FC236}">
                    <a16:creationId xmlns:a16="http://schemas.microsoft.com/office/drawing/2014/main" id="{4A413A78-9CAC-460E-81EE-8A3DBA4E7A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75" name="Line 63">
                  <a:extLst>
                    <a:ext uri="{FF2B5EF4-FFF2-40B4-BE49-F238E27FC236}">
                      <a16:creationId xmlns:a16="http://schemas.microsoft.com/office/drawing/2014/main" id="{A542F2A2-5991-4B74-9DE3-D676AA0A82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6" name="Line 64">
                  <a:extLst>
                    <a:ext uri="{FF2B5EF4-FFF2-40B4-BE49-F238E27FC236}">
                      <a16:creationId xmlns:a16="http://schemas.microsoft.com/office/drawing/2014/main" id="{E2B48CAD-B54A-47F6-A171-211D27643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7" name="Line 65">
                  <a:extLst>
                    <a:ext uri="{FF2B5EF4-FFF2-40B4-BE49-F238E27FC236}">
                      <a16:creationId xmlns:a16="http://schemas.microsoft.com/office/drawing/2014/main" id="{97EB65D2-CD45-4DBC-9BEE-6C2139277B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8" name="Line 66">
                  <a:extLst>
                    <a:ext uri="{FF2B5EF4-FFF2-40B4-BE49-F238E27FC236}">
                      <a16:creationId xmlns:a16="http://schemas.microsoft.com/office/drawing/2014/main" id="{B6EB2FA7-D3A3-46F0-AB4A-1B463440EB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5" name="Group 67">
                <a:extLst>
                  <a:ext uri="{FF2B5EF4-FFF2-40B4-BE49-F238E27FC236}">
                    <a16:creationId xmlns:a16="http://schemas.microsoft.com/office/drawing/2014/main" id="{F6EA329E-7003-4FF4-ADBE-3F21926D0E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71" name="Line 68">
                  <a:extLst>
                    <a:ext uri="{FF2B5EF4-FFF2-40B4-BE49-F238E27FC236}">
                      <a16:creationId xmlns:a16="http://schemas.microsoft.com/office/drawing/2014/main" id="{7B66C20F-73E9-4E7C-9359-66ED85D24D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2" name="Line 69">
                  <a:extLst>
                    <a:ext uri="{FF2B5EF4-FFF2-40B4-BE49-F238E27FC236}">
                      <a16:creationId xmlns:a16="http://schemas.microsoft.com/office/drawing/2014/main" id="{D2701A5D-022B-4E72-A971-40E1DE2FBC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3" name="Line 70">
                  <a:extLst>
                    <a:ext uri="{FF2B5EF4-FFF2-40B4-BE49-F238E27FC236}">
                      <a16:creationId xmlns:a16="http://schemas.microsoft.com/office/drawing/2014/main" id="{DE310500-EB95-4A4B-8CB4-29638ECC9E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4" name="Line 71">
                  <a:extLst>
                    <a:ext uri="{FF2B5EF4-FFF2-40B4-BE49-F238E27FC236}">
                      <a16:creationId xmlns:a16="http://schemas.microsoft.com/office/drawing/2014/main" id="{A2101B2D-8C6B-432C-9134-04C8C03975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6" name="Group 72">
                <a:extLst>
                  <a:ext uri="{FF2B5EF4-FFF2-40B4-BE49-F238E27FC236}">
                    <a16:creationId xmlns:a16="http://schemas.microsoft.com/office/drawing/2014/main" id="{3D47904C-2797-4916-8BF3-3084F456BB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67" name="Line 73">
                  <a:extLst>
                    <a:ext uri="{FF2B5EF4-FFF2-40B4-BE49-F238E27FC236}">
                      <a16:creationId xmlns:a16="http://schemas.microsoft.com/office/drawing/2014/main" id="{4C8F99FE-1515-4180-8120-BC844D455E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8" name="Line 74">
                  <a:extLst>
                    <a:ext uri="{FF2B5EF4-FFF2-40B4-BE49-F238E27FC236}">
                      <a16:creationId xmlns:a16="http://schemas.microsoft.com/office/drawing/2014/main" id="{FC28D43F-E1DD-4074-812D-E2F03AD808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9" name="Line 75">
                  <a:extLst>
                    <a:ext uri="{FF2B5EF4-FFF2-40B4-BE49-F238E27FC236}">
                      <a16:creationId xmlns:a16="http://schemas.microsoft.com/office/drawing/2014/main" id="{D8AB5095-BFDD-475B-9CA5-E7AD2A9167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0" name="Line 76">
                  <a:extLst>
                    <a:ext uri="{FF2B5EF4-FFF2-40B4-BE49-F238E27FC236}">
                      <a16:creationId xmlns:a16="http://schemas.microsoft.com/office/drawing/2014/main" id="{A06305CA-6C0A-4CC1-BE45-2D2882E0FE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91" name="Group 77">
              <a:extLst>
                <a:ext uri="{FF2B5EF4-FFF2-40B4-BE49-F238E27FC236}">
                  <a16:creationId xmlns:a16="http://schemas.microsoft.com/office/drawing/2014/main" id="{D9348F2A-414F-430D-ABEF-C02AB886F693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333737" y="3009245"/>
              <a:ext cx="1885950" cy="228600"/>
              <a:chOff x="1872" y="2160"/>
              <a:chExt cx="3456" cy="528"/>
            </a:xfrm>
          </p:grpSpPr>
          <p:grpSp>
            <p:nvGrpSpPr>
              <p:cNvPr id="92" name="Group 10">
                <a:extLst>
                  <a:ext uri="{FF2B5EF4-FFF2-40B4-BE49-F238E27FC236}">
                    <a16:creationId xmlns:a16="http://schemas.microsoft.com/office/drawing/2014/main" id="{50CCEC5D-4999-4C0D-A730-2A21090296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133" name="Arc 5">
                  <a:extLst>
                    <a:ext uri="{FF2B5EF4-FFF2-40B4-BE49-F238E27FC236}">
                      <a16:creationId xmlns:a16="http://schemas.microsoft.com/office/drawing/2014/main" id="{271EE402-80F0-4147-853B-9191512891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4" name="Arc 6">
                  <a:extLst>
                    <a:ext uri="{FF2B5EF4-FFF2-40B4-BE49-F238E27FC236}">
                      <a16:creationId xmlns:a16="http://schemas.microsoft.com/office/drawing/2014/main" id="{23041494-9D79-4EB7-BC4F-E037D0899F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93" name="Group 9">
                <a:extLst>
                  <a:ext uri="{FF2B5EF4-FFF2-40B4-BE49-F238E27FC236}">
                    <a16:creationId xmlns:a16="http://schemas.microsoft.com/office/drawing/2014/main" id="{A68EEAB9-771F-410E-9BD3-F4B964B051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131" name="Arc 7">
                  <a:extLst>
                    <a:ext uri="{FF2B5EF4-FFF2-40B4-BE49-F238E27FC236}">
                      <a16:creationId xmlns:a16="http://schemas.microsoft.com/office/drawing/2014/main" id="{06A43F26-1BC4-45EE-A6FF-09EC09E338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2" name="Arc 8">
                  <a:extLst>
                    <a:ext uri="{FF2B5EF4-FFF2-40B4-BE49-F238E27FC236}">
                      <a16:creationId xmlns:a16="http://schemas.microsoft.com/office/drawing/2014/main" id="{5CCC99F3-053B-482B-A377-A0BC444E3B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94" name="Line 12">
                <a:extLst>
                  <a:ext uri="{FF2B5EF4-FFF2-40B4-BE49-F238E27FC236}">
                    <a16:creationId xmlns:a16="http://schemas.microsoft.com/office/drawing/2014/main" id="{196B036E-9C59-4CA1-A270-4AF8F79F4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95" name="Group 56">
                <a:extLst>
                  <a:ext uri="{FF2B5EF4-FFF2-40B4-BE49-F238E27FC236}">
                    <a16:creationId xmlns:a16="http://schemas.microsoft.com/office/drawing/2014/main" id="{3864A783-A7C9-4F15-B9C8-2EDD39565A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127" name="Line 15">
                  <a:extLst>
                    <a:ext uri="{FF2B5EF4-FFF2-40B4-BE49-F238E27FC236}">
                      <a16:creationId xmlns:a16="http://schemas.microsoft.com/office/drawing/2014/main" id="{85687701-4CBA-48A7-BD07-4F7A236CBB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8" name="Line 16">
                  <a:extLst>
                    <a:ext uri="{FF2B5EF4-FFF2-40B4-BE49-F238E27FC236}">
                      <a16:creationId xmlns:a16="http://schemas.microsoft.com/office/drawing/2014/main" id="{E0DD94A9-D0B2-4DD3-BF7C-E3F19DC9F9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9" name="Line 17">
                  <a:extLst>
                    <a:ext uri="{FF2B5EF4-FFF2-40B4-BE49-F238E27FC236}">
                      <a16:creationId xmlns:a16="http://schemas.microsoft.com/office/drawing/2014/main" id="{9EEA98A0-AC72-4F91-8CD5-5169F50866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30" name="Line 18">
                  <a:extLst>
                    <a:ext uri="{FF2B5EF4-FFF2-40B4-BE49-F238E27FC236}">
                      <a16:creationId xmlns:a16="http://schemas.microsoft.com/office/drawing/2014/main" id="{AF69DC25-B49D-4832-A5C9-390AFB4D12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96" name="Line 43">
                <a:extLst>
                  <a:ext uri="{FF2B5EF4-FFF2-40B4-BE49-F238E27FC236}">
                    <a16:creationId xmlns:a16="http://schemas.microsoft.com/office/drawing/2014/main" id="{F2875A7A-E7BB-41DE-9E08-DFAEE082E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7" name="Line 44">
                <a:extLst>
                  <a:ext uri="{FF2B5EF4-FFF2-40B4-BE49-F238E27FC236}">
                    <a16:creationId xmlns:a16="http://schemas.microsoft.com/office/drawing/2014/main" id="{79CB4FC4-7531-48DC-883A-3D86272040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8" name="Line 45">
                <a:extLst>
                  <a:ext uri="{FF2B5EF4-FFF2-40B4-BE49-F238E27FC236}">
                    <a16:creationId xmlns:a16="http://schemas.microsoft.com/office/drawing/2014/main" id="{E21BEC4C-2929-4BC2-9995-CDE7A07247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9" name="Line 46">
                <a:extLst>
                  <a:ext uri="{FF2B5EF4-FFF2-40B4-BE49-F238E27FC236}">
                    <a16:creationId xmlns:a16="http://schemas.microsoft.com/office/drawing/2014/main" id="{F548EEBB-2D20-46B1-AF56-208932F03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0" name="Line 47">
                <a:extLst>
                  <a:ext uri="{FF2B5EF4-FFF2-40B4-BE49-F238E27FC236}">
                    <a16:creationId xmlns:a16="http://schemas.microsoft.com/office/drawing/2014/main" id="{81CC1977-BB8A-45A8-9B18-B57311D551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1" name="Line 48">
                <a:extLst>
                  <a:ext uri="{FF2B5EF4-FFF2-40B4-BE49-F238E27FC236}">
                    <a16:creationId xmlns:a16="http://schemas.microsoft.com/office/drawing/2014/main" id="{EF71754A-FB61-4220-8855-C424D9CC41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2" name="Line 50">
                <a:extLst>
                  <a:ext uri="{FF2B5EF4-FFF2-40B4-BE49-F238E27FC236}">
                    <a16:creationId xmlns:a16="http://schemas.microsoft.com/office/drawing/2014/main" id="{05F25472-20CB-438D-B793-6E87F42FB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3" name="Line 51">
                <a:extLst>
                  <a:ext uri="{FF2B5EF4-FFF2-40B4-BE49-F238E27FC236}">
                    <a16:creationId xmlns:a16="http://schemas.microsoft.com/office/drawing/2014/main" id="{CABF8106-498B-4C27-A872-3B90DE6CE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4" name="Line 52">
                <a:extLst>
                  <a:ext uri="{FF2B5EF4-FFF2-40B4-BE49-F238E27FC236}">
                    <a16:creationId xmlns:a16="http://schemas.microsoft.com/office/drawing/2014/main" id="{8B6FD917-BDA4-4C8C-896F-BF1ACCCCA0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5" name="AutoShape 53" descr="Wide downward diagonal">
                <a:extLst>
                  <a:ext uri="{FF2B5EF4-FFF2-40B4-BE49-F238E27FC236}">
                    <a16:creationId xmlns:a16="http://schemas.microsoft.com/office/drawing/2014/main" id="{36EEFF33-D2EE-40BB-8655-8D4EEF8B49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06" name="AutoShape 54" descr="Wide downward diagonal">
                <a:extLst>
                  <a:ext uri="{FF2B5EF4-FFF2-40B4-BE49-F238E27FC236}">
                    <a16:creationId xmlns:a16="http://schemas.microsoft.com/office/drawing/2014/main" id="{69D7D0A2-0938-408B-9048-64DCF083B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07" name="Group 57">
                <a:extLst>
                  <a:ext uri="{FF2B5EF4-FFF2-40B4-BE49-F238E27FC236}">
                    <a16:creationId xmlns:a16="http://schemas.microsoft.com/office/drawing/2014/main" id="{300B04F8-1CDA-43D4-99AB-73949F62DF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123" name="Line 58">
                  <a:extLst>
                    <a:ext uri="{FF2B5EF4-FFF2-40B4-BE49-F238E27FC236}">
                      <a16:creationId xmlns:a16="http://schemas.microsoft.com/office/drawing/2014/main" id="{1DF59556-578A-4E37-8188-5234B9F06B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4" name="Line 59">
                  <a:extLst>
                    <a:ext uri="{FF2B5EF4-FFF2-40B4-BE49-F238E27FC236}">
                      <a16:creationId xmlns:a16="http://schemas.microsoft.com/office/drawing/2014/main" id="{FF9DB8D6-080A-4102-B198-4AD957B99A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5" name="Line 60">
                  <a:extLst>
                    <a:ext uri="{FF2B5EF4-FFF2-40B4-BE49-F238E27FC236}">
                      <a16:creationId xmlns:a16="http://schemas.microsoft.com/office/drawing/2014/main" id="{E9DE33AD-EBFD-43F0-8482-A4F22BA593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6" name="Line 61">
                  <a:extLst>
                    <a:ext uri="{FF2B5EF4-FFF2-40B4-BE49-F238E27FC236}">
                      <a16:creationId xmlns:a16="http://schemas.microsoft.com/office/drawing/2014/main" id="{E6B94BA4-2E40-4A32-8121-FF7BA44377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8" name="Group 62">
                <a:extLst>
                  <a:ext uri="{FF2B5EF4-FFF2-40B4-BE49-F238E27FC236}">
                    <a16:creationId xmlns:a16="http://schemas.microsoft.com/office/drawing/2014/main" id="{ECCEA954-96EE-435F-AF0C-2AC2A32DB9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119" name="Line 63">
                  <a:extLst>
                    <a:ext uri="{FF2B5EF4-FFF2-40B4-BE49-F238E27FC236}">
                      <a16:creationId xmlns:a16="http://schemas.microsoft.com/office/drawing/2014/main" id="{0E78BE06-AC13-4B91-93CF-47CB4A4C47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0" name="Line 64">
                  <a:extLst>
                    <a:ext uri="{FF2B5EF4-FFF2-40B4-BE49-F238E27FC236}">
                      <a16:creationId xmlns:a16="http://schemas.microsoft.com/office/drawing/2014/main" id="{F253D55C-39DE-43D0-9EA8-1BF0E47294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1" name="Line 65">
                  <a:extLst>
                    <a:ext uri="{FF2B5EF4-FFF2-40B4-BE49-F238E27FC236}">
                      <a16:creationId xmlns:a16="http://schemas.microsoft.com/office/drawing/2014/main" id="{4CA9FD4F-8C4E-420C-A941-90CE36E95C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2" name="Line 66">
                  <a:extLst>
                    <a:ext uri="{FF2B5EF4-FFF2-40B4-BE49-F238E27FC236}">
                      <a16:creationId xmlns:a16="http://schemas.microsoft.com/office/drawing/2014/main" id="{2A2CD4C3-A7E4-4859-B866-0C2493D531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9" name="Group 67">
                <a:extLst>
                  <a:ext uri="{FF2B5EF4-FFF2-40B4-BE49-F238E27FC236}">
                    <a16:creationId xmlns:a16="http://schemas.microsoft.com/office/drawing/2014/main" id="{48117412-D296-4C60-8E98-E25022A7BD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115" name="Line 68">
                  <a:extLst>
                    <a:ext uri="{FF2B5EF4-FFF2-40B4-BE49-F238E27FC236}">
                      <a16:creationId xmlns:a16="http://schemas.microsoft.com/office/drawing/2014/main" id="{158827B4-4D36-44CD-94A1-C9F19F965A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6" name="Line 69">
                  <a:extLst>
                    <a:ext uri="{FF2B5EF4-FFF2-40B4-BE49-F238E27FC236}">
                      <a16:creationId xmlns:a16="http://schemas.microsoft.com/office/drawing/2014/main" id="{E6F19F08-BE55-4950-ACCD-BD093C1C35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7" name="Line 70">
                  <a:extLst>
                    <a:ext uri="{FF2B5EF4-FFF2-40B4-BE49-F238E27FC236}">
                      <a16:creationId xmlns:a16="http://schemas.microsoft.com/office/drawing/2014/main" id="{6E12FE96-4B17-4357-9107-7A77B4982C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8" name="Line 71">
                  <a:extLst>
                    <a:ext uri="{FF2B5EF4-FFF2-40B4-BE49-F238E27FC236}">
                      <a16:creationId xmlns:a16="http://schemas.microsoft.com/office/drawing/2014/main" id="{985CF519-0239-43AD-A4D1-AA88F4C38A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10" name="Group 72">
                <a:extLst>
                  <a:ext uri="{FF2B5EF4-FFF2-40B4-BE49-F238E27FC236}">
                    <a16:creationId xmlns:a16="http://schemas.microsoft.com/office/drawing/2014/main" id="{C76BC46D-150E-4DFD-BE7D-139541DF53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111" name="Line 73">
                  <a:extLst>
                    <a:ext uri="{FF2B5EF4-FFF2-40B4-BE49-F238E27FC236}">
                      <a16:creationId xmlns:a16="http://schemas.microsoft.com/office/drawing/2014/main" id="{8D3ABAA6-BEDE-42CA-B175-76D3F0CB3A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2" name="Line 74">
                  <a:extLst>
                    <a:ext uri="{FF2B5EF4-FFF2-40B4-BE49-F238E27FC236}">
                      <a16:creationId xmlns:a16="http://schemas.microsoft.com/office/drawing/2014/main" id="{1715D152-0F7E-4EB8-8921-971DA9E71E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3" name="Line 75">
                  <a:extLst>
                    <a:ext uri="{FF2B5EF4-FFF2-40B4-BE49-F238E27FC236}">
                      <a16:creationId xmlns:a16="http://schemas.microsoft.com/office/drawing/2014/main" id="{4839D98D-3346-41AA-821D-1CE1DF260D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4" name="Line 76">
                  <a:extLst>
                    <a:ext uri="{FF2B5EF4-FFF2-40B4-BE49-F238E27FC236}">
                      <a16:creationId xmlns:a16="http://schemas.microsoft.com/office/drawing/2014/main" id="{FEB7D4B3-28E2-44D4-B62D-456701061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79" name="Grupo 178">
              <a:extLst>
                <a:ext uri="{FF2B5EF4-FFF2-40B4-BE49-F238E27FC236}">
                  <a16:creationId xmlns:a16="http://schemas.microsoft.com/office/drawing/2014/main" id="{1AB806D3-6F27-4406-B95D-0465A512CEA9}"/>
                </a:ext>
              </a:extLst>
            </p:cNvPr>
            <p:cNvGrpSpPr/>
            <p:nvPr/>
          </p:nvGrpSpPr>
          <p:grpSpPr>
            <a:xfrm rot="10800000">
              <a:off x="4067944" y="3016670"/>
              <a:ext cx="231924" cy="228600"/>
              <a:chOff x="5643563" y="1257300"/>
              <a:chExt cx="231924" cy="228600"/>
            </a:xfrm>
          </p:grpSpPr>
          <p:sp>
            <p:nvSpPr>
              <p:cNvPr id="140" name="Line 43">
                <a:extLst>
                  <a:ext uri="{FF2B5EF4-FFF2-40B4-BE49-F238E27FC236}">
                    <a16:creationId xmlns:a16="http://schemas.microsoft.com/office/drawing/2014/main" id="{9BB72249-4331-48B6-BE6F-F6EBFC70A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21462" y="1279381"/>
                <a:ext cx="0" cy="184439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1" name="Line 44">
                <a:extLst>
                  <a:ext uri="{FF2B5EF4-FFF2-40B4-BE49-F238E27FC236}">
                    <a16:creationId xmlns:a16="http://schemas.microsoft.com/office/drawing/2014/main" id="{CDB85C93-21C7-44C0-8D7C-D9FCB7D59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74531" y="1278082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2" name="Line 45">
                <a:extLst>
                  <a:ext uri="{FF2B5EF4-FFF2-40B4-BE49-F238E27FC236}">
                    <a16:creationId xmlns:a16="http://schemas.microsoft.com/office/drawing/2014/main" id="{5A5D46CB-0F08-4373-8028-B50B16D75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8188" y="1373765"/>
                <a:ext cx="57299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3" name="Line 46">
                <a:extLst>
                  <a:ext uri="{FF2B5EF4-FFF2-40B4-BE49-F238E27FC236}">
                    <a16:creationId xmlns:a16="http://schemas.microsoft.com/office/drawing/2014/main" id="{62B7679D-382C-4E30-AB08-0597F7B4F7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6005" y="1280247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4" name="Line 47">
                <a:extLst>
                  <a:ext uri="{FF2B5EF4-FFF2-40B4-BE49-F238E27FC236}">
                    <a16:creationId xmlns:a16="http://schemas.microsoft.com/office/drawing/2014/main" id="{04568921-7D3B-4E5E-A1EC-12C300BF48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6346" y="1373332"/>
                <a:ext cx="57845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5" name="Line 48">
                <a:extLst>
                  <a:ext uri="{FF2B5EF4-FFF2-40B4-BE49-F238E27FC236}">
                    <a16:creationId xmlns:a16="http://schemas.microsoft.com/office/drawing/2014/main" id="{384CBE60-0297-40E0-BD0B-C9E2E835D5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3563" y="137419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6" name="Line 50">
                <a:extLst>
                  <a:ext uri="{FF2B5EF4-FFF2-40B4-BE49-F238E27FC236}">
                    <a16:creationId xmlns:a16="http://schemas.microsoft.com/office/drawing/2014/main" id="{4EF2A389-CDD2-4BCA-991C-8D2298159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51202" y="135081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7" name="Line 51">
                <a:extLst>
                  <a:ext uri="{FF2B5EF4-FFF2-40B4-BE49-F238E27FC236}">
                    <a16:creationId xmlns:a16="http://schemas.microsoft.com/office/drawing/2014/main" id="{0E436068-A6B9-412C-A20A-CE981DEC7F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5077" y="1351251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8" name="Line 52">
                <a:extLst>
                  <a:ext uri="{FF2B5EF4-FFF2-40B4-BE49-F238E27FC236}">
                    <a16:creationId xmlns:a16="http://schemas.microsoft.com/office/drawing/2014/main" id="{9A3D9E29-41C3-4ECD-A184-E265887CEC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6168" y="1394980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9" name="AutoShape 53" descr="Wide downward diagonal">
                <a:extLst>
                  <a:ext uri="{FF2B5EF4-FFF2-40B4-BE49-F238E27FC236}">
                    <a16:creationId xmlns:a16="http://schemas.microsoft.com/office/drawing/2014/main" id="{C422EF11-3AF2-4B69-8206-18731D3B3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430482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50" name="AutoShape 54" descr="Wide downward diagonal">
                <a:extLst>
                  <a:ext uri="{FF2B5EF4-FFF2-40B4-BE49-F238E27FC236}">
                    <a16:creationId xmlns:a16="http://schemas.microsoft.com/office/drawing/2014/main" id="{CA37CCDD-5334-43F6-B4F6-6C63DF3D9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257300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grpSp>
          <p:nvGrpSpPr>
            <p:cNvPr id="162" name="Group 78">
              <a:extLst>
                <a:ext uri="{FF2B5EF4-FFF2-40B4-BE49-F238E27FC236}">
                  <a16:creationId xmlns:a16="http://schemas.microsoft.com/office/drawing/2014/main" id="{8DA50218-CC24-45F7-97F3-35EEF57377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01281" y="3014072"/>
              <a:ext cx="1885950" cy="228600"/>
              <a:chOff x="1872" y="2160"/>
              <a:chExt cx="3456" cy="528"/>
            </a:xfrm>
          </p:grpSpPr>
          <p:grpSp>
            <p:nvGrpSpPr>
              <p:cNvPr id="163" name="Group 79">
                <a:extLst>
                  <a:ext uri="{FF2B5EF4-FFF2-40B4-BE49-F238E27FC236}">
                    <a16:creationId xmlns:a16="http://schemas.microsoft.com/office/drawing/2014/main" id="{9EE6FE99-4667-43C1-B17C-B0F6008650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209" name="Arc 80">
                  <a:extLst>
                    <a:ext uri="{FF2B5EF4-FFF2-40B4-BE49-F238E27FC236}">
                      <a16:creationId xmlns:a16="http://schemas.microsoft.com/office/drawing/2014/main" id="{69ADF18C-6DB3-4D3F-A716-29D2E87983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10" name="Arc 81">
                  <a:extLst>
                    <a:ext uri="{FF2B5EF4-FFF2-40B4-BE49-F238E27FC236}">
                      <a16:creationId xmlns:a16="http://schemas.microsoft.com/office/drawing/2014/main" id="{C0D59991-2BD2-4F9D-903C-E690361BFB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164" name="Group 82">
                <a:extLst>
                  <a:ext uri="{FF2B5EF4-FFF2-40B4-BE49-F238E27FC236}">
                    <a16:creationId xmlns:a16="http://schemas.microsoft.com/office/drawing/2014/main" id="{DEE64AD3-75A4-4DA9-B3D8-1802955283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207" name="Arc 83">
                  <a:extLst>
                    <a:ext uri="{FF2B5EF4-FFF2-40B4-BE49-F238E27FC236}">
                      <a16:creationId xmlns:a16="http://schemas.microsoft.com/office/drawing/2014/main" id="{51B7D7CC-31A1-42FD-BE65-667C825EFE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08" name="Arc 84">
                  <a:extLst>
                    <a:ext uri="{FF2B5EF4-FFF2-40B4-BE49-F238E27FC236}">
                      <a16:creationId xmlns:a16="http://schemas.microsoft.com/office/drawing/2014/main" id="{F51B5F5C-12A2-41E8-8E6F-C2B086CF07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165" name="Line 85">
                <a:extLst>
                  <a:ext uri="{FF2B5EF4-FFF2-40B4-BE49-F238E27FC236}">
                    <a16:creationId xmlns:a16="http://schemas.microsoft.com/office/drawing/2014/main" id="{32D693AB-8E0B-4C18-96A6-4DE9AAC262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166" name="Group 86">
                <a:extLst>
                  <a:ext uri="{FF2B5EF4-FFF2-40B4-BE49-F238E27FC236}">
                    <a16:creationId xmlns:a16="http://schemas.microsoft.com/office/drawing/2014/main" id="{B1920C40-23BE-42B3-AFD9-C073956AB1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203" name="Line 87">
                  <a:extLst>
                    <a:ext uri="{FF2B5EF4-FFF2-40B4-BE49-F238E27FC236}">
                      <a16:creationId xmlns:a16="http://schemas.microsoft.com/office/drawing/2014/main" id="{EF22D944-8CBE-423F-AFDB-AF1373108B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4" name="Line 88">
                  <a:extLst>
                    <a:ext uri="{FF2B5EF4-FFF2-40B4-BE49-F238E27FC236}">
                      <a16:creationId xmlns:a16="http://schemas.microsoft.com/office/drawing/2014/main" id="{13E4744F-ADE0-4227-864A-455B391D9E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5" name="Line 89">
                  <a:extLst>
                    <a:ext uri="{FF2B5EF4-FFF2-40B4-BE49-F238E27FC236}">
                      <a16:creationId xmlns:a16="http://schemas.microsoft.com/office/drawing/2014/main" id="{92BC0989-C59A-41DD-B093-6C5039007E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6" name="Line 90">
                  <a:extLst>
                    <a:ext uri="{FF2B5EF4-FFF2-40B4-BE49-F238E27FC236}">
                      <a16:creationId xmlns:a16="http://schemas.microsoft.com/office/drawing/2014/main" id="{65E210CC-029C-42BD-98DB-EBA43B951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167" name="Line 91">
                <a:extLst>
                  <a:ext uri="{FF2B5EF4-FFF2-40B4-BE49-F238E27FC236}">
                    <a16:creationId xmlns:a16="http://schemas.microsoft.com/office/drawing/2014/main" id="{B8389D20-AC8D-4641-BA17-032B0BC585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8" name="Line 92">
                <a:extLst>
                  <a:ext uri="{FF2B5EF4-FFF2-40B4-BE49-F238E27FC236}">
                    <a16:creationId xmlns:a16="http://schemas.microsoft.com/office/drawing/2014/main" id="{A512B609-A891-411F-89C5-4C9E291971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9" name="Line 93">
                <a:extLst>
                  <a:ext uri="{FF2B5EF4-FFF2-40B4-BE49-F238E27FC236}">
                    <a16:creationId xmlns:a16="http://schemas.microsoft.com/office/drawing/2014/main" id="{CB6A92E0-C0DF-4A6B-B842-AE8806D4B3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0" name="Line 94">
                <a:extLst>
                  <a:ext uri="{FF2B5EF4-FFF2-40B4-BE49-F238E27FC236}">
                    <a16:creationId xmlns:a16="http://schemas.microsoft.com/office/drawing/2014/main" id="{696B5A83-264E-4684-8C0D-296E3BE3CA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1" name="Line 95">
                <a:extLst>
                  <a:ext uri="{FF2B5EF4-FFF2-40B4-BE49-F238E27FC236}">
                    <a16:creationId xmlns:a16="http://schemas.microsoft.com/office/drawing/2014/main" id="{58C9C982-C696-473E-A11C-D4883EBF88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2" name="Line 96">
                <a:extLst>
                  <a:ext uri="{FF2B5EF4-FFF2-40B4-BE49-F238E27FC236}">
                    <a16:creationId xmlns:a16="http://schemas.microsoft.com/office/drawing/2014/main" id="{C849C6BC-05DE-4B32-9842-50FC36F333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3" name="Line 97">
                <a:extLst>
                  <a:ext uri="{FF2B5EF4-FFF2-40B4-BE49-F238E27FC236}">
                    <a16:creationId xmlns:a16="http://schemas.microsoft.com/office/drawing/2014/main" id="{5D1B47EC-B4C1-4409-AB14-EA89CCE4B4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4" name="Line 98">
                <a:extLst>
                  <a:ext uri="{FF2B5EF4-FFF2-40B4-BE49-F238E27FC236}">
                    <a16:creationId xmlns:a16="http://schemas.microsoft.com/office/drawing/2014/main" id="{A6808097-60D6-4876-90E3-513527B200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5" name="Line 99">
                <a:extLst>
                  <a:ext uri="{FF2B5EF4-FFF2-40B4-BE49-F238E27FC236}">
                    <a16:creationId xmlns:a16="http://schemas.microsoft.com/office/drawing/2014/main" id="{C8D03D34-8E98-47D4-B891-052C22AFF5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6" name="AutoShape 100" descr="Wide downward diagonal">
                <a:extLst>
                  <a:ext uri="{FF2B5EF4-FFF2-40B4-BE49-F238E27FC236}">
                    <a16:creationId xmlns:a16="http://schemas.microsoft.com/office/drawing/2014/main" id="{EA450069-3E92-420C-A561-2BB6C38FB9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77" name="AutoShape 101" descr="Wide downward diagonal">
                <a:extLst>
                  <a:ext uri="{FF2B5EF4-FFF2-40B4-BE49-F238E27FC236}">
                    <a16:creationId xmlns:a16="http://schemas.microsoft.com/office/drawing/2014/main" id="{3FEA9AFE-AAA6-42CB-841A-7E580BD7D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78" name="Group 102">
                <a:extLst>
                  <a:ext uri="{FF2B5EF4-FFF2-40B4-BE49-F238E27FC236}">
                    <a16:creationId xmlns:a16="http://schemas.microsoft.com/office/drawing/2014/main" id="{E44AFBBC-FEDF-4834-B35E-DF32C541D1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199" name="Line 103">
                  <a:extLst>
                    <a:ext uri="{FF2B5EF4-FFF2-40B4-BE49-F238E27FC236}">
                      <a16:creationId xmlns:a16="http://schemas.microsoft.com/office/drawing/2014/main" id="{B3D7AFE2-20AE-408C-AD04-4CA416FDF8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0" name="Line 104">
                  <a:extLst>
                    <a:ext uri="{FF2B5EF4-FFF2-40B4-BE49-F238E27FC236}">
                      <a16:creationId xmlns:a16="http://schemas.microsoft.com/office/drawing/2014/main" id="{776CDE00-7C10-49AA-BD56-808252854C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1" name="Line 105">
                  <a:extLst>
                    <a:ext uri="{FF2B5EF4-FFF2-40B4-BE49-F238E27FC236}">
                      <a16:creationId xmlns:a16="http://schemas.microsoft.com/office/drawing/2014/main" id="{9B4A0B1C-2822-4D57-A088-C928FF0D20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2" name="Line 106">
                  <a:extLst>
                    <a:ext uri="{FF2B5EF4-FFF2-40B4-BE49-F238E27FC236}">
                      <a16:creationId xmlns:a16="http://schemas.microsoft.com/office/drawing/2014/main" id="{CFEA634E-FFA3-42B3-B6B2-A747782C52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81" name="Group 107">
                <a:extLst>
                  <a:ext uri="{FF2B5EF4-FFF2-40B4-BE49-F238E27FC236}">
                    <a16:creationId xmlns:a16="http://schemas.microsoft.com/office/drawing/2014/main" id="{EECDBD8B-9C7F-4882-87AF-B0BE932043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195" name="Line 108">
                  <a:extLst>
                    <a:ext uri="{FF2B5EF4-FFF2-40B4-BE49-F238E27FC236}">
                      <a16:creationId xmlns:a16="http://schemas.microsoft.com/office/drawing/2014/main" id="{70916BCD-8EE5-4302-B56B-0613018589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6" name="Line 109">
                  <a:extLst>
                    <a:ext uri="{FF2B5EF4-FFF2-40B4-BE49-F238E27FC236}">
                      <a16:creationId xmlns:a16="http://schemas.microsoft.com/office/drawing/2014/main" id="{B388DA72-2E9C-4813-8F08-C7290ED40B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7" name="Line 110">
                  <a:extLst>
                    <a:ext uri="{FF2B5EF4-FFF2-40B4-BE49-F238E27FC236}">
                      <a16:creationId xmlns:a16="http://schemas.microsoft.com/office/drawing/2014/main" id="{0C782715-FD60-4A5C-BC90-17FFF6EDF5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8" name="Line 111">
                  <a:extLst>
                    <a:ext uri="{FF2B5EF4-FFF2-40B4-BE49-F238E27FC236}">
                      <a16:creationId xmlns:a16="http://schemas.microsoft.com/office/drawing/2014/main" id="{46FF9CF7-C8C6-4157-AE56-0853C4EC03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83" name="Group 112">
                <a:extLst>
                  <a:ext uri="{FF2B5EF4-FFF2-40B4-BE49-F238E27FC236}">
                    <a16:creationId xmlns:a16="http://schemas.microsoft.com/office/drawing/2014/main" id="{7130610B-E3DB-4932-85A6-98984935FF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191" name="Line 113">
                  <a:extLst>
                    <a:ext uri="{FF2B5EF4-FFF2-40B4-BE49-F238E27FC236}">
                      <a16:creationId xmlns:a16="http://schemas.microsoft.com/office/drawing/2014/main" id="{D9B88080-DC29-49D7-92DA-02F6F111A1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2" name="Line 114">
                  <a:extLst>
                    <a:ext uri="{FF2B5EF4-FFF2-40B4-BE49-F238E27FC236}">
                      <a16:creationId xmlns:a16="http://schemas.microsoft.com/office/drawing/2014/main" id="{362FA476-1180-4E20-8F25-42FD269BF9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3" name="Line 115">
                  <a:extLst>
                    <a:ext uri="{FF2B5EF4-FFF2-40B4-BE49-F238E27FC236}">
                      <a16:creationId xmlns:a16="http://schemas.microsoft.com/office/drawing/2014/main" id="{31155A51-1313-4069-AA9E-E15CE51A1D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4" name="Line 116">
                  <a:extLst>
                    <a:ext uri="{FF2B5EF4-FFF2-40B4-BE49-F238E27FC236}">
                      <a16:creationId xmlns:a16="http://schemas.microsoft.com/office/drawing/2014/main" id="{FBCD1129-3D01-4BF0-835C-CB05C222EB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84" name="Group 117">
                <a:extLst>
                  <a:ext uri="{FF2B5EF4-FFF2-40B4-BE49-F238E27FC236}">
                    <a16:creationId xmlns:a16="http://schemas.microsoft.com/office/drawing/2014/main" id="{5A02F2D6-2765-4E51-907F-795E2DE199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186" name="Line 118">
                  <a:extLst>
                    <a:ext uri="{FF2B5EF4-FFF2-40B4-BE49-F238E27FC236}">
                      <a16:creationId xmlns:a16="http://schemas.microsoft.com/office/drawing/2014/main" id="{290F4DB9-9479-451F-9FAA-BFD92597B5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88" name="Line 119">
                  <a:extLst>
                    <a:ext uri="{FF2B5EF4-FFF2-40B4-BE49-F238E27FC236}">
                      <a16:creationId xmlns:a16="http://schemas.microsoft.com/office/drawing/2014/main" id="{CD67893D-8D40-4DD6-809C-7A67757558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89" name="Line 120">
                  <a:extLst>
                    <a:ext uri="{FF2B5EF4-FFF2-40B4-BE49-F238E27FC236}">
                      <a16:creationId xmlns:a16="http://schemas.microsoft.com/office/drawing/2014/main" id="{3AFD4637-B367-45D2-B08D-186989250C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0" name="Line 121">
                  <a:extLst>
                    <a:ext uri="{FF2B5EF4-FFF2-40B4-BE49-F238E27FC236}">
                      <a16:creationId xmlns:a16="http://schemas.microsoft.com/office/drawing/2014/main" id="{2B9584E5-FE24-454E-A184-2B205789C4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211" name="Group 78">
              <a:extLst>
                <a:ext uri="{FF2B5EF4-FFF2-40B4-BE49-F238E27FC236}">
                  <a16:creationId xmlns:a16="http://schemas.microsoft.com/office/drawing/2014/main" id="{91060079-0DC7-419C-9176-38B6E059CC76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2194598" y="3016670"/>
              <a:ext cx="1885950" cy="228600"/>
              <a:chOff x="1872" y="2160"/>
              <a:chExt cx="3456" cy="528"/>
            </a:xfrm>
          </p:grpSpPr>
          <p:grpSp>
            <p:nvGrpSpPr>
              <p:cNvPr id="212" name="Group 79">
                <a:extLst>
                  <a:ext uri="{FF2B5EF4-FFF2-40B4-BE49-F238E27FC236}">
                    <a16:creationId xmlns:a16="http://schemas.microsoft.com/office/drawing/2014/main" id="{2B6936ED-3FDD-4C5A-83AA-74229AE9A0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253" name="Arc 80">
                  <a:extLst>
                    <a:ext uri="{FF2B5EF4-FFF2-40B4-BE49-F238E27FC236}">
                      <a16:creationId xmlns:a16="http://schemas.microsoft.com/office/drawing/2014/main" id="{30DC2440-CE9D-4B49-B7C7-EAF85F2933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54" name="Arc 81">
                  <a:extLst>
                    <a:ext uri="{FF2B5EF4-FFF2-40B4-BE49-F238E27FC236}">
                      <a16:creationId xmlns:a16="http://schemas.microsoft.com/office/drawing/2014/main" id="{D8F902BF-63F3-4110-BCC0-02FB1FCF59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213" name="Group 82">
                <a:extLst>
                  <a:ext uri="{FF2B5EF4-FFF2-40B4-BE49-F238E27FC236}">
                    <a16:creationId xmlns:a16="http://schemas.microsoft.com/office/drawing/2014/main" id="{6584C528-90AE-4D5E-B459-A7C09E0020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251" name="Arc 83">
                  <a:extLst>
                    <a:ext uri="{FF2B5EF4-FFF2-40B4-BE49-F238E27FC236}">
                      <a16:creationId xmlns:a16="http://schemas.microsoft.com/office/drawing/2014/main" id="{278B8473-3577-4B21-A419-95F0D35CE1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52" name="Arc 84">
                  <a:extLst>
                    <a:ext uri="{FF2B5EF4-FFF2-40B4-BE49-F238E27FC236}">
                      <a16:creationId xmlns:a16="http://schemas.microsoft.com/office/drawing/2014/main" id="{C7ED8D9D-0E9E-4702-8F6D-9711A65FCF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214" name="Line 85">
                <a:extLst>
                  <a:ext uri="{FF2B5EF4-FFF2-40B4-BE49-F238E27FC236}">
                    <a16:creationId xmlns:a16="http://schemas.microsoft.com/office/drawing/2014/main" id="{F643F783-DE8A-4BF2-951E-20C4E0C68F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215" name="Group 86">
                <a:extLst>
                  <a:ext uri="{FF2B5EF4-FFF2-40B4-BE49-F238E27FC236}">
                    <a16:creationId xmlns:a16="http://schemas.microsoft.com/office/drawing/2014/main" id="{CAE74F4C-E210-4AB2-80F1-E32994A1DE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247" name="Line 87">
                  <a:extLst>
                    <a:ext uri="{FF2B5EF4-FFF2-40B4-BE49-F238E27FC236}">
                      <a16:creationId xmlns:a16="http://schemas.microsoft.com/office/drawing/2014/main" id="{139D90DB-D880-441A-9166-2770D5A978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8" name="Line 88">
                  <a:extLst>
                    <a:ext uri="{FF2B5EF4-FFF2-40B4-BE49-F238E27FC236}">
                      <a16:creationId xmlns:a16="http://schemas.microsoft.com/office/drawing/2014/main" id="{62AFE025-80EB-457D-AF6C-C7C922EB86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9" name="Line 89">
                  <a:extLst>
                    <a:ext uri="{FF2B5EF4-FFF2-40B4-BE49-F238E27FC236}">
                      <a16:creationId xmlns:a16="http://schemas.microsoft.com/office/drawing/2014/main" id="{9581524D-7FA5-4AF0-A0F6-8C7781D5E3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50" name="Line 90">
                  <a:extLst>
                    <a:ext uri="{FF2B5EF4-FFF2-40B4-BE49-F238E27FC236}">
                      <a16:creationId xmlns:a16="http://schemas.microsoft.com/office/drawing/2014/main" id="{BD00239A-D88A-4763-A08E-57CDF76307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16" name="Line 91">
                <a:extLst>
                  <a:ext uri="{FF2B5EF4-FFF2-40B4-BE49-F238E27FC236}">
                    <a16:creationId xmlns:a16="http://schemas.microsoft.com/office/drawing/2014/main" id="{A9A50FD4-90E1-423E-9F9C-3D77BE4244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7" name="Line 92">
                <a:extLst>
                  <a:ext uri="{FF2B5EF4-FFF2-40B4-BE49-F238E27FC236}">
                    <a16:creationId xmlns:a16="http://schemas.microsoft.com/office/drawing/2014/main" id="{FBA06EEB-1733-40F0-8445-C4BFD628CD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8" name="Line 93">
                <a:extLst>
                  <a:ext uri="{FF2B5EF4-FFF2-40B4-BE49-F238E27FC236}">
                    <a16:creationId xmlns:a16="http://schemas.microsoft.com/office/drawing/2014/main" id="{ACFB39D9-E256-44AF-875B-84C887730D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9" name="Line 94">
                <a:extLst>
                  <a:ext uri="{FF2B5EF4-FFF2-40B4-BE49-F238E27FC236}">
                    <a16:creationId xmlns:a16="http://schemas.microsoft.com/office/drawing/2014/main" id="{B6C2F6F9-9D10-4016-9CFF-3A29C44C92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0" name="Line 95">
                <a:extLst>
                  <a:ext uri="{FF2B5EF4-FFF2-40B4-BE49-F238E27FC236}">
                    <a16:creationId xmlns:a16="http://schemas.microsoft.com/office/drawing/2014/main" id="{E9ABC520-ADEE-48BC-B039-576A42E478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1" name="Line 96">
                <a:extLst>
                  <a:ext uri="{FF2B5EF4-FFF2-40B4-BE49-F238E27FC236}">
                    <a16:creationId xmlns:a16="http://schemas.microsoft.com/office/drawing/2014/main" id="{D741972B-24CE-4F99-AE0E-BED5F14ADC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2" name="Line 97">
                <a:extLst>
                  <a:ext uri="{FF2B5EF4-FFF2-40B4-BE49-F238E27FC236}">
                    <a16:creationId xmlns:a16="http://schemas.microsoft.com/office/drawing/2014/main" id="{B5128951-7051-4BF8-8CC0-47A93CA522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3" name="Line 98">
                <a:extLst>
                  <a:ext uri="{FF2B5EF4-FFF2-40B4-BE49-F238E27FC236}">
                    <a16:creationId xmlns:a16="http://schemas.microsoft.com/office/drawing/2014/main" id="{CAD7FE8A-0227-4C7E-ABF1-69CFCA18CB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4" name="Line 99">
                <a:extLst>
                  <a:ext uri="{FF2B5EF4-FFF2-40B4-BE49-F238E27FC236}">
                    <a16:creationId xmlns:a16="http://schemas.microsoft.com/office/drawing/2014/main" id="{E7056153-3144-4873-9985-5F6E86BD47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5" name="AutoShape 100" descr="Wide downward diagonal">
                <a:extLst>
                  <a:ext uri="{FF2B5EF4-FFF2-40B4-BE49-F238E27FC236}">
                    <a16:creationId xmlns:a16="http://schemas.microsoft.com/office/drawing/2014/main" id="{ACD844E2-774B-494C-881D-F7D280D01B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26" name="AutoShape 101" descr="Wide downward diagonal">
                <a:extLst>
                  <a:ext uri="{FF2B5EF4-FFF2-40B4-BE49-F238E27FC236}">
                    <a16:creationId xmlns:a16="http://schemas.microsoft.com/office/drawing/2014/main" id="{7F502AE3-1E71-403D-88F2-D8FC8F7D0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227" name="Group 102">
                <a:extLst>
                  <a:ext uri="{FF2B5EF4-FFF2-40B4-BE49-F238E27FC236}">
                    <a16:creationId xmlns:a16="http://schemas.microsoft.com/office/drawing/2014/main" id="{84D06F42-0770-45E1-A258-31BDEEC43F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243" name="Line 103">
                  <a:extLst>
                    <a:ext uri="{FF2B5EF4-FFF2-40B4-BE49-F238E27FC236}">
                      <a16:creationId xmlns:a16="http://schemas.microsoft.com/office/drawing/2014/main" id="{27D8DA98-5C05-4F6E-B4D3-044DD03340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4" name="Line 104">
                  <a:extLst>
                    <a:ext uri="{FF2B5EF4-FFF2-40B4-BE49-F238E27FC236}">
                      <a16:creationId xmlns:a16="http://schemas.microsoft.com/office/drawing/2014/main" id="{FCD11DFD-D809-4AFB-8E17-196D978239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5" name="Line 105">
                  <a:extLst>
                    <a:ext uri="{FF2B5EF4-FFF2-40B4-BE49-F238E27FC236}">
                      <a16:creationId xmlns:a16="http://schemas.microsoft.com/office/drawing/2014/main" id="{1BC333FA-5375-4E25-A347-E0025D375C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6" name="Line 106">
                  <a:extLst>
                    <a:ext uri="{FF2B5EF4-FFF2-40B4-BE49-F238E27FC236}">
                      <a16:creationId xmlns:a16="http://schemas.microsoft.com/office/drawing/2014/main" id="{6974B2DF-3E70-4347-B834-574439E1AE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8" name="Group 107">
                <a:extLst>
                  <a:ext uri="{FF2B5EF4-FFF2-40B4-BE49-F238E27FC236}">
                    <a16:creationId xmlns:a16="http://schemas.microsoft.com/office/drawing/2014/main" id="{61BE89DE-E163-40AA-AB52-3CE7D31AE0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239" name="Line 108">
                  <a:extLst>
                    <a:ext uri="{FF2B5EF4-FFF2-40B4-BE49-F238E27FC236}">
                      <a16:creationId xmlns:a16="http://schemas.microsoft.com/office/drawing/2014/main" id="{021A6297-03C0-4CE2-A68D-AE174C1D29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0" name="Line 109">
                  <a:extLst>
                    <a:ext uri="{FF2B5EF4-FFF2-40B4-BE49-F238E27FC236}">
                      <a16:creationId xmlns:a16="http://schemas.microsoft.com/office/drawing/2014/main" id="{94E8B873-EAE6-480A-88B1-1DD3A900C1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1" name="Line 110">
                  <a:extLst>
                    <a:ext uri="{FF2B5EF4-FFF2-40B4-BE49-F238E27FC236}">
                      <a16:creationId xmlns:a16="http://schemas.microsoft.com/office/drawing/2014/main" id="{197E252F-663A-487E-A5DF-89013A4A88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2" name="Line 111">
                  <a:extLst>
                    <a:ext uri="{FF2B5EF4-FFF2-40B4-BE49-F238E27FC236}">
                      <a16:creationId xmlns:a16="http://schemas.microsoft.com/office/drawing/2014/main" id="{A54A069F-780E-449C-8344-4A68F24140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9" name="Group 112">
                <a:extLst>
                  <a:ext uri="{FF2B5EF4-FFF2-40B4-BE49-F238E27FC236}">
                    <a16:creationId xmlns:a16="http://schemas.microsoft.com/office/drawing/2014/main" id="{18D7AE06-68AF-4B85-8AA4-37AE00B512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35" name="Line 113">
                  <a:extLst>
                    <a:ext uri="{FF2B5EF4-FFF2-40B4-BE49-F238E27FC236}">
                      <a16:creationId xmlns:a16="http://schemas.microsoft.com/office/drawing/2014/main" id="{F1E99D61-6BC0-4161-8AB3-9D246158C3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6" name="Line 114">
                  <a:extLst>
                    <a:ext uri="{FF2B5EF4-FFF2-40B4-BE49-F238E27FC236}">
                      <a16:creationId xmlns:a16="http://schemas.microsoft.com/office/drawing/2014/main" id="{0D9ACEA2-EAEA-41E3-865E-E12E28CCA0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7" name="Line 115">
                  <a:extLst>
                    <a:ext uri="{FF2B5EF4-FFF2-40B4-BE49-F238E27FC236}">
                      <a16:creationId xmlns:a16="http://schemas.microsoft.com/office/drawing/2014/main" id="{1093523E-7297-4592-B2AC-5388021B81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8" name="Line 116">
                  <a:extLst>
                    <a:ext uri="{FF2B5EF4-FFF2-40B4-BE49-F238E27FC236}">
                      <a16:creationId xmlns:a16="http://schemas.microsoft.com/office/drawing/2014/main" id="{185F8912-FB7C-4938-A3F5-10B4458E83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30" name="Group 117">
                <a:extLst>
                  <a:ext uri="{FF2B5EF4-FFF2-40B4-BE49-F238E27FC236}">
                    <a16:creationId xmlns:a16="http://schemas.microsoft.com/office/drawing/2014/main" id="{F5539CBA-8D39-4948-B6FE-26A445F449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31" name="Line 118">
                  <a:extLst>
                    <a:ext uri="{FF2B5EF4-FFF2-40B4-BE49-F238E27FC236}">
                      <a16:creationId xmlns:a16="http://schemas.microsoft.com/office/drawing/2014/main" id="{DE8DAA13-5AF1-434F-8250-90E9D74B49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2" name="Line 119">
                  <a:extLst>
                    <a:ext uri="{FF2B5EF4-FFF2-40B4-BE49-F238E27FC236}">
                      <a16:creationId xmlns:a16="http://schemas.microsoft.com/office/drawing/2014/main" id="{C4938B88-F791-40C4-959F-AD28A7B985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3" name="Line 120">
                  <a:extLst>
                    <a:ext uri="{FF2B5EF4-FFF2-40B4-BE49-F238E27FC236}">
                      <a16:creationId xmlns:a16="http://schemas.microsoft.com/office/drawing/2014/main" id="{44E7CDAB-A5C1-4DA9-9979-8F80C7B485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4" name="Line 121">
                  <a:extLst>
                    <a:ext uri="{FF2B5EF4-FFF2-40B4-BE49-F238E27FC236}">
                      <a16:creationId xmlns:a16="http://schemas.microsoft.com/office/drawing/2014/main" id="{FCD5BBB6-32FC-4ADB-8CBC-68B9C406A2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</p:grpSp>
      <p:sp>
        <p:nvSpPr>
          <p:cNvPr id="257" name="CuadroTexto 256">
            <a:extLst>
              <a:ext uri="{FF2B5EF4-FFF2-40B4-BE49-F238E27FC236}">
                <a16:creationId xmlns:a16="http://schemas.microsoft.com/office/drawing/2014/main" id="{2769324B-F549-46E6-9D8E-C73529F181D0}"/>
              </a:ext>
            </a:extLst>
          </p:cNvPr>
          <p:cNvSpPr txBox="1"/>
          <p:nvPr/>
        </p:nvSpPr>
        <p:spPr>
          <a:xfrm>
            <a:off x="3635352" y="3669368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Cart</a:t>
            </a:r>
          </a:p>
        </p:txBody>
      </p:sp>
      <p:sp>
        <p:nvSpPr>
          <p:cNvPr id="258" name="CuadroTexto 257">
            <a:extLst>
              <a:ext uri="{FF2B5EF4-FFF2-40B4-BE49-F238E27FC236}">
                <a16:creationId xmlns:a16="http://schemas.microsoft.com/office/drawing/2014/main" id="{3C5AA7C2-E6A4-4306-8433-6246411FB7D7}"/>
              </a:ext>
            </a:extLst>
          </p:cNvPr>
          <p:cNvSpPr txBox="1"/>
          <p:nvPr/>
        </p:nvSpPr>
        <p:spPr>
          <a:xfrm>
            <a:off x="3535673" y="411510"/>
            <a:ext cx="223651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Free Standing Span</a:t>
            </a:r>
          </a:p>
        </p:txBody>
      </p:sp>
      <p:cxnSp>
        <p:nvCxnSpPr>
          <p:cNvPr id="259" name="Conector recto de flecha 258">
            <a:extLst>
              <a:ext uri="{FF2B5EF4-FFF2-40B4-BE49-F238E27FC236}">
                <a16:creationId xmlns:a16="http://schemas.microsoft.com/office/drawing/2014/main" id="{210AFC7B-F822-4365-B965-51193B4206AC}"/>
              </a:ext>
            </a:extLst>
          </p:cNvPr>
          <p:cNvCxnSpPr>
            <a:cxnSpLocks/>
            <a:stCxn id="258" idx="2"/>
          </p:cNvCxnSpPr>
          <p:nvPr/>
        </p:nvCxnSpPr>
        <p:spPr>
          <a:xfrm>
            <a:off x="4653928" y="780842"/>
            <a:ext cx="0" cy="218019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CuadroTexto 265">
            <a:extLst>
              <a:ext uri="{FF2B5EF4-FFF2-40B4-BE49-F238E27FC236}">
                <a16:creationId xmlns:a16="http://schemas.microsoft.com/office/drawing/2014/main" id="{98711EFB-55BC-4DA4-8370-8CD6C238C695}"/>
              </a:ext>
            </a:extLst>
          </p:cNvPr>
          <p:cNvSpPr txBox="1"/>
          <p:nvPr/>
        </p:nvSpPr>
        <p:spPr>
          <a:xfrm>
            <a:off x="107504" y="123478"/>
            <a:ext cx="217239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Center Feed Linear</a:t>
            </a:r>
          </a:p>
        </p:txBody>
      </p:sp>
      <p:sp>
        <p:nvSpPr>
          <p:cNvPr id="267" name="CuadroTexto 266">
            <a:extLst>
              <a:ext uri="{FF2B5EF4-FFF2-40B4-BE49-F238E27FC236}">
                <a16:creationId xmlns:a16="http://schemas.microsoft.com/office/drawing/2014/main" id="{E7743936-C9E4-4D80-B126-F2B8A3AFED86}"/>
              </a:ext>
            </a:extLst>
          </p:cNvPr>
          <p:cNvSpPr txBox="1"/>
          <p:nvPr/>
        </p:nvSpPr>
        <p:spPr>
          <a:xfrm>
            <a:off x="159866" y="4083918"/>
            <a:ext cx="3551762" cy="992579"/>
          </a:xfrm>
          <a:prstGeom prst="rect">
            <a:avLst/>
          </a:prstGeom>
          <a:noFill/>
          <a:ln>
            <a:solidFill>
              <a:srgbClr val="19532A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solidFill>
                  <a:srgbClr val="19532A"/>
                </a:solidFill>
              </a:rPr>
              <a:t>Connect cart tower box with Side B span cable.</a:t>
            </a:r>
          </a:p>
          <a:p>
            <a:pPr algn="just"/>
            <a:r>
              <a:rPr lang="en-US" sz="1200" dirty="0">
                <a:solidFill>
                  <a:srgbClr val="19532A"/>
                </a:solidFill>
              </a:rPr>
              <a:t>At cart tower box, on cable coming from main panel, interchange Brown with Orange wires and interchange 2 Phase wires.</a:t>
            </a:r>
          </a:p>
          <a:p>
            <a:pPr algn="just"/>
            <a:r>
              <a:rPr lang="en-US" sz="1050" dirty="0">
                <a:solidFill>
                  <a:srgbClr val="148D6C"/>
                </a:solidFill>
              </a:rPr>
              <a:t>(It can be done at main panel instead of Cart Tower Box)</a:t>
            </a:r>
            <a:endParaRPr lang="en-US" sz="1200" dirty="0">
              <a:solidFill>
                <a:srgbClr val="148D6C"/>
              </a:solidFill>
            </a:endParaRPr>
          </a:p>
        </p:txBody>
      </p:sp>
      <p:cxnSp>
        <p:nvCxnSpPr>
          <p:cNvPr id="286" name="Conector recto 285">
            <a:extLst>
              <a:ext uri="{FF2B5EF4-FFF2-40B4-BE49-F238E27FC236}">
                <a16:creationId xmlns:a16="http://schemas.microsoft.com/office/drawing/2014/main" id="{FF430202-88F6-464E-99F2-8697687DD576}"/>
              </a:ext>
            </a:extLst>
          </p:cNvPr>
          <p:cNvCxnSpPr>
            <a:cxnSpLocks/>
          </p:cNvCxnSpPr>
          <p:nvPr/>
        </p:nvCxnSpPr>
        <p:spPr>
          <a:xfrm flipV="1">
            <a:off x="7208293" y="2532689"/>
            <a:ext cx="0" cy="409380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Conector recto 286">
            <a:extLst>
              <a:ext uri="{FF2B5EF4-FFF2-40B4-BE49-F238E27FC236}">
                <a16:creationId xmlns:a16="http://schemas.microsoft.com/office/drawing/2014/main" id="{B9330AD9-3F45-4721-946D-F3E9B94A1BA7}"/>
              </a:ext>
            </a:extLst>
          </p:cNvPr>
          <p:cNvCxnSpPr>
            <a:cxnSpLocks/>
          </p:cNvCxnSpPr>
          <p:nvPr/>
        </p:nvCxnSpPr>
        <p:spPr>
          <a:xfrm>
            <a:off x="7216293" y="3291830"/>
            <a:ext cx="0" cy="389291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recto 293">
            <a:extLst>
              <a:ext uri="{FF2B5EF4-FFF2-40B4-BE49-F238E27FC236}">
                <a16:creationId xmlns:a16="http://schemas.microsoft.com/office/drawing/2014/main" id="{B6AD4BA0-B921-4F8D-B2BA-168DBFD5D4AC}"/>
              </a:ext>
            </a:extLst>
          </p:cNvPr>
          <p:cNvCxnSpPr>
            <a:cxnSpLocks/>
          </p:cNvCxnSpPr>
          <p:nvPr/>
        </p:nvCxnSpPr>
        <p:spPr>
          <a:xfrm flipV="1">
            <a:off x="5449035" y="2532816"/>
            <a:ext cx="0" cy="409380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recto 294">
            <a:extLst>
              <a:ext uri="{FF2B5EF4-FFF2-40B4-BE49-F238E27FC236}">
                <a16:creationId xmlns:a16="http://schemas.microsoft.com/office/drawing/2014/main" id="{3BB47D25-7D77-41DA-90FE-2F99A60FD031}"/>
              </a:ext>
            </a:extLst>
          </p:cNvPr>
          <p:cNvCxnSpPr>
            <a:cxnSpLocks/>
          </p:cNvCxnSpPr>
          <p:nvPr/>
        </p:nvCxnSpPr>
        <p:spPr>
          <a:xfrm>
            <a:off x="5457035" y="3291957"/>
            <a:ext cx="0" cy="389291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CuadroTexto 295">
            <a:extLst>
              <a:ext uri="{FF2B5EF4-FFF2-40B4-BE49-F238E27FC236}">
                <a16:creationId xmlns:a16="http://schemas.microsoft.com/office/drawing/2014/main" id="{1592E6E9-3EF1-464E-9364-AB363959A09D}"/>
              </a:ext>
            </a:extLst>
          </p:cNvPr>
          <p:cNvSpPr txBox="1"/>
          <p:nvPr/>
        </p:nvSpPr>
        <p:spPr>
          <a:xfrm>
            <a:off x="6029804" y="3419638"/>
            <a:ext cx="702436" cy="261610"/>
          </a:xfrm>
          <a:prstGeom prst="rect">
            <a:avLst/>
          </a:prstGeom>
          <a:noFill/>
          <a:ln>
            <a:solidFill>
              <a:srgbClr val="4C2600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4C2600"/>
                </a:solidFill>
              </a:rPr>
              <a:t>Forward</a:t>
            </a:r>
          </a:p>
        </p:txBody>
      </p:sp>
      <p:sp>
        <p:nvSpPr>
          <p:cNvPr id="297" name="CuadroTexto 296">
            <a:extLst>
              <a:ext uri="{FF2B5EF4-FFF2-40B4-BE49-F238E27FC236}">
                <a16:creationId xmlns:a16="http://schemas.microsoft.com/office/drawing/2014/main" id="{2E42E5D3-E609-455F-961D-7D64BFADEF79}"/>
              </a:ext>
            </a:extLst>
          </p:cNvPr>
          <p:cNvSpPr txBox="1"/>
          <p:nvPr/>
        </p:nvSpPr>
        <p:spPr>
          <a:xfrm>
            <a:off x="6021789" y="2533116"/>
            <a:ext cx="710451" cy="26161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C000"/>
                </a:solidFill>
              </a:rPr>
              <a:t>Reverse</a:t>
            </a:r>
          </a:p>
        </p:txBody>
      </p:sp>
      <p:cxnSp>
        <p:nvCxnSpPr>
          <p:cNvPr id="301" name="Conector recto 300">
            <a:extLst>
              <a:ext uri="{FF2B5EF4-FFF2-40B4-BE49-F238E27FC236}">
                <a16:creationId xmlns:a16="http://schemas.microsoft.com/office/drawing/2014/main" id="{670F27DA-0649-464D-B55E-11ACDB9A896F}"/>
              </a:ext>
            </a:extLst>
          </p:cNvPr>
          <p:cNvCxnSpPr>
            <a:cxnSpLocks/>
          </p:cNvCxnSpPr>
          <p:nvPr/>
        </p:nvCxnSpPr>
        <p:spPr>
          <a:xfrm flipV="1">
            <a:off x="2068314" y="2532205"/>
            <a:ext cx="0" cy="409380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ector recto 301">
            <a:extLst>
              <a:ext uri="{FF2B5EF4-FFF2-40B4-BE49-F238E27FC236}">
                <a16:creationId xmlns:a16="http://schemas.microsoft.com/office/drawing/2014/main" id="{63E35133-3E74-4F4A-9565-52DCD68DDFA6}"/>
              </a:ext>
            </a:extLst>
          </p:cNvPr>
          <p:cNvCxnSpPr>
            <a:cxnSpLocks/>
          </p:cNvCxnSpPr>
          <p:nvPr/>
        </p:nvCxnSpPr>
        <p:spPr>
          <a:xfrm>
            <a:off x="2076314" y="3291346"/>
            <a:ext cx="0" cy="38929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CuadroTexto 302">
            <a:extLst>
              <a:ext uri="{FF2B5EF4-FFF2-40B4-BE49-F238E27FC236}">
                <a16:creationId xmlns:a16="http://schemas.microsoft.com/office/drawing/2014/main" id="{DECB7F12-DBB4-4D1A-8BE6-4C0D7183BD03}"/>
              </a:ext>
            </a:extLst>
          </p:cNvPr>
          <p:cNvSpPr txBox="1"/>
          <p:nvPr/>
        </p:nvSpPr>
        <p:spPr>
          <a:xfrm>
            <a:off x="2573420" y="3419027"/>
            <a:ext cx="702436" cy="26161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C000"/>
                </a:solidFill>
              </a:rPr>
              <a:t>Forward</a:t>
            </a:r>
          </a:p>
        </p:txBody>
      </p:sp>
      <p:sp>
        <p:nvSpPr>
          <p:cNvPr id="304" name="CuadroTexto 303">
            <a:extLst>
              <a:ext uri="{FF2B5EF4-FFF2-40B4-BE49-F238E27FC236}">
                <a16:creationId xmlns:a16="http://schemas.microsoft.com/office/drawing/2014/main" id="{DD913D29-982B-4BBE-BB02-F3AD54C2D482}"/>
              </a:ext>
            </a:extLst>
          </p:cNvPr>
          <p:cNvSpPr txBox="1"/>
          <p:nvPr/>
        </p:nvSpPr>
        <p:spPr>
          <a:xfrm>
            <a:off x="2565405" y="2532505"/>
            <a:ext cx="710451" cy="261610"/>
          </a:xfrm>
          <a:prstGeom prst="rect">
            <a:avLst/>
          </a:prstGeom>
          <a:noFill/>
          <a:ln>
            <a:solidFill>
              <a:srgbClr val="4C2600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4C2600"/>
                </a:solidFill>
              </a:rPr>
              <a:t>Reverse</a:t>
            </a:r>
          </a:p>
        </p:txBody>
      </p:sp>
      <p:cxnSp>
        <p:nvCxnSpPr>
          <p:cNvPr id="307" name="Conector recto 306">
            <a:extLst>
              <a:ext uri="{FF2B5EF4-FFF2-40B4-BE49-F238E27FC236}">
                <a16:creationId xmlns:a16="http://schemas.microsoft.com/office/drawing/2014/main" id="{D3B67046-5C1E-4980-8F31-F4E1DC088D01}"/>
              </a:ext>
            </a:extLst>
          </p:cNvPr>
          <p:cNvCxnSpPr>
            <a:cxnSpLocks/>
          </p:cNvCxnSpPr>
          <p:nvPr/>
        </p:nvCxnSpPr>
        <p:spPr>
          <a:xfrm flipV="1">
            <a:off x="3771912" y="2532205"/>
            <a:ext cx="0" cy="409380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ector recto 307">
            <a:extLst>
              <a:ext uri="{FF2B5EF4-FFF2-40B4-BE49-F238E27FC236}">
                <a16:creationId xmlns:a16="http://schemas.microsoft.com/office/drawing/2014/main" id="{5C930178-19F2-4F98-BD55-A5A467C4287E}"/>
              </a:ext>
            </a:extLst>
          </p:cNvPr>
          <p:cNvCxnSpPr>
            <a:cxnSpLocks/>
          </p:cNvCxnSpPr>
          <p:nvPr/>
        </p:nvCxnSpPr>
        <p:spPr>
          <a:xfrm>
            <a:off x="3779912" y="3291346"/>
            <a:ext cx="0" cy="38929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CuadroTexto 259">
            <a:extLst>
              <a:ext uri="{FF2B5EF4-FFF2-40B4-BE49-F238E27FC236}">
                <a16:creationId xmlns:a16="http://schemas.microsoft.com/office/drawing/2014/main" id="{59937B3F-C460-4A16-8514-F638B956AAFC}"/>
              </a:ext>
            </a:extLst>
          </p:cNvPr>
          <p:cNvSpPr txBox="1"/>
          <p:nvPr/>
        </p:nvSpPr>
        <p:spPr>
          <a:xfrm>
            <a:off x="6132897" y="1984241"/>
            <a:ext cx="6282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Side A</a:t>
            </a:r>
          </a:p>
        </p:txBody>
      </p:sp>
      <p:sp>
        <p:nvSpPr>
          <p:cNvPr id="264" name="CuadroTexto 263">
            <a:extLst>
              <a:ext uri="{FF2B5EF4-FFF2-40B4-BE49-F238E27FC236}">
                <a16:creationId xmlns:a16="http://schemas.microsoft.com/office/drawing/2014/main" id="{17F512BC-CC27-4CBD-9D53-A70ECC82F8DE}"/>
              </a:ext>
            </a:extLst>
          </p:cNvPr>
          <p:cNvSpPr txBox="1"/>
          <p:nvPr/>
        </p:nvSpPr>
        <p:spPr>
          <a:xfrm>
            <a:off x="2627784" y="1981806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Side B</a:t>
            </a:r>
          </a:p>
        </p:txBody>
      </p:sp>
      <p:sp>
        <p:nvSpPr>
          <p:cNvPr id="262" name="CuadroTexto 261">
            <a:extLst>
              <a:ext uri="{FF2B5EF4-FFF2-40B4-BE49-F238E27FC236}">
                <a16:creationId xmlns:a16="http://schemas.microsoft.com/office/drawing/2014/main" id="{FFE22D75-7FE6-4FB5-87DD-72A0F1BC0989}"/>
              </a:ext>
            </a:extLst>
          </p:cNvPr>
          <p:cNvSpPr txBox="1"/>
          <p:nvPr/>
        </p:nvSpPr>
        <p:spPr>
          <a:xfrm>
            <a:off x="3401242" y="2150166"/>
            <a:ext cx="925684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defRPr sz="1200">
                <a:solidFill>
                  <a:srgbClr val="19532A"/>
                </a:solidFill>
              </a:defRPr>
            </a:lvl1pPr>
          </a:lstStyle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Main panel</a:t>
            </a:r>
          </a:p>
        </p:txBody>
      </p:sp>
      <p:cxnSp>
        <p:nvCxnSpPr>
          <p:cNvPr id="263" name="Conector recto de flecha 262">
            <a:extLst>
              <a:ext uri="{FF2B5EF4-FFF2-40B4-BE49-F238E27FC236}">
                <a16:creationId xmlns:a16="http://schemas.microsoft.com/office/drawing/2014/main" id="{7509944D-3B0F-4C30-85D5-D082278AF149}"/>
              </a:ext>
            </a:extLst>
          </p:cNvPr>
          <p:cNvCxnSpPr>
            <a:cxnSpLocks/>
          </p:cNvCxnSpPr>
          <p:nvPr/>
        </p:nvCxnSpPr>
        <p:spPr>
          <a:xfrm>
            <a:off x="3606368" y="2429316"/>
            <a:ext cx="90402" cy="48232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ector recto de flecha 264">
            <a:extLst>
              <a:ext uri="{FF2B5EF4-FFF2-40B4-BE49-F238E27FC236}">
                <a16:creationId xmlns:a16="http://schemas.microsoft.com/office/drawing/2014/main" id="{786FF14F-ABAA-4314-86C7-A1850B2B02A0}"/>
              </a:ext>
            </a:extLst>
          </p:cNvPr>
          <p:cNvCxnSpPr>
            <a:cxnSpLocks/>
          </p:cNvCxnSpPr>
          <p:nvPr/>
        </p:nvCxnSpPr>
        <p:spPr>
          <a:xfrm flipH="1" flipV="1">
            <a:off x="3829735" y="2719559"/>
            <a:ext cx="1" cy="292344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ector recto de flecha 268">
            <a:extLst>
              <a:ext uri="{FF2B5EF4-FFF2-40B4-BE49-F238E27FC236}">
                <a16:creationId xmlns:a16="http://schemas.microsoft.com/office/drawing/2014/main" id="{12B81EE7-2EF8-44F0-AC6C-7DEF1469CCAC}"/>
              </a:ext>
            </a:extLst>
          </p:cNvPr>
          <p:cNvCxnSpPr>
            <a:cxnSpLocks/>
          </p:cNvCxnSpPr>
          <p:nvPr/>
        </p:nvCxnSpPr>
        <p:spPr>
          <a:xfrm flipV="1">
            <a:off x="3463277" y="3201776"/>
            <a:ext cx="296758" cy="882142"/>
          </a:xfrm>
          <a:prstGeom prst="straightConnector1">
            <a:avLst/>
          </a:prstGeom>
          <a:ln>
            <a:solidFill>
              <a:srgbClr val="19532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0238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51">
            <a:extLst>
              <a:ext uri="{FF2B5EF4-FFF2-40B4-BE49-F238E27FC236}">
                <a16:creationId xmlns:a16="http://schemas.microsoft.com/office/drawing/2014/main" id="{D98BA9F4-72F9-4253-820E-BDEBA2173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990519"/>
            <a:ext cx="2320529" cy="3074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Rectángulo 109">
            <a:extLst>
              <a:ext uri="{FF2B5EF4-FFF2-40B4-BE49-F238E27FC236}">
                <a16:creationId xmlns:a16="http://schemas.microsoft.com/office/drawing/2014/main" id="{CAFB9BB9-5345-4073-B95E-2F86DEB45FAA}"/>
              </a:ext>
            </a:extLst>
          </p:cNvPr>
          <p:cNvSpPr/>
          <p:nvPr/>
        </p:nvSpPr>
        <p:spPr>
          <a:xfrm>
            <a:off x="4116977" y="1954127"/>
            <a:ext cx="569979" cy="14097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9E5D386F-7412-416C-B648-9B7DCA4DD89A}"/>
              </a:ext>
            </a:extLst>
          </p:cNvPr>
          <p:cNvSpPr/>
          <p:nvPr/>
        </p:nvSpPr>
        <p:spPr>
          <a:xfrm rot="5400000">
            <a:off x="3347068" y="1696848"/>
            <a:ext cx="569979" cy="10141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0" descr="51">
            <a:extLst>
              <a:ext uri="{FF2B5EF4-FFF2-40B4-BE49-F238E27FC236}">
                <a16:creationId xmlns:a16="http://schemas.microsoft.com/office/drawing/2014/main" id="{531CB419-79BD-40CE-B99C-6ED7C45D5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990519"/>
            <a:ext cx="2320529" cy="3074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0" descr="51">
            <a:extLst>
              <a:ext uri="{FF2B5EF4-FFF2-40B4-BE49-F238E27FC236}">
                <a16:creationId xmlns:a16="http://schemas.microsoft.com/office/drawing/2014/main" id="{DE11C4CC-784F-4DDF-8B4E-2DA9DAB07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1989229"/>
            <a:ext cx="2320529" cy="3074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9AF1BC9-5D62-496A-B46A-247254BA48D6}"/>
              </a:ext>
            </a:extLst>
          </p:cNvPr>
          <p:cNvSpPr txBox="1"/>
          <p:nvPr/>
        </p:nvSpPr>
        <p:spPr>
          <a:xfrm>
            <a:off x="107504" y="123478"/>
            <a:ext cx="217239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Center Feed Linear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D18D2B4-8DAB-464B-A58E-F3D29A8D8E96}"/>
              </a:ext>
            </a:extLst>
          </p:cNvPr>
          <p:cNvCxnSpPr>
            <a:cxnSpLocks/>
          </p:cNvCxnSpPr>
          <p:nvPr/>
        </p:nvCxnSpPr>
        <p:spPr>
          <a:xfrm>
            <a:off x="303918" y="2772000"/>
            <a:ext cx="8748851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D3A5B09-0186-42C5-B155-C361E43FF1AA}"/>
              </a:ext>
            </a:extLst>
          </p:cNvPr>
          <p:cNvCxnSpPr>
            <a:cxnSpLocks/>
          </p:cNvCxnSpPr>
          <p:nvPr/>
        </p:nvCxnSpPr>
        <p:spPr>
          <a:xfrm>
            <a:off x="303917" y="2667600"/>
            <a:ext cx="3620011" cy="0"/>
          </a:xfrm>
          <a:prstGeom prst="line">
            <a:avLst/>
          </a:prstGeom>
          <a:ln w="190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883571F-E715-499A-AD41-ED979B65C147}"/>
              </a:ext>
            </a:extLst>
          </p:cNvPr>
          <p:cNvCxnSpPr>
            <a:cxnSpLocks/>
          </p:cNvCxnSpPr>
          <p:nvPr/>
        </p:nvCxnSpPr>
        <p:spPr>
          <a:xfrm>
            <a:off x="303917" y="2563200"/>
            <a:ext cx="1171739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BC05B6E5-EB05-464D-8BD0-2629B4021389}"/>
              </a:ext>
            </a:extLst>
          </p:cNvPr>
          <p:cNvCxnSpPr>
            <a:cxnSpLocks/>
          </p:cNvCxnSpPr>
          <p:nvPr/>
        </p:nvCxnSpPr>
        <p:spPr>
          <a:xfrm>
            <a:off x="4355975" y="2661835"/>
            <a:ext cx="4696794" cy="5765"/>
          </a:xfrm>
          <a:prstGeom prst="line">
            <a:avLst/>
          </a:prstGeom>
          <a:ln w="190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BDFD889B-43EF-4802-9662-78314BE9C3C7}"/>
              </a:ext>
            </a:extLst>
          </p:cNvPr>
          <p:cNvCxnSpPr>
            <a:cxnSpLocks/>
          </p:cNvCxnSpPr>
          <p:nvPr/>
        </p:nvCxnSpPr>
        <p:spPr>
          <a:xfrm>
            <a:off x="4355975" y="2550832"/>
            <a:ext cx="4696794" cy="20918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CA5DEE60-69AF-48CC-A946-45DBD806E88E}"/>
              </a:ext>
            </a:extLst>
          </p:cNvPr>
          <p:cNvCxnSpPr>
            <a:cxnSpLocks/>
          </p:cNvCxnSpPr>
          <p:nvPr/>
        </p:nvCxnSpPr>
        <p:spPr>
          <a:xfrm>
            <a:off x="297991" y="2559387"/>
            <a:ext cx="3620011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407E6C98-82FD-4D15-92A4-CDCF46BF579F}"/>
              </a:ext>
            </a:extLst>
          </p:cNvPr>
          <p:cNvCxnSpPr>
            <a:cxnSpLocks/>
          </p:cNvCxnSpPr>
          <p:nvPr/>
        </p:nvCxnSpPr>
        <p:spPr>
          <a:xfrm flipV="1">
            <a:off x="303917" y="3071908"/>
            <a:ext cx="3614085" cy="4742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7F36A1DA-3F68-4C58-8B5F-9D5AB5A9D41D}"/>
              </a:ext>
            </a:extLst>
          </p:cNvPr>
          <p:cNvCxnSpPr>
            <a:cxnSpLocks/>
          </p:cNvCxnSpPr>
          <p:nvPr/>
        </p:nvCxnSpPr>
        <p:spPr>
          <a:xfrm>
            <a:off x="4340431" y="3071907"/>
            <a:ext cx="4712338" cy="4743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56E7F6A3-7786-4694-B85E-FAD9870AC7ED}"/>
              </a:ext>
            </a:extLst>
          </p:cNvPr>
          <p:cNvCxnSpPr>
            <a:cxnSpLocks/>
          </p:cNvCxnSpPr>
          <p:nvPr/>
        </p:nvCxnSpPr>
        <p:spPr>
          <a:xfrm>
            <a:off x="4340431" y="2963292"/>
            <a:ext cx="4712338" cy="13573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E0D3BC66-5497-4E52-9E12-5F4045F193CB}"/>
              </a:ext>
            </a:extLst>
          </p:cNvPr>
          <p:cNvCxnSpPr>
            <a:cxnSpLocks/>
          </p:cNvCxnSpPr>
          <p:nvPr/>
        </p:nvCxnSpPr>
        <p:spPr>
          <a:xfrm>
            <a:off x="297991" y="2968437"/>
            <a:ext cx="3620011" cy="0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uadroTexto 83">
            <a:extLst>
              <a:ext uri="{FF2B5EF4-FFF2-40B4-BE49-F238E27FC236}">
                <a16:creationId xmlns:a16="http://schemas.microsoft.com/office/drawing/2014/main" id="{4E893CF9-50A3-4CBD-A411-01CE25AC5288}"/>
              </a:ext>
            </a:extLst>
          </p:cNvPr>
          <p:cNvSpPr txBox="1"/>
          <p:nvPr/>
        </p:nvSpPr>
        <p:spPr>
          <a:xfrm>
            <a:off x="755576" y="1362166"/>
            <a:ext cx="11662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Towers Side B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4EF7B7EE-604E-4D65-BAC2-52DE4CC211AA}"/>
              </a:ext>
            </a:extLst>
          </p:cNvPr>
          <p:cNvSpPr txBox="1"/>
          <p:nvPr/>
        </p:nvSpPr>
        <p:spPr>
          <a:xfrm>
            <a:off x="3521786" y="1361521"/>
            <a:ext cx="1200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Cart tower Box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40847EB0-8751-45EA-9C74-668908E134DA}"/>
              </a:ext>
            </a:extLst>
          </p:cNvPr>
          <p:cNvSpPr txBox="1"/>
          <p:nvPr/>
        </p:nvSpPr>
        <p:spPr>
          <a:xfrm>
            <a:off x="7356124" y="1196607"/>
            <a:ext cx="1479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2</a:t>
            </a:r>
            <a:r>
              <a:rPr lang="en-US" sz="1200" baseline="30000" dirty="0"/>
              <a:t>nd</a:t>
            </a:r>
            <a:r>
              <a:rPr lang="en-US" sz="1200" dirty="0"/>
              <a:t> Tower of </a:t>
            </a:r>
          </a:p>
          <a:p>
            <a:pPr algn="ctr"/>
            <a:r>
              <a:rPr lang="en-US" sz="1200" dirty="0"/>
              <a:t>Freestanding Span</a:t>
            </a: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F3402791-E017-4712-AB06-9A981E8815D4}"/>
              </a:ext>
            </a:extLst>
          </p:cNvPr>
          <p:cNvCxnSpPr>
            <a:cxnSpLocks/>
          </p:cNvCxnSpPr>
          <p:nvPr/>
        </p:nvCxnSpPr>
        <p:spPr>
          <a:xfrm flipH="1">
            <a:off x="4220576" y="2550832"/>
            <a:ext cx="135399" cy="13108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E9BED0CD-6EB3-4FF1-AD42-E63CB4C92C24}"/>
              </a:ext>
            </a:extLst>
          </p:cNvPr>
          <p:cNvCxnSpPr>
            <a:cxnSpLocks/>
          </p:cNvCxnSpPr>
          <p:nvPr/>
        </p:nvCxnSpPr>
        <p:spPr>
          <a:xfrm flipH="1" flipV="1">
            <a:off x="4217200" y="2557435"/>
            <a:ext cx="138776" cy="109160"/>
          </a:xfrm>
          <a:prstGeom prst="line">
            <a:avLst/>
          </a:prstGeom>
          <a:ln w="190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12931E3E-AA65-483A-9AA9-D5A0772DE2A7}"/>
              </a:ext>
            </a:extLst>
          </p:cNvPr>
          <p:cNvCxnSpPr>
            <a:cxnSpLocks/>
          </p:cNvCxnSpPr>
          <p:nvPr/>
        </p:nvCxnSpPr>
        <p:spPr>
          <a:xfrm>
            <a:off x="3918002" y="2672342"/>
            <a:ext cx="302574" cy="957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F0BC3886-6266-46C5-AB88-81F2CF64DAF6}"/>
              </a:ext>
            </a:extLst>
          </p:cNvPr>
          <p:cNvCxnSpPr>
            <a:cxnSpLocks/>
          </p:cNvCxnSpPr>
          <p:nvPr/>
        </p:nvCxnSpPr>
        <p:spPr>
          <a:xfrm>
            <a:off x="3918002" y="2557454"/>
            <a:ext cx="293958" cy="0"/>
          </a:xfrm>
          <a:prstGeom prst="line">
            <a:avLst/>
          </a:prstGeom>
          <a:ln w="190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B1D62B62-FCF2-45E9-91D8-DBE9B350CC0C}"/>
              </a:ext>
            </a:extLst>
          </p:cNvPr>
          <p:cNvCxnSpPr>
            <a:cxnSpLocks/>
          </p:cNvCxnSpPr>
          <p:nvPr/>
        </p:nvCxnSpPr>
        <p:spPr>
          <a:xfrm flipH="1">
            <a:off x="4210843" y="2959882"/>
            <a:ext cx="129589" cy="112025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67901E57-7590-428D-BDF5-12AE72761821}"/>
              </a:ext>
            </a:extLst>
          </p:cNvPr>
          <p:cNvCxnSpPr>
            <a:cxnSpLocks/>
          </p:cNvCxnSpPr>
          <p:nvPr/>
        </p:nvCxnSpPr>
        <p:spPr>
          <a:xfrm flipH="1" flipV="1">
            <a:off x="4217200" y="2966501"/>
            <a:ext cx="138776" cy="109144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9399CDC4-0942-4135-8391-76088F24F02E}"/>
              </a:ext>
            </a:extLst>
          </p:cNvPr>
          <p:cNvCxnSpPr>
            <a:cxnSpLocks/>
          </p:cNvCxnSpPr>
          <p:nvPr/>
        </p:nvCxnSpPr>
        <p:spPr>
          <a:xfrm>
            <a:off x="3918002" y="3071909"/>
            <a:ext cx="293958" cy="8555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06B1BEB4-CF0E-400A-AB13-EC1227A6E2EE}"/>
              </a:ext>
            </a:extLst>
          </p:cNvPr>
          <p:cNvCxnSpPr>
            <a:cxnSpLocks/>
          </p:cNvCxnSpPr>
          <p:nvPr/>
        </p:nvCxnSpPr>
        <p:spPr>
          <a:xfrm>
            <a:off x="3918002" y="2968440"/>
            <a:ext cx="292841" cy="0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13179398-6FC0-41D5-A885-85AB9073D888}"/>
              </a:ext>
            </a:extLst>
          </p:cNvPr>
          <p:cNvSpPr txBox="1"/>
          <p:nvPr/>
        </p:nvSpPr>
        <p:spPr>
          <a:xfrm rot="16200000">
            <a:off x="5117577" y="2613270"/>
            <a:ext cx="936103" cy="276999"/>
          </a:xfrm>
          <a:prstGeom prst="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defRPr sz="1200">
                <a:solidFill>
                  <a:srgbClr val="19532A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Main panel</a:t>
            </a:r>
          </a:p>
        </p:txBody>
      </p:sp>
    </p:spTree>
    <p:extLst>
      <p:ext uri="{BB962C8B-B14F-4D97-AF65-F5344CB8AC3E}">
        <p14:creationId xmlns:p14="http://schemas.microsoft.com/office/powerpoint/2010/main" val="3516381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46F0201-D57F-4095-8EA1-4998F7154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87450" y="843558"/>
            <a:ext cx="6624638" cy="3600400"/>
          </a:xfrm>
        </p:spPr>
        <p:txBody>
          <a:bodyPr/>
          <a:lstStyle/>
          <a:p>
            <a:r>
              <a:rPr lang="en-US" dirty="0"/>
              <a:t>GUIDANCE BOXES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70364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ángulo 259">
            <a:extLst>
              <a:ext uri="{FF2B5EF4-FFF2-40B4-BE49-F238E27FC236}">
                <a16:creationId xmlns:a16="http://schemas.microsoft.com/office/drawing/2014/main" id="{3C0E3AFD-8E2C-48FB-BB49-A08BA8AA509C}"/>
              </a:ext>
            </a:extLst>
          </p:cNvPr>
          <p:cNvSpPr/>
          <p:nvPr/>
        </p:nvSpPr>
        <p:spPr>
          <a:xfrm>
            <a:off x="224971" y="1098643"/>
            <a:ext cx="45719" cy="7959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Conector recto de flecha 184">
            <a:extLst>
              <a:ext uri="{FF2B5EF4-FFF2-40B4-BE49-F238E27FC236}">
                <a16:creationId xmlns:a16="http://schemas.microsoft.com/office/drawing/2014/main" id="{E70A90BD-6C19-42A1-BB4D-0BFE43AE9D86}"/>
              </a:ext>
            </a:extLst>
          </p:cNvPr>
          <p:cNvCxnSpPr>
            <a:cxnSpLocks/>
          </p:cNvCxnSpPr>
          <p:nvPr/>
        </p:nvCxnSpPr>
        <p:spPr>
          <a:xfrm flipH="1" flipV="1">
            <a:off x="365029" y="760216"/>
            <a:ext cx="1" cy="292344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FA6D84F1-78C5-4D25-B474-4AD563BC9AFD}"/>
              </a:ext>
            </a:extLst>
          </p:cNvPr>
          <p:cNvCxnSpPr>
            <a:cxnSpLocks/>
          </p:cNvCxnSpPr>
          <p:nvPr/>
        </p:nvCxnSpPr>
        <p:spPr>
          <a:xfrm flipH="1">
            <a:off x="364632" y="1206847"/>
            <a:ext cx="1" cy="275336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o 1">
            <a:extLst>
              <a:ext uri="{FF2B5EF4-FFF2-40B4-BE49-F238E27FC236}">
                <a16:creationId xmlns:a16="http://schemas.microsoft.com/office/drawing/2014/main" id="{75C433A6-E4ED-434E-9663-9EDBAF70E7F2}"/>
              </a:ext>
            </a:extLst>
          </p:cNvPr>
          <p:cNvGrpSpPr/>
          <p:nvPr/>
        </p:nvGrpSpPr>
        <p:grpSpPr>
          <a:xfrm>
            <a:off x="251520" y="1038319"/>
            <a:ext cx="8787639" cy="195444"/>
            <a:chOff x="333737" y="3009245"/>
            <a:chExt cx="9353494" cy="236025"/>
          </a:xfrm>
        </p:grpSpPr>
        <p:grpSp>
          <p:nvGrpSpPr>
            <p:cNvPr id="3" name="Group 77">
              <a:extLst>
                <a:ext uri="{FF2B5EF4-FFF2-40B4-BE49-F238E27FC236}">
                  <a16:creationId xmlns:a16="http://schemas.microsoft.com/office/drawing/2014/main" id="{427B9A5A-58A5-423E-B9CC-44B3A3EAF4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3832" y="3011223"/>
              <a:ext cx="1885950" cy="228600"/>
              <a:chOff x="1872" y="2160"/>
              <a:chExt cx="3456" cy="528"/>
            </a:xfrm>
          </p:grpSpPr>
          <p:grpSp>
            <p:nvGrpSpPr>
              <p:cNvPr id="4" name="Group 10">
                <a:extLst>
                  <a:ext uri="{FF2B5EF4-FFF2-40B4-BE49-F238E27FC236}">
                    <a16:creationId xmlns:a16="http://schemas.microsoft.com/office/drawing/2014/main" id="{A4508DC3-E445-4C4F-B4BF-1D98F11F77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45" name="Arc 5">
                  <a:extLst>
                    <a:ext uri="{FF2B5EF4-FFF2-40B4-BE49-F238E27FC236}">
                      <a16:creationId xmlns:a16="http://schemas.microsoft.com/office/drawing/2014/main" id="{3A0CBF5B-7BD5-4AB6-BAB1-62757093EF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6" name="Arc 6">
                  <a:extLst>
                    <a:ext uri="{FF2B5EF4-FFF2-40B4-BE49-F238E27FC236}">
                      <a16:creationId xmlns:a16="http://schemas.microsoft.com/office/drawing/2014/main" id="{8BC5DE0E-278F-4596-83B5-2B295E5DE6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5" name="Group 9">
                <a:extLst>
                  <a:ext uri="{FF2B5EF4-FFF2-40B4-BE49-F238E27FC236}">
                    <a16:creationId xmlns:a16="http://schemas.microsoft.com/office/drawing/2014/main" id="{CAB85BD9-789E-4134-8AC7-5C4E6CC11C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43" name="Arc 7">
                  <a:extLst>
                    <a:ext uri="{FF2B5EF4-FFF2-40B4-BE49-F238E27FC236}">
                      <a16:creationId xmlns:a16="http://schemas.microsoft.com/office/drawing/2014/main" id="{1BAE59FA-6026-4378-9F02-97234239E1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" name="Arc 8">
                  <a:extLst>
                    <a:ext uri="{FF2B5EF4-FFF2-40B4-BE49-F238E27FC236}">
                      <a16:creationId xmlns:a16="http://schemas.microsoft.com/office/drawing/2014/main" id="{E3DCD426-B540-4EFB-B7E4-5FAE85FADD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6" name="Line 12">
                <a:extLst>
                  <a:ext uri="{FF2B5EF4-FFF2-40B4-BE49-F238E27FC236}">
                    <a16:creationId xmlns:a16="http://schemas.microsoft.com/office/drawing/2014/main" id="{DC96CA83-434E-4E2D-8046-FBAB51554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7" name="Group 56">
                <a:extLst>
                  <a:ext uri="{FF2B5EF4-FFF2-40B4-BE49-F238E27FC236}">
                    <a16:creationId xmlns:a16="http://schemas.microsoft.com/office/drawing/2014/main" id="{43AAC5EB-C25B-44E4-B689-E6D315994C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39" name="Line 15">
                  <a:extLst>
                    <a:ext uri="{FF2B5EF4-FFF2-40B4-BE49-F238E27FC236}">
                      <a16:creationId xmlns:a16="http://schemas.microsoft.com/office/drawing/2014/main" id="{C3995371-8007-43D8-8223-5B4977F246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" name="Line 16">
                  <a:extLst>
                    <a:ext uri="{FF2B5EF4-FFF2-40B4-BE49-F238E27FC236}">
                      <a16:creationId xmlns:a16="http://schemas.microsoft.com/office/drawing/2014/main" id="{92DB2B01-2D9C-4BA3-B76F-B228175800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" name="Line 17">
                  <a:extLst>
                    <a:ext uri="{FF2B5EF4-FFF2-40B4-BE49-F238E27FC236}">
                      <a16:creationId xmlns:a16="http://schemas.microsoft.com/office/drawing/2014/main" id="{367E90BE-6562-4A82-AC20-A6FAC2880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2" name="Line 18">
                  <a:extLst>
                    <a:ext uri="{FF2B5EF4-FFF2-40B4-BE49-F238E27FC236}">
                      <a16:creationId xmlns:a16="http://schemas.microsoft.com/office/drawing/2014/main" id="{200B8F51-07A5-467D-A908-D190D7CBC5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8" name="Line 43">
                <a:extLst>
                  <a:ext uri="{FF2B5EF4-FFF2-40B4-BE49-F238E27FC236}">
                    <a16:creationId xmlns:a16="http://schemas.microsoft.com/office/drawing/2014/main" id="{6DCC0198-F0FC-41CE-B568-49647473A5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" name="Line 44">
                <a:extLst>
                  <a:ext uri="{FF2B5EF4-FFF2-40B4-BE49-F238E27FC236}">
                    <a16:creationId xmlns:a16="http://schemas.microsoft.com/office/drawing/2014/main" id="{E9681665-B00D-443F-A7DB-6C0797D5C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" name="Line 45">
                <a:extLst>
                  <a:ext uri="{FF2B5EF4-FFF2-40B4-BE49-F238E27FC236}">
                    <a16:creationId xmlns:a16="http://schemas.microsoft.com/office/drawing/2014/main" id="{4C13B563-5497-4181-BD6A-05DA3030A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" name="Line 46">
                <a:extLst>
                  <a:ext uri="{FF2B5EF4-FFF2-40B4-BE49-F238E27FC236}">
                    <a16:creationId xmlns:a16="http://schemas.microsoft.com/office/drawing/2014/main" id="{BB2D3E74-35CD-41E6-917D-839094FAB6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2" name="Line 47">
                <a:extLst>
                  <a:ext uri="{FF2B5EF4-FFF2-40B4-BE49-F238E27FC236}">
                    <a16:creationId xmlns:a16="http://schemas.microsoft.com/office/drawing/2014/main" id="{80725343-70C5-4082-B675-02046C4B92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3" name="Line 48">
                <a:extLst>
                  <a:ext uri="{FF2B5EF4-FFF2-40B4-BE49-F238E27FC236}">
                    <a16:creationId xmlns:a16="http://schemas.microsoft.com/office/drawing/2014/main" id="{967E91C2-389C-419E-B2FA-965D00455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" name="Line 50">
                <a:extLst>
                  <a:ext uri="{FF2B5EF4-FFF2-40B4-BE49-F238E27FC236}">
                    <a16:creationId xmlns:a16="http://schemas.microsoft.com/office/drawing/2014/main" id="{C6FC4871-B6AF-4F52-B203-5B5F50993E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5" name="Line 51">
                <a:extLst>
                  <a:ext uri="{FF2B5EF4-FFF2-40B4-BE49-F238E27FC236}">
                    <a16:creationId xmlns:a16="http://schemas.microsoft.com/office/drawing/2014/main" id="{00AD0469-5077-4C6C-A3BB-AC313F9E97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" name="Line 52">
                <a:extLst>
                  <a:ext uri="{FF2B5EF4-FFF2-40B4-BE49-F238E27FC236}">
                    <a16:creationId xmlns:a16="http://schemas.microsoft.com/office/drawing/2014/main" id="{D8D96CD6-3C3C-4DB2-B7F7-D84BC72F4A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" name="AutoShape 53" descr="Wide downward diagonal">
                <a:extLst>
                  <a:ext uri="{FF2B5EF4-FFF2-40B4-BE49-F238E27FC236}">
                    <a16:creationId xmlns:a16="http://schemas.microsoft.com/office/drawing/2014/main" id="{680DAA6C-2A35-420E-8553-B37DCD81A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8" name="AutoShape 54" descr="Wide downward diagonal">
                <a:extLst>
                  <a:ext uri="{FF2B5EF4-FFF2-40B4-BE49-F238E27FC236}">
                    <a16:creationId xmlns:a16="http://schemas.microsoft.com/office/drawing/2014/main" id="{1506FB64-7E06-485C-B78C-8F8D46194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9" name="Group 57">
                <a:extLst>
                  <a:ext uri="{FF2B5EF4-FFF2-40B4-BE49-F238E27FC236}">
                    <a16:creationId xmlns:a16="http://schemas.microsoft.com/office/drawing/2014/main" id="{E377CBF8-ABBE-450A-A3A1-CD4BFEF89A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35" name="Line 58">
                  <a:extLst>
                    <a:ext uri="{FF2B5EF4-FFF2-40B4-BE49-F238E27FC236}">
                      <a16:creationId xmlns:a16="http://schemas.microsoft.com/office/drawing/2014/main" id="{622ED985-A2F2-4BE8-9F77-9E1BBF9160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6" name="Line 59">
                  <a:extLst>
                    <a:ext uri="{FF2B5EF4-FFF2-40B4-BE49-F238E27FC236}">
                      <a16:creationId xmlns:a16="http://schemas.microsoft.com/office/drawing/2014/main" id="{3F953F05-8B3F-42E7-B081-D51084642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7" name="Line 60">
                  <a:extLst>
                    <a:ext uri="{FF2B5EF4-FFF2-40B4-BE49-F238E27FC236}">
                      <a16:creationId xmlns:a16="http://schemas.microsoft.com/office/drawing/2014/main" id="{22D0FC71-E1AF-4D3D-A27A-5FD9574297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8" name="Line 61">
                  <a:extLst>
                    <a:ext uri="{FF2B5EF4-FFF2-40B4-BE49-F238E27FC236}">
                      <a16:creationId xmlns:a16="http://schemas.microsoft.com/office/drawing/2014/main" id="{A9B568AB-20E4-4307-9D86-1C3422C870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0" name="Group 62">
                <a:extLst>
                  <a:ext uri="{FF2B5EF4-FFF2-40B4-BE49-F238E27FC236}">
                    <a16:creationId xmlns:a16="http://schemas.microsoft.com/office/drawing/2014/main" id="{3A282A75-5496-41E8-9AB5-F8E4BA859F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31" name="Line 63">
                  <a:extLst>
                    <a:ext uri="{FF2B5EF4-FFF2-40B4-BE49-F238E27FC236}">
                      <a16:creationId xmlns:a16="http://schemas.microsoft.com/office/drawing/2014/main" id="{84AFF24A-8759-47F4-9D2B-4274ADE310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" name="Line 64">
                  <a:extLst>
                    <a:ext uri="{FF2B5EF4-FFF2-40B4-BE49-F238E27FC236}">
                      <a16:creationId xmlns:a16="http://schemas.microsoft.com/office/drawing/2014/main" id="{DB018066-6B0E-441F-9E6C-82771043B3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3" name="Line 65">
                  <a:extLst>
                    <a:ext uri="{FF2B5EF4-FFF2-40B4-BE49-F238E27FC236}">
                      <a16:creationId xmlns:a16="http://schemas.microsoft.com/office/drawing/2014/main" id="{B4E14B46-1D84-4B88-A47F-B7F45EEB27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4" name="Line 66">
                  <a:extLst>
                    <a:ext uri="{FF2B5EF4-FFF2-40B4-BE49-F238E27FC236}">
                      <a16:creationId xmlns:a16="http://schemas.microsoft.com/office/drawing/2014/main" id="{7C55C04F-38B2-4475-8185-22CFB692B1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1" name="Group 67">
                <a:extLst>
                  <a:ext uri="{FF2B5EF4-FFF2-40B4-BE49-F238E27FC236}">
                    <a16:creationId xmlns:a16="http://schemas.microsoft.com/office/drawing/2014/main" id="{9B562D04-AF6F-483B-8CB2-D48EC3511D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7" name="Line 68">
                  <a:extLst>
                    <a:ext uri="{FF2B5EF4-FFF2-40B4-BE49-F238E27FC236}">
                      <a16:creationId xmlns:a16="http://schemas.microsoft.com/office/drawing/2014/main" id="{DE00A8AB-CA8F-4977-9CF0-64D84FE3BA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" name="Line 69">
                  <a:extLst>
                    <a:ext uri="{FF2B5EF4-FFF2-40B4-BE49-F238E27FC236}">
                      <a16:creationId xmlns:a16="http://schemas.microsoft.com/office/drawing/2014/main" id="{576B0717-7758-411F-894E-D5BE455B41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A7D8C475-295F-4E1A-BBDF-699F18BFB4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0" name="Line 71">
                  <a:extLst>
                    <a:ext uri="{FF2B5EF4-FFF2-40B4-BE49-F238E27FC236}">
                      <a16:creationId xmlns:a16="http://schemas.microsoft.com/office/drawing/2014/main" id="{2FF08205-5527-440C-8C3B-B62C1D0936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" name="Group 72">
                <a:extLst>
                  <a:ext uri="{FF2B5EF4-FFF2-40B4-BE49-F238E27FC236}">
                    <a16:creationId xmlns:a16="http://schemas.microsoft.com/office/drawing/2014/main" id="{3A9D7441-5B58-4DE3-96F3-58A37BF2B0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3" name="Line 73">
                  <a:extLst>
                    <a:ext uri="{FF2B5EF4-FFF2-40B4-BE49-F238E27FC236}">
                      <a16:creationId xmlns:a16="http://schemas.microsoft.com/office/drawing/2014/main" id="{94A6C4EA-F544-4403-8509-08B68DE670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" name="Line 74">
                  <a:extLst>
                    <a:ext uri="{FF2B5EF4-FFF2-40B4-BE49-F238E27FC236}">
                      <a16:creationId xmlns:a16="http://schemas.microsoft.com/office/drawing/2014/main" id="{60C66506-2377-4B4D-AEC3-9C4800BF96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5" name="Line 75">
                  <a:extLst>
                    <a:ext uri="{FF2B5EF4-FFF2-40B4-BE49-F238E27FC236}">
                      <a16:creationId xmlns:a16="http://schemas.microsoft.com/office/drawing/2014/main" id="{77CAE46B-1320-4D2B-8EF9-039B434C05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" name="Line 76">
                  <a:extLst>
                    <a:ext uri="{FF2B5EF4-FFF2-40B4-BE49-F238E27FC236}">
                      <a16:creationId xmlns:a16="http://schemas.microsoft.com/office/drawing/2014/main" id="{50D5E31D-618A-449B-8473-E5A94ED923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47" name="Group 77">
              <a:extLst>
                <a:ext uri="{FF2B5EF4-FFF2-40B4-BE49-F238E27FC236}">
                  <a16:creationId xmlns:a16="http://schemas.microsoft.com/office/drawing/2014/main" id="{74108F16-FC0C-49FD-B661-DD9EE53587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9111" y="3012503"/>
              <a:ext cx="1885950" cy="228600"/>
              <a:chOff x="1872" y="2160"/>
              <a:chExt cx="3456" cy="528"/>
            </a:xfrm>
          </p:grpSpPr>
          <p:grpSp>
            <p:nvGrpSpPr>
              <p:cNvPr id="48" name="Group 10">
                <a:extLst>
                  <a:ext uri="{FF2B5EF4-FFF2-40B4-BE49-F238E27FC236}">
                    <a16:creationId xmlns:a16="http://schemas.microsoft.com/office/drawing/2014/main" id="{B13B6B9B-36BD-4F93-9D1E-C61E23709D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89" name="Arc 5">
                  <a:extLst>
                    <a:ext uri="{FF2B5EF4-FFF2-40B4-BE49-F238E27FC236}">
                      <a16:creationId xmlns:a16="http://schemas.microsoft.com/office/drawing/2014/main" id="{68BA63F1-6DF5-4A51-BB13-C60D8AABD5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90" name="Arc 6">
                  <a:extLst>
                    <a:ext uri="{FF2B5EF4-FFF2-40B4-BE49-F238E27FC236}">
                      <a16:creationId xmlns:a16="http://schemas.microsoft.com/office/drawing/2014/main" id="{A1067F58-8B5A-4955-90FC-0952C4AE26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49" name="Group 9">
                <a:extLst>
                  <a:ext uri="{FF2B5EF4-FFF2-40B4-BE49-F238E27FC236}">
                    <a16:creationId xmlns:a16="http://schemas.microsoft.com/office/drawing/2014/main" id="{CD3EFBF8-83A0-4CF9-A3CD-DB8E67A153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87" name="Arc 7">
                  <a:extLst>
                    <a:ext uri="{FF2B5EF4-FFF2-40B4-BE49-F238E27FC236}">
                      <a16:creationId xmlns:a16="http://schemas.microsoft.com/office/drawing/2014/main" id="{947A8E94-0831-449A-9895-3B45D07D5C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88" name="Arc 8">
                  <a:extLst>
                    <a:ext uri="{FF2B5EF4-FFF2-40B4-BE49-F238E27FC236}">
                      <a16:creationId xmlns:a16="http://schemas.microsoft.com/office/drawing/2014/main" id="{E13462E0-060F-4846-829A-1EC1408B24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50" name="Line 12">
                <a:extLst>
                  <a:ext uri="{FF2B5EF4-FFF2-40B4-BE49-F238E27FC236}">
                    <a16:creationId xmlns:a16="http://schemas.microsoft.com/office/drawing/2014/main" id="{06E33F54-1FE4-437A-BB18-4B528D147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51" name="Group 56">
                <a:extLst>
                  <a:ext uri="{FF2B5EF4-FFF2-40B4-BE49-F238E27FC236}">
                    <a16:creationId xmlns:a16="http://schemas.microsoft.com/office/drawing/2014/main" id="{D889849C-9EA5-4EE2-AECD-28CBF5237C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83" name="Line 15">
                  <a:extLst>
                    <a:ext uri="{FF2B5EF4-FFF2-40B4-BE49-F238E27FC236}">
                      <a16:creationId xmlns:a16="http://schemas.microsoft.com/office/drawing/2014/main" id="{CD9FF0B6-4FC0-42A6-8BCF-8E6012A7F8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4" name="Line 16">
                  <a:extLst>
                    <a:ext uri="{FF2B5EF4-FFF2-40B4-BE49-F238E27FC236}">
                      <a16:creationId xmlns:a16="http://schemas.microsoft.com/office/drawing/2014/main" id="{A3D39CA4-95C4-4CB9-822C-6B78F2CC2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5" name="Line 17">
                  <a:extLst>
                    <a:ext uri="{FF2B5EF4-FFF2-40B4-BE49-F238E27FC236}">
                      <a16:creationId xmlns:a16="http://schemas.microsoft.com/office/drawing/2014/main" id="{1B77DFAB-D1A6-4540-8AB2-7DC1B612C8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6" name="Line 18">
                  <a:extLst>
                    <a:ext uri="{FF2B5EF4-FFF2-40B4-BE49-F238E27FC236}">
                      <a16:creationId xmlns:a16="http://schemas.microsoft.com/office/drawing/2014/main" id="{8B823563-3978-418A-AAC0-A95C889970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52" name="Line 43">
                <a:extLst>
                  <a:ext uri="{FF2B5EF4-FFF2-40B4-BE49-F238E27FC236}">
                    <a16:creationId xmlns:a16="http://schemas.microsoft.com/office/drawing/2014/main" id="{8AEB6FB6-A9FC-40B5-BFA2-00BF55648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" name="Line 44">
                <a:extLst>
                  <a:ext uri="{FF2B5EF4-FFF2-40B4-BE49-F238E27FC236}">
                    <a16:creationId xmlns:a16="http://schemas.microsoft.com/office/drawing/2014/main" id="{F49102F1-F3BD-44F2-BE41-545708D5CA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4" name="Line 45">
                <a:extLst>
                  <a:ext uri="{FF2B5EF4-FFF2-40B4-BE49-F238E27FC236}">
                    <a16:creationId xmlns:a16="http://schemas.microsoft.com/office/drawing/2014/main" id="{B4906DF4-E045-4A33-9961-D71138240D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5" name="Line 46">
                <a:extLst>
                  <a:ext uri="{FF2B5EF4-FFF2-40B4-BE49-F238E27FC236}">
                    <a16:creationId xmlns:a16="http://schemas.microsoft.com/office/drawing/2014/main" id="{4976B827-D836-4FB5-B001-A71D4CEEA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6" name="Line 47">
                <a:extLst>
                  <a:ext uri="{FF2B5EF4-FFF2-40B4-BE49-F238E27FC236}">
                    <a16:creationId xmlns:a16="http://schemas.microsoft.com/office/drawing/2014/main" id="{651ABC65-B332-457E-B12D-FF06A1BC3C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" name="Line 48">
                <a:extLst>
                  <a:ext uri="{FF2B5EF4-FFF2-40B4-BE49-F238E27FC236}">
                    <a16:creationId xmlns:a16="http://schemas.microsoft.com/office/drawing/2014/main" id="{F6BC7C03-BC59-425A-9567-736AB5B65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" name="Line 50">
                <a:extLst>
                  <a:ext uri="{FF2B5EF4-FFF2-40B4-BE49-F238E27FC236}">
                    <a16:creationId xmlns:a16="http://schemas.microsoft.com/office/drawing/2014/main" id="{F9693EB0-59A5-4780-AB86-AB200E6982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9" name="Line 51">
                <a:extLst>
                  <a:ext uri="{FF2B5EF4-FFF2-40B4-BE49-F238E27FC236}">
                    <a16:creationId xmlns:a16="http://schemas.microsoft.com/office/drawing/2014/main" id="{29923DC8-80F4-4E5F-82B3-47F8E9C12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0" name="Line 52">
                <a:extLst>
                  <a:ext uri="{FF2B5EF4-FFF2-40B4-BE49-F238E27FC236}">
                    <a16:creationId xmlns:a16="http://schemas.microsoft.com/office/drawing/2014/main" id="{A5D023BF-2479-4107-AD72-A6B409952F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1" name="AutoShape 53" descr="Wide downward diagonal">
                <a:extLst>
                  <a:ext uri="{FF2B5EF4-FFF2-40B4-BE49-F238E27FC236}">
                    <a16:creationId xmlns:a16="http://schemas.microsoft.com/office/drawing/2014/main" id="{73328271-E963-4D8C-8199-0E0131E0C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62" name="AutoShape 54" descr="Wide downward diagonal">
                <a:extLst>
                  <a:ext uri="{FF2B5EF4-FFF2-40B4-BE49-F238E27FC236}">
                    <a16:creationId xmlns:a16="http://schemas.microsoft.com/office/drawing/2014/main" id="{08F410EF-1154-4487-A26B-CDE7E4042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63" name="Group 57">
                <a:extLst>
                  <a:ext uri="{FF2B5EF4-FFF2-40B4-BE49-F238E27FC236}">
                    <a16:creationId xmlns:a16="http://schemas.microsoft.com/office/drawing/2014/main" id="{9F40ED7B-0EB0-400A-9C28-5A091C5BDB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79" name="Line 58">
                  <a:extLst>
                    <a:ext uri="{FF2B5EF4-FFF2-40B4-BE49-F238E27FC236}">
                      <a16:creationId xmlns:a16="http://schemas.microsoft.com/office/drawing/2014/main" id="{EBC81EFD-C586-4180-A74D-2A9115EA1A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0" name="Line 59">
                  <a:extLst>
                    <a:ext uri="{FF2B5EF4-FFF2-40B4-BE49-F238E27FC236}">
                      <a16:creationId xmlns:a16="http://schemas.microsoft.com/office/drawing/2014/main" id="{42C93F10-E239-414C-BF44-881B3B8437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1" name="Line 60">
                  <a:extLst>
                    <a:ext uri="{FF2B5EF4-FFF2-40B4-BE49-F238E27FC236}">
                      <a16:creationId xmlns:a16="http://schemas.microsoft.com/office/drawing/2014/main" id="{4D04A4E7-A8E5-4530-826C-34C188D6FF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2" name="Line 61">
                  <a:extLst>
                    <a:ext uri="{FF2B5EF4-FFF2-40B4-BE49-F238E27FC236}">
                      <a16:creationId xmlns:a16="http://schemas.microsoft.com/office/drawing/2014/main" id="{1CCBB668-568F-4AD2-8B3E-2B5CC6F3B0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4" name="Group 62">
                <a:extLst>
                  <a:ext uri="{FF2B5EF4-FFF2-40B4-BE49-F238E27FC236}">
                    <a16:creationId xmlns:a16="http://schemas.microsoft.com/office/drawing/2014/main" id="{4A413A78-9CAC-460E-81EE-8A3DBA4E7A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75" name="Line 63">
                  <a:extLst>
                    <a:ext uri="{FF2B5EF4-FFF2-40B4-BE49-F238E27FC236}">
                      <a16:creationId xmlns:a16="http://schemas.microsoft.com/office/drawing/2014/main" id="{A542F2A2-5991-4B74-9DE3-D676AA0A82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6" name="Line 64">
                  <a:extLst>
                    <a:ext uri="{FF2B5EF4-FFF2-40B4-BE49-F238E27FC236}">
                      <a16:creationId xmlns:a16="http://schemas.microsoft.com/office/drawing/2014/main" id="{E2B48CAD-B54A-47F6-A171-211D27643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7" name="Line 65">
                  <a:extLst>
                    <a:ext uri="{FF2B5EF4-FFF2-40B4-BE49-F238E27FC236}">
                      <a16:creationId xmlns:a16="http://schemas.microsoft.com/office/drawing/2014/main" id="{97EB65D2-CD45-4DBC-9BEE-6C2139277B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8" name="Line 66">
                  <a:extLst>
                    <a:ext uri="{FF2B5EF4-FFF2-40B4-BE49-F238E27FC236}">
                      <a16:creationId xmlns:a16="http://schemas.microsoft.com/office/drawing/2014/main" id="{B6EB2FA7-D3A3-46F0-AB4A-1B463440EB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5" name="Group 67">
                <a:extLst>
                  <a:ext uri="{FF2B5EF4-FFF2-40B4-BE49-F238E27FC236}">
                    <a16:creationId xmlns:a16="http://schemas.microsoft.com/office/drawing/2014/main" id="{F6EA329E-7003-4FF4-ADBE-3F21926D0E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71" name="Line 68">
                  <a:extLst>
                    <a:ext uri="{FF2B5EF4-FFF2-40B4-BE49-F238E27FC236}">
                      <a16:creationId xmlns:a16="http://schemas.microsoft.com/office/drawing/2014/main" id="{7B66C20F-73E9-4E7C-9359-66ED85D24D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2" name="Line 69">
                  <a:extLst>
                    <a:ext uri="{FF2B5EF4-FFF2-40B4-BE49-F238E27FC236}">
                      <a16:creationId xmlns:a16="http://schemas.microsoft.com/office/drawing/2014/main" id="{D2701A5D-022B-4E72-A971-40E1DE2FBC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3" name="Line 70">
                  <a:extLst>
                    <a:ext uri="{FF2B5EF4-FFF2-40B4-BE49-F238E27FC236}">
                      <a16:creationId xmlns:a16="http://schemas.microsoft.com/office/drawing/2014/main" id="{DE310500-EB95-4A4B-8CB4-29638ECC9E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4" name="Line 71">
                  <a:extLst>
                    <a:ext uri="{FF2B5EF4-FFF2-40B4-BE49-F238E27FC236}">
                      <a16:creationId xmlns:a16="http://schemas.microsoft.com/office/drawing/2014/main" id="{A2101B2D-8C6B-432C-9134-04C8C03975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6" name="Group 72">
                <a:extLst>
                  <a:ext uri="{FF2B5EF4-FFF2-40B4-BE49-F238E27FC236}">
                    <a16:creationId xmlns:a16="http://schemas.microsoft.com/office/drawing/2014/main" id="{3D47904C-2797-4916-8BF3-3084F456BB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67" name="Line 73">
                  <a:extLst>
                    <a:ext uri="{FF2B5EF4-FFF2-40B4-BE49-F238E27FC236}">
                      <a16:creationId xmlns:a16="http://schemas.microsoft.com/office/drawing/2014/main" id="{4C8F99FE-1515-4180-8120-BC844D455E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8" name="Line 74">
                  <a:extLst>
                    <a:ext uri="{FF2B5EF4-FFF2-40B4-BE49-F238E27FC236}">
                      <a16:creationId xmlns:a16="http://schemas.microsoft.com/office/drawing/2014/main" id="{FC28D43F-E1DD-4074-812D-E2F03AD808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9" name="Line 75">
                  <a:extLst>
                    <a:ext uri="{FF2B5EF4-FFF2-40B4-BE49-F238E27FC236}">
                      <a16:creationId xmlns:a16="http://schemas.microsoft.com/office/drawing/2014/main" id="{D8AB5095-BFDD-475B-9CA5-E7AD2A9167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0" name="Line 76">
                  <a:extLst>
                    <a:ext uri="{FF2B5EF4-FFF2-40B4-BE49-F238E27FC236}">
                      <a16:creationId xmlns:a16="http://schemas.microsoft.com/office/drawing/2014/main" id="{A06305CA-6C0A-4CC1-BE45-2D2882E0FE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91" name="Group 77">
              <a:extLst>
                <a:ext uri="{FF2B5EF4-FFF2-40B4-BE49-F238E27FC236}">
                  <a16:creationId xmlns:a16="http://schemas.microsoft.com/office/drawing/2014/main" id="{D9348F2A-414F-430D-ABEF-C02AB886F693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333737" y="3009245"/>
              <a:ext cx="1885950" cy="228600"/>
              <a:chOff x="1872" y="2160"/>
              <a:chExt cx="3456" cy="528"/>
            </a:xfrm>
          </p:grpSpPr>
          <p:grpSp>
            <p:nvGrpSpPr>
              <p:cNvPr id="92" name="Group 10">
                <a:extLst>
                  <a:ext uri="{FF2B5EF4-FFF2-40B4-BE49-F238E27FC236}">
                    <a16:creationId xmlns:a16="http://schemas.microsoft.com/office/drawing/2014/main" id="{50CCEC5D-4999-4C0D-A730-2A21090296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133" name="Arc 5">
                  <a:extLst>
                    <a:ext uri="{FF2B5EF4-FFF2-40B4-BE49-F238E27FC236}">
                      <a16:creationId xmlns:a16="http://schemas.microsoft.com/office/drawing/2014/main" id="{271EE402-80F0-4147-853B-9191512891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4" name="Arc 6">
                  <a:extLst>
                    <a:ext uri="{FF2B5EF4-FFF2-40B4-BE49-F238E27FC236}">
                      <a16:creationId xmlns:a16="http://schemas.microsoft.com/office/drawing/2014/main" id="{23041494-9D79-4EB7-BC4F-E037D0899F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93" name="Group 9">
                <a:extLst>
                  <a:ext uri="{FF2B5EF4-FFF2-40B4-BE49-F238E27FC236}">
                    <a16:creationId xmlns:a16="http://schemas.microsoft.com/office/drawing/2014/main" id="{A68EEAB9-771F-410E-9BD3-F4B964B051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131" name="Arc 7">
                  <a:extLst>
                    <a:ext uri="{FF2B5EF4-FFF2-40B4-BE49-F238E27FC236}">
                      <a16:creationId xmlns:a16="http://schemas.microsoft.com/office/drawing/2014/main" id="{06A43F26-1BC4-45EE-A6FF-09EC09E338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2" name="Arc 8">
                  <a:extLst>
                    <a:ext uri="{FF2B5EF4-FFF2-40B4-BE49-F238E27FC236}">
                      <a16:creationId xmlns:a16="http://schemas.microsoft.com/office/drawing/2014/main" id="{5CCC99F3-053B-482B-A377-A0BC444E3B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94" name="Line 12">
                <a:extLst>
                  <a:ext uri="{FF2B5EF4-FFF2-40B4-BE49-F238E27FC236}">
                    <a16:creationId xmlns:a16="http://schemas.microsoft.com/office/drawing/2014/main" id="{196B036E-9C59-4CA1-A270-4AF8F79F4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95" name="Group 56">
                <a:extLst>
                  <a:ext uri="{FF2B5EF4-FFF2-40B4-BE49-F238E27FC236}">
                    <a16:creationId xmlns:a16="http://schemas.microsoft.com/office/drawing/2014/main" id="{3864A783-A7C9-4F15-B9C8-2EDD39565A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127" name="Line 15">
                  <a:extLst>
                    <a:ext uri="{FF2B5EF4-FFF2-40B4-BE49-F238E27FC236}">
                      <a16:creationId xmlns:a16="http://schemas.microsoft.com/office/drawing/2014/main" id="{85687701-4CBA-48A7-BD07-4F7A236CBB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8" name="Line 16">
                  <a:extLst>
                    <a:ext uri="{FF2B5EF4-FFF2-40B4-BE49-F238E27FC236}">
                      <a16:creationId xmlns:a16="http://schemas.microsoft.com/office/drawing/2014/main" id="{E0DD94A9-D0B2-4DD3-BF7C-E3F19DC9F9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9" name="Line 17">
                  <a:extLst>
                    <a:ext uri="{FF2B5EF4-FFF2-40B4-BE49-F238E27FC236}">
                      <a16:creationId xmlns:a16="http://schemas.microsoft.com/office/drawing/2014/main" id="{9EEA98A0-AC72-4F91-8CD5-5169F50866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30" name="Line 18">
                  <a:extLst>
                    <a:ext uri="{FF2B5EF4-FFF2-40B4-BE49-F238E27FC236}">
                      <a16:creationId xmlns:a16="http://schemas.microsoft.com/office/drawing/2014/main" id="{AF69DC25-B49D-4832-A5C9-390AFB4D12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96" name="Line 43">
                <a:extLst>
                  <a:ext uri="{FF2B5EF4-FFF2-40B4-BE49-F238E27FC236}">
                    <a16:creationId xmlns:a16="http://schemas.microsoft.com/office/drawing/2014/main" id="{F2875A7A-E7BB-41DE-9E08-DFAEE082E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7" name="Line 44">
                <a:extLst>
                  <a:ext uri="{FF2B5EF4-FFF2-40B4-BE49-F238E27FC236}">
                    <a16:creationId xmlns:a16="http://schemas.microsoft.com/office/drawing/2014/main" id="{79CB4FC4-7531-48DC-883A-3D86272040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8" name="Line 45">
                <a:extLst>
                  <a:ext uri="{FF2B5EF4-FFF2-40B4-BE49-F238E27FC236}">
                    <a16:creationId xmlns:a16="http://schemas.microsoft.com/office/drawing/2014/main" id="{E21BEC4C-2929-4BC2-9995-CDE7A07247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9" name="Line 46">
                <a:extLst>
                  <a:ext uri="{FF2B5EF4-FFF2-40B4-BE49-F238E27FC236}">
                    <a16:creationId xmlns:a16="http://schemas.microsoft.com/office/drawing/2014/main" id="{F548EEBB-2D20-46B1-AF56-208932F03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0" name="Line 47">
                <a:extLst>
                  <a:ext uri="{FF2B5EF4-FFF2-40B4-BE49-F238E27FC236}">
                    <a16:creationId xmlns:a16="http://schemas.microsoft.com/office/drawing/2014/main" id="{81CC1977-BB8A-45A8-9B18-B57311D551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1" name="Line 48">
                <a:extLst>
                  <a:ext uri="{FF2B5EF4-FFF2-40B4-BE49-F238E27FC236}">
                    <a16:creationId xmlns:a16="http://schemas.microsoft.com/office/drawing/2014/main" id="{EF71754A-FB61-4220-8855-C424D9CC41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2" name="Line 50">
                <a:extLst>
                  <a:ext uri="{FF2B5EF4-FFF2-40B4-BE49-F238E27FC236}">
                    <a16:creationId xmlns:a16="http://schemas.microsoft.com/office/drawing/2014/main" id="{05F25472-20CB-438D-B793-6E87F42FB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3" name="Line 51">
                <a:extLst>
                  <a:ext uri="{FF2B5EF4-FFF2-40B4-BE49-F238E27FC236}">
                    <a16:creationId xmlns:a16="http://schemas.microsoft.com/office/drawing/2014/main" id="{CABF8106-498B-4C27-A872-3B90DE6CE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4" name="Line 52">
                <a:extLst>
                  <a:ext uri="{FF2B5EF4-FFF2-40B4-BE49-F238E27FC236}">
                    <a16:creationId xmlns:a16="http://schemas.microsoft.com/office/drawing/2014/main" id="{8B6FD917-BDA4-4C8C-896F-BF1ACCCCA0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5" name="AutoShape 53" descr="Wide downward diagonal">
                <a:extLst>
                  <a:ext uri="{FF2B5EF4-FFF2-40B4-BE49-F238E27FC236}">
                    <a16:creationId xmlns:a16="http://schemas.microsoft.com/office/drawing/2014/main" id="{36EEFF33-D2EE-40BB-8655-8D4EEF8B49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06" name="AutoShape 54" descr="Wide downward diagonal">
                <a:extLst>
                  <a:ext uri="{FF2B5EF4-FFF2-40B4-BE49-F238E27FC236}">
                    <a16:creationId xmlns:a16="http://schemas.microsoft.com/office/drawing/2014/main" id="{69D7D0A2-0938-408B-9048-64DCF083B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07" name="Group 57">
                <a:extLst>
                  <a:ext uri="{FF2B5EF4-FFF2-40B4-BE49-F238E27FC236}">
                    <a16:creationId xmlns:a16="http://schemas.microsoft.com/office/drawing/2014/main" id="{300B04F8-1CDA-43D4-99AB-73949F62DF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123" name="Line 58">
                  <a:extLst>
                    <a:ext uri="{FF2B5EF4-FFF2-40B4-BE49-F238E27FC236}">
                      <a16:creationId xmlns:a16="http://schemas.microsoft.com/office/drawing/2014/main" id="{1DF59556-578A-4E37-8188-5234B9F06B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4" name="Line 59">
                  <a:extLst>
                    <a:ext uri="{FF2B5EF4-FFF2-40B4-BE49-F238E27FC236}">
                      <a16:creationId xmlns:a16="http://schemas.microsoft.com/office/drawing/2014/main" id="{FF9DB8D6-080A-4102-B198-4AD957B99A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5" name="Line 60">
                  <a:extLst>
                    <a:ext uri="{FF2B5EF4-FFF2-40B4-BE49-F238E27FC236}">
                      <a16:creationId xmlns:a16="http://schemas.microsoft.com/office/drawing/2014/main" id="{E9DE33AD-EBFD-43F0-8482-A4F22BA593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6" name="Line 61">
                  <a:extLst>
                    <a:ext uri="{FF2B5EF4-FFF2-40B4-BE49-F238E27FC236}">
                      <a16:creationId xmlns:a16="http://schemas.microsoft.com/office/drawing/2014/main" id="{E6B94BA4-2E40-4A32-8121-FF7BA44377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8" name="Group 62">
                <a:extLst>
                  <a:ext uri="{FF2B5EF4-FFF2-40B4-BE49-F238E27FC236}">
                    <a16:creationId xmlns:a16="http://schemas.microsoft.com/office/drawing/2014/main" id="{ECCEA954-96EE-435F-AF0C-2AC2A32DB9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119" name="Line 63">
                  <a:extLst>
                    <a:ext uri="{FF2B5EF4-FFF2-40B4-BE49-F238E27FC236}">
                      <a16:creationId xmlns:a16="http://schemas.microsoft.com/office/drawing/2014/main" id="{0E78BE06-AC13-4B91-93CF-47CB4A4C47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0" name="Line 64">
                  <a:extLst>
                    <a:ext uri="{FF2B5EF4-FFF2-40B4-BE49-F238E27FC236}">
                      <a16:creationId xmlns:a16="http://schemas.microsoft.com/office/drawing/2014/main" id="{F253D55C-39DE-43D0-9EA8-1BF0E47294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1" name="Line 65">
                  <a:extLst>
                    <a:ext uri="{FF2B5EF4-FFF2-40B4-BE49-F238E27FC236}">
                      <a16:creationId xmlns:a16="http://schemas.microsoft.com/office/drawing/2014/main" id="{4CA9FD4F-8C4E-420C-A941-90CE36E95C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2" name="Line 66">
                  <a:extLst>
                    <a:ext uri="{FF2B5EF4-FFF2-40B4-BE49-F238E27FC236}">
                      <a16:creationId xmlns:a16="http://schemas.microsoft.com/office/drawing/2014/main" id="{2A2CD4C3-A7E4-4859-B866-0C2493D531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9" name="Group 67">
                <a:extLst>
                  <a:ext uri="{FF2B5EF4-FFF2-40B4-BE49-F238E27FC236}">
                    <a16:creationId xmlns:a16="http://schemas.microsoft.com/office/drawing/2014/main" id="{48117412-D296-4C60-8E98-E25022A7BD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115" name="Line 68">
                  <a:extLst>
                    <a:ext uri="{FF2B5EF4-FFF2-40B4-BE49-F238E27FC236}">
                      <a16:creationId xmlns:a16="http://schemas.microsoft.com/office/drawing/2014/main" id="{158827B4-4D36-44CD-94A1-C9F19F965A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6" name="Line 69">
                  <a:extLst>
                    <a:ext uri="{FF2B5EF4-FFF2-40B4-BE49-F238E27FC236}">
                      <a16:creationId xmlns:a16="http://schemas.microsoft.com/office/drawing/2014/main" id="{E6F19F08-BE55-4950-ACCD-BD093C1C35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7" name="Line 70">
                  <a:extLst>
                    <a:ext uri="{FF2B5EF4-FFF2-40B4-BE49-F238E27FC236}">
                      <a16:creationId xmlns:a16="http://schemas.microsoft.com/office/drawing/2014/main" id="{6E12FE96-4B17-4357-9107-7A77B4982C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8" name="Line 71">
                  <a:extLst>
                    <a:ext uri="{FF2B5EF4-FFF2-40B4-BE49-F238E27FC236}">
                      <a16:creationId xmlns:a16="http://schemas.microsoft.com/office/drawing/2014/main" id="{985CF519-0239-43AD-A4D1-AA88F4C38A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10" name="Group 72">
                <a:extLst>
                  <a:ext uri="{FF2B5EF4-FFF2-40B4-BE49-F238E27FC236}">
                    <a16:creationId xmlns:a16="http://schemas.microsoft.com/office/drawing/2014/main" id="{C76BC46D-150E-4DFD-BE7D-139541DF53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111" name="Line 73">
                  <a:extLst>
                    <a:ext uri="{FF2B5EF4-FFF2-40B4-BE49-F238E27FC236}">
                      <a16:creationId xmlns:a16="http://schemas.microsoft.com/office/drawing/2014/main" id="{8D3ABAA6-BEDE-42CA-B175-76D3F0CB3A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2" name="Line 74">
                  <a:extLst>
                    <a:ext uri="{FF2B5EF4-FFF2-40B4-BE49-F238E27FC236}">
                      <a16:creationId xmlns:a16="http://schemas.microsoft.com/office/drawing/2014/main" id="{1715D152-0F7E-4EB8-8921-971DA9E71E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3" name="Line 75">
                  <a:extLst>
                    <a:ext uri="{FF2B5EF4-FFF2-40B4-BE49-F238E27FC236}">
                      <a16:creationId xmlns:a16="http://schemas.microsoft.com/office/drawing/2014/main" id="{4839D98D-3346-41AA-821D-1CE1DF260D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4" name="Line 76">
                  <a:extLst>
                    <a:ext uri="{FF2B5EF4-FFF2-40B4-BE49-F238E27FC236}">
                      <a16:creationId xmlns:a16="http://schemas.microsoft.com/office/drawing/2014/main" id="{FEB7D4B3-28E2-44D4-B62D-456701061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79" name="Grupo 178">
              <a:extLst>
                <a:ext uri="{FF2B5EF4-FFF2-40B4-BE49-F238E27FC236}">
                  <a16:creationId xmlns:a16="http://schemas.microsoft.com/office/drawing/2014/main" id="{1AB806D3-6F27-4406-B95D-0465A512CEA9}"/>
                </a:ext>
              </a:extLst>
            </p:cNvPr>
            <p:cNvGrpSpPr/>
            <p:nvPr/>
          </p:nvGrpSpPr>
          <p:grpSpPr>
            <a:xfrm rot="10800000">
              <a:off x="4067944" y="3016670"/>
              <a:ext cx="231924" cy="228600"/>
              <a:chOff x="5643563" y="1257300"/>
              <a:chExt cx="231924" cy="228600"/>
            </a:xfrm>
          </p:grpSpPr>
          <p:sp>
            <p:nvSpPr>
              <p:cNvPr id="140" name="Line 43">
                <a:extLst>
                  <a:ext uri="{FF2B5EF4-FFF2-40B4-BE49-F238E27FC236}">
                    <a16:creationId xmlns:a16="http://schemas.microsoft.com/office/drawing/2014/main" id="{9BB72249-4331-48B6-BE6F-F6EBFC70A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21462" y="1279381"/>
                <a:ext cx="0" cy="184439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1" name="Line 44">
                <a:extLst>
                  <a:ext uri="{FF2B5EF4-FFF2-40B4-BE49-F238E27FC236}">
                    <a16:creationId xmlns:a16="http://schemas.microsoft.com/office/drawing/2014/main" id="{CDB85C93-21C7-44C0-8D7C-D9FCB7D59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74531" y="1278082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2" name="Line 45">
                <a:extLst>
                  <a:ext uri="{FF2B5EF4-FFF2-40B4-BE49-F238E27FC236}">
                    <a16:creationId xmlns:a16="http://schemas.microsoft.com/office/drawing/2014/main" id="{5A5D46CB-0F08-4373-8028-B50B16D75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8188" y="1373765"/>
                <a:ext cx="57299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3" name="Line 46">
                <a:extLst>
                  <a:ext uri="{FF2B5EF4-FFF2-40B4-BE49-F238E27FC236}">
                    <a16:creationId xmlns:a16="http://schemas.microsoft.com/office/drawing/2014/main" id="{62B7679D-382C-4E30-AB08-0597F7B4F7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6005" y="1280247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4" name="Line 47">
                <a:extLst>
                  <a:ext uri="{FF2B5EF4-FFF2-40B4-BE49-F238E27FC236}">
                    <a16:creationId xmlns:a16="http://schemas.microsoft.com/office/drawing/2014/main" id="{04568921-7D3B-4E5E-A1EC-12C300BF48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6346" y="1373332"/>
                <a:ext cx="57845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5" name="Line 48">
                <a:extLst>
                  <a:ext uri="{FF2B5EF4-FFF2-40B4-BE49-F238E27FC236}">
                    <a16:creationId xmlns:a16="http://schemas.microsoft.com/office/drawing/2014/main" id="{384CBE60-0297-40E0-BD0B-C9E2E835D5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3563" y="137419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6" name="Line 50">
                <a:extLst>
                  <a:ext uri="{FF2B5EF4-FFF2-40B4-BE49-F238E27FC236}">
                    <a16:creationId xmlns:a16="http://schemas.microsoft.com/office/drawing/2014/main" id="{4EF2A389-CDD2-4BCA-991C-8D2298159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51202" y="135081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7" name="Line 51">
                <a:extLst>
                  <a:ext uri="{FF2B5EF4-FFF2-40B4-BE49-F238E27FC236}">
                    <a16:creationId xmlns:a16="http://schemas.microsoft.com/office/drawing/2014/main" id="{0E436068-A6B9-412C-A20A-CE981DEC7F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5077" y="1351251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8" name="Line 52">
                <a:extLst>
                  <a:ext uri="{FF2B5EF4-FFF2-40B4-BE49-F238E27FC236}">
                    <a16:creationId xmlns:a16="http://schemas.microsoft.com/office/drawing/2014/main" id="{9A3D9E29-41C3-4ECD-A184-E265887CEC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6168" y="1394980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9" name="AutoShape 53" descr="Wide downward diagonal">
                <a:extLst>
                  <a:ext uri="{FF2B5EF4-FFF2-40B4-BE49-F238E27FC236}">
                    <a16:creationId xmlns:a16="http://schemas.microsoft.com/office/drawing/2014/main" id="{C422EF11-3AF2-4B69-8206-18731D3B3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430482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50" name="AutoShape 54" descr="Wide downward diagonal">
                <a:extLst>
                  <a:ext uri="{FF2B5EF4-FFF2-40B4-BE49-F238E27FC236}">
                    <a16:creationId xmlns:a16="http://schemas.microsoft.com/office/drawing/2014/main" id="{CA37CCDD-5334-43F6-B4F6-6C63DF3D9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257300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grpSp>
          <p:nvGrpSpPr>
            <p:cNvPr id="162" name="Group 78">
              <a:extLst>
                <a:ext uri="{FF2B5EF4-FFF2-40B4-BE49-F238E27FC236}">
                  <a16:creationId xmlns:a16="http://schemas.microsoft.com/office/drawing/2014/main" id="{8DA50218-CC24-45F7-97F3-35EEF57377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01281" y="3014072"/>
              <a:ext cx="1885950" cy="228600"/>
              <a:chOff x="1872" y="2160"/>
              <a:chExt cx="3456" cy="528"/>
            </a:xfrm>
          </p:grpSpPr>
          <p:grpSp>
            <p:nvGrpSpPr>
              <p:cNvPr id="163" name="Group 79">
                <a:extLst>
                  <a:ext uri="{FF2B5EF4-FFF2-40B4-BE49-F238E27FC236}">
                    <a16:creationId xmlns:a16="http://schemas.microsoft.com/office/drawing/2014/main" id="{9EE6FE99-4667-43C1-B17C-B0F6008650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209" name="Arc 80">
                  <a:extLst>
                    <a:ext uri="{FF2B5EF4-FFF2-40B4-BE49-F238E27FC236}">
                      <a16:creationId xmlns:a16="http://schemas.microsoft.com/office/drawing/2014/main" id="{69ADF18C-6DB3-4D3F-A716-29D2E87983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10" name="Arc 81">
                  <a:extLst>
                    <a:ext uri="{FF2B5EF4-FFF2-40B4-BE49-F238E27FC236}">
                      <a16:creationId xmlns:a16="http://schemas.microsoft.com/office/drawing/2014/main" id="{C0D59991-2BD2-4F9D-903C-E690361BFB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164" name="Group 82">
                <a:extLst>
                  <a:ext uri="{FF2B5EF4-FFF2-40B4-BE49-F238E27FC236}">
                    <a16:creationId xmlns:a16="http://schemas.microsoft.com/office/drawing/2014/main" id="{DEE64AD3-75A4-4DA9-B3D8-1802955283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207" name="Arc 83">
                  <a:extLst>
                    <a:ext uri="{FF2B5EF4-FFF2-40B4-BE49-F238E27FC236}">
                      <a16:creationId xmlns:a16="http://schemas.microsoft.com/office/drawing/2014/main" id="{51B7D7CC-31A1-42FD-BE65-667C825EFE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08" name="Arc 84">
                  <a:extLst>
                    <a:ext uri="{FF2B5EF4-FFF2-40B4-BE49-F238E27FC236}">
                      <a16:creationId xmlns:a16="http://schemas.microsoft.com/office/drawing/2014/main" id="{F51B5F5C-12A2-41E8-8E6F-C2B086CF07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165" name="Line 85">
                <a:extLst>
                  <a:ext uri="{FF2B5EF4-FFF2-40B4-BE49-F238E27FC236}">
                    <a16:creationId xmlns:a16="http://schemas.microsoft.com/office/drawing/2014/main" id="{32D693AB-8E0B-4C18-96A6-4DE9AAC262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166" name="Group 86">
                <a:extLst>
                  <a:ext uri="{FF2B5EF4-FFF2-40B4-BE49-F238E27FC236}">
                    <a16:creationId xmlns:a16="http://schemas.microsoft.com/office/drawing/2014/main" id="{B1920C40-23BE-42B3-AFD9-C073956AB1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203" name="Line 87">
                  <a:extLst>
                    <a:ext uri="{FF2B5EF4-FFF2-40B4-BE49-F238E27FC236}">
                      <a16:creationId xmlns:a16="http://schemas.microsoft.com/office/drawing/2014/main" id="{EF22D944-8CBE-423F-AFDB-AF1373108B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4" name="Line 88">
                  <a:extLst>
                    <a:ext uri="{FF2B5EF4-FFF2-40B4-BE49-F238E27FC236}">
                      <a16:creationId xmlns:a16="http://schemas.microsoft.com/office/drawing/2014/main" id="{13E4744F-ADE0-4227-864A-455B391D9E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5" name="Line 89">
                  <a:extLst>
                    <a:ext uri="{FF2B5EF4-FFF2-40B4-BE49-F238E27FC236}">
                      <a16:creationId xmlns:a16="http://schemas.microsoft.com/office/drawing/2014/main" id="{92BC0989-C59A-41DD-B093-6C5039007E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6" name="Line 90">
                  <a:extLst>
                    <a:ext uri="{FF2B5EF4-FFF2-40B4-BE49-F238E27FC236}">
                      <a16:creationId xmlns:a16="http://schemas.microsoft.com/office/drawing/2014/main" id="{65E210CC-029C-42BD-98DB-EBA43B951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167" name="Line 91">
                <a:extLst>
                  <a:ext uri="{FF2B5EF4-FFF2-40B4-BE49-F238E27FC236}">
                    <a16:creationId xmlns:a16="http://schemas.microsoft.com/office/drawing/2014/main" id="{B8389D20-AC8D-4641-BA17-032B0BC585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8" name="Line 92">
                <a:extLst>
                  <a:ext uri="{FF2B5EF4-FFF2-40B4-BE49-F238E27FC236}">
                    <a16:creationId xmlns:a16="http://schemas.microsoft.com/office/drawing/2014/main" id="{A512B609-A891-411F-89C5-4C9E291971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9" name="Line 93">
                <a:extLst>
                  <a:ext uri="{FF2B5EF4-FFF2-40B4-BE49-F238E27FC236}">
                    <a16:creationId xmlns:a16="http://schemas.microsoft.com/office/drawing/2014/main" id="{CB6A92E0-C0DF-4A6B-B842-AE8806D4B3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0" name="Line 94">
                <a:extLst>
                  <a:ext uri="{FF2B5EF4-FFF2-40B4-BE49-F238E27FC236}">
                    <a16:creationId xmlns:a16="http://schemas.microsoft.com/office/drawing/2014/main" id="{696B5A83-264E-4684-8C0D-296E3BE3CA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1" name="Line 95">
                <a:extLst>
                  <a:ext uri="{FF2B5EF4-FFF2-40B4-BE49-F238E27FC236}">
                    <a16:creationId xmlns:a16="http://schemas.microsoft.com/office/drawing/2014/main" id="{58C9C982-C696-473E-A11C-D4883EBF88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2" name="Line 96">
                <a:extLst>
                  <a:ext uri="{FF2B5EF4-FFF2-40B4-BE49-F238E27FC236}">
                    <a16:creationId xmlns:a16="http://schemas.microsoft.com/office/drawing/2014/main" id="{C849C6BC-05DE-4B32-9842-50FC36F333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3" name="Line 97">
                <a:extLst>
                  <a:ext uri="{FF2B5EF4-FFF2-40B4-BE49-F238E27FC236}">
                    <a16:creationId xmlns:a16="http://schemas.microsoft.com/office/drawing/2014/main" id="{5D1B47EC-B4C1-4409-AB14-EA89CCE4B4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4" name="Line 98">
                <a:extLst>
                  <a:ext uri="{FF2B5EF4-FFF2-40B4-BE49-F238E27FC236}">
                    <a16:creationId xmlns:a16="http://schemas.microsoft.com/office/drawing/2014/main" id="{A6808097-60D6-4876-90E3-513527B200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5" name="Line 99">
                <a:extLst>
                  <a:ext uri="{FF2B5EF4-FFF2-40B4-BE49-F238E27FC236}">
                    <a16:creationId xmlns:a16="http://schemas.microsoft.com/office/drawing/2014/main" id="{C8D03D34-8E98-47D4-B891-052C22AFF5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6" name="AutoShape 100" descr="Wide downward diagonal">
                <a:extLst>
                  <a:ext uri="{FF2B5EF4-FFF2-40B4-BE49-F238E27FC236}">
                    <a16:creationId xmlns:a16="http://schemas.microsoft.com/office/drawing/2014/main" id="{EA450069-3E92-420C-A561-2BB6C38FB9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77" name="AutoShape 101" descr="Wide downward diagonal">
                <a:extLst>
                  <a:ext uri="{FF2B5EF4-FFF2-40B4-BE49-F238E27FC236}">
                    <a16:creationId xmlns:a16="http://schemas.microsoft.com/office/drawing/2014/main" id="{3FEA9AFE-AAA6-42CB-841A-7E580BD7D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78" name="Group 102">
                <a:extLst>
                  <a:ext uri="{FF2B5EF4-FFF2-40B4-BE49-F238E27FC236}">
                    <a16:creationId xmlns:a16="http://schemas.microsoft.com/office/drawing/2014/main" id="{E44AFBBC-FEDF-4834-B35E-DF32C541D1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199" name="Line 103">
                  <a:extLst>
                    <a:ext uri="{FF2B5EF4-FFF2-40B4-BE49-F238E27FC236}">
                      <a16:creationId xmlns:a16="http://schemas.microsoft.com/office/drawing/2014/main" id="{B3D7AFE2-20AE-408C-AD04-4CA416FDF8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0" name="Line 104">
                  <a:extLst>
                    <a:ext uri="{FF2B5EF4-FFF2-40B4-BE49-F238E27FC236}">
                      <a16:creationId xmlns:a16="http://schemas.microsoft.com/office/drawing/2014/main" id="{776CDE00-7C10-49AA-BD56-808252854C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1" name="Line 105">
                  <a:extLst>
                    <a:ext uri="{FF2B5EF4-FFF2-40B4-BE49-F238E27FC236}">
                      <a16:creationId xmlns:a16="http://schemas.microsoft.com/office/drawing/2014/main" id="{9B4A0B1C-2822-4D57-A088-C928FF0D20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2" name="Line 106">
                  <a:extLst>
                    <a:ext uri="{FF2B5EF4-FFF2-40B4-BE49-F238E27FC236}">
                      <a16:creationId xmlns:a16="http://schemas.microsoft.com/office/drawing/2014/main" id="{CFEA634E-FFA3-42B3-B6B2-A747782C52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81" name="Group 107">
                <a:extLst>
                  <a:ext uri="{FF2B5EF4-FFF2-40B4-BE49-F238E27FC236}">
                    <a16:creationId xmlns:a16="http://schemas.microsoft.com/office/drawing/2014/main" id="{EECDBD8B-9C7F-4882-87AF-B0BE932043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195" name="Line 108">
                  <a:extLst>
                    <a:ext uri="{FF2B5EF4-FFF2-40B4-BE49-F238E27FC236}">
                      <a16:creationId xmlns:a16="http://schemas.microsoft.com/office/drawing/2014/main" id="{70916BCD-8EE5-4302-B56B-0613018589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6" name="Line 109">
                  <a:extLst>
                    <a:ext uri="{FF2B5EF4-FFF2-40B4-BE49-F238E27FC236}">
                      <a16:creationId xmlns:a16="http://schemas.microsoft.com/office/drawing/2014/main" id="{B388DA72-2E9C-4813-8F08-C7290ED40B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7" name="Line 110">
                  <a:extLst>
                    <a:ext uri="{FF2B5EF4-FFF2-40B4-BE49-F238E27FC236}">
                      <a16:creationId xmlns:a16="http://schemas.microsoft.com/office/drawing/2014/main" id="{0C782715-FD60-4A5C-BC90-17FFF6EDF5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8" name="Line 111">
                  <a:extLst>
                    <a:ext uri="{FF2B5EF4-FFF2-40B4-BE49-F238E27FC236}">
                      <a16:creationId xmlns:a16="http://schemas.microsoft.com/office/drawing/2014/main" id="{46FF9CF7-C8C6-4157-AE56-0853C4EC03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83" name="Group 112">
                <a:extLst>
                  <a:ext uri="{FF2B5EF4-FFF2-40B4-BE49-F238E27FC236}">
                    <a16:creationId xmlns:a16="http://schemas.microsoft.com/office/drawing/2014/main" id="{7130610B-E3DB-4932-85A6-98984935FF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191" name="Line 113">
                  <a:extLst>
                    <a:ext uri="{FF2B5EF4-FFF2-40B4-BE49-F238E27FC236}">
                      <a16:creationId xmlns:a16="http://schemas.microsoft.com/office/drawing/2014/main" id="{D9B88080-DC29-49D7-92DA-02F6F111A1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2" name="Line 114">
                  <a:extLst>
                    <a:ext uri="{FF2B5EF4-FFF2-40B4-BE49-F238E27FC236}">
                      <a16:creationId xmlns:a16="http://schemas.microsoft.com/office/drawing/2014/main" id="{362FA476-1180-4E20-8F25-42FD269BF9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3" name="Line 115">
                  <a:extLst>
                    <a:ext uri="{FF2B5EF4-FFF2-40B4-BE49-F238E27FC236}">
                      <a16:creationId xmlns:a16="http://schemas.microsoft.com/office/drawing/2014/main" id="{31155A51-1313-4069-AA9E-E15CE51A1D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4" name="Line 116">
                  <a:extLst>
                    <a:ext uri="{FF2B5EF4-FFF2-40B4-BE49-F238E27FC236}">
                      <a16:creationId xmlns:a16="http://schemas.microsoft.com/office/drawing/2014/main" id="{FBCD1129-3D01-4BF0-835C-CB05C222EB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84" name="Group 117">
                <a:extLst>
                  <a:ext uri="{FF2B5EF4-FFF2-40B4-BE49-F238E27FC236}">
                    <a16:creationId xmlns:a16="http://schemas.microsoft.com/office/drawing/2014/main" id="{5A02F2D6-2765-4E51-907F-795E2DE199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186" name="Line 118">
                  <a:extLst>
                    <a:ext uri="{FF2B5EF4-FFF2-40B4-BE49-F238E27FC236}">
                      <a16:creationId xmlns:a16="http://schemas.microsoft.com/office/drawing/2014/main" id="{290F4DB9-9479-451F-9FAA-BFD92597B5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88" name="Line 119">
                  <a:extLst>
                    <a:ext uri="{FF2B5EF4-FFF2-40B4-BE49-F238E27FC236}">
                      <a16:creationId xmlns:a16="http://schemas.microsoft.com/office/drawing/2014/main" id="{CD67893D-8D40-4DD6-809C-7A67757558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89" name="Line 120">
                  <a:extLst>
                    <a:ext uri="{FF2B5EF4-FFF2-40B4-BE49-F238E27FC236}">
                      <a16:creationId xmlns:a16="http://schemas.microsoft.com/office/drawing/2014/main" id="{3AFD4637-B367-45D2-B08D-186989250C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0" name="Line 121">
                  <a:extLst>
                    <a:ext uri="{FF2B5EF4-FFF2-40B4-BE49-F238E27FC236}">
                      <a16:creationId xmlns:a16="http://schemas.microsoft.com/office/drawing/2014/main" id="{2B9584E5-FE24-454E-A184-2B205789C4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211" name="Group 78">
              <a:extLst>
                <a:ext uri="{FF2B5EF4-FFF2-40B4-BE49-F238E27FC236}">
                  <a16:creationId xmlns:a16="http://schemas.microsoft.com/office/drawing/2014/main" id="{91060079-0DC7-419C-9176-38B6E059CC76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2194598" y="3016670"/>
              <a:ext cx="1885950" cy="228600"/>
              <a:chOff x="1872" y="2160"/>
              <a:chExt cx="3456" cy="528"/>
            </a:xfrm>
          </p:grpSpPr>
          <p:grpSp>
            <p:nvGrpSpPr>
              <p:cNvPr id="212" name="Group 79">
                <a:extLst>
                  <a:ext uri="{FF2B5EF4-FFF2-40B4-BE49-F238E27FC236}">
                    <a16:creationId xmlns:a16="http://schemas.microsoft.com/office/drawing/2014/main" id="{2B6936ED-3FDD-4C5A-83AA-74229AE9A0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253" name="Arc 80">
                  <a:extLst>
                    <a:ext uri="{FF2B5EF4-FFF2-40B4-BE49-F238E27FC236}">
                      <a16:creationId xmlns:a16="http://schemas.microsoft.com/office/drawing/2014/main" id="{30DC2440-CE9D-4B49-B7C7-EAF85F2933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54" name="Arc 81">
                  <a:extLst>
                    <a:ext uri="{FF2B5EF4-FFF2-40B4-BE49-F238E27FC236}">
                      <a16:creationId xmlns:a16="http://schemas.microsoft.com/office/drawing/2014/main" id="{D8F902BF-63F3-4110-BCC0-02FB1FCF59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213" name="Group 82">
                <a:extLst>
                  <a:ext uri="{FF2B5EF4-FFF2-40B4-BE49-F238E27FC236}">
                    <a16:creationId xmlns:a16="http://schemas.microsoft.com/office/drawing/2014/main" id="{6584C528-90AE-4D5E-B459-A7C09E0020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251" name="Arc 83">
                  <a:extLst>
                    <a:ext uri="{FF2B5EF4-FFF2-40B4-BE49-F238E27FC236}">
                      <a16:creationId xmlns:a16="http://schemas.microsoft.com/office/drawing/2014/main" id="{278B8473-3577-4B21-A419-95F0D35CE1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52" name="Arc 84">
                  <a:extLst>
                    <a:ext uri="{FF2B5EF4-FFF2-40B4-BE49-F238E27FC236}">
                      <a16:creationId xmlns:a16="http://schemas.microsoft.com/office/drawing/2014/main" id="{C7ED8D9D-0E9E-4702-8F6D-9711A65FCF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214" name="Line 85">
                <a:extLst>
                  <a:ext uri="{FF2B5EF4-FFF2-40B4-BE49-F238E27FC236}">
                    <a16:creationId xmlns:a16="http://schemas.microsoft.com/office/drawing/2014/main" id="{F643F783-DE8A-4BF2-951E-20C4E0C68F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215" name="Group 86">
                <a:extLst>
                  <a:ext uri="{FF2B5EF4-FFF2-40B4-BE49-F238E27FC236}">
                    <a16:creationId xmlns:a16="http://schemas.microsoft.com/office/drawing/2014/main" id="{CAE74F4C-E210-4AB2-80F1-E32994A1DE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247" name="Line 87">
                  <a:extLst>
                    <a:ext uri="{FF2B5EF4-FFF2-40B4-BE49-F238E27FC236}">
                      <a16:creationId xmlns:a16="http://schemas.microsoft.com/office/drawing/2014/main" id="{139D90DB-D880-441A-9166-2770D5A978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8" name="Line 88">
                  <a:extLst>
                    <a:ext uri="{FF2B5EF4-FFF2-40B4-BE49-F238E27FC236}">
                      <a16:creationId xmlns:a16="http://schemas.microsoft.com/office/drawing/2014/main" id="{62AFE025-80EB-457D-AF6C-C7C922EB86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9" name="Line 89">
                  <a:extLst>
                    <a:ext uri="{FF2B5EF4-FFF2-40B4-BE49-F238E27FC236}">
                      <a16:creationId xmlns:a16="http://schemas.microsoft.com/office/drawing/2014/main" id="{9581524D-7FA5-4AF0-A0F6-8C7781D5E3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50" name="Line 90">
                  <a:extLst>
                    <a:ext uri="{FF2B5EF4-FFF2-40B4-BE49-F238E27FC236}">
                      <a16:creationId xmlns:a16="http://schemas.microsoft.com/office/drawing/2014/main" id="{BD00239A-D88A-4763-A08E-57CDF76307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16" name="Line 91">
                <a:extLst>
                  <a:ext uri="{FF2B5EF4-FFF2-40B4-BE49-F238E27FC236}">
                    <a16:creationId xmlns:a16="http://schemas.microsoft.com/office/drawing/2014/main" id="{A9A50FD4-90E1-423E-9F9C-3D77BE4244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7" name="Line 92">
                <a:extLst>
                  <a:ext uri="{FF2B5EF4-FFF2-40B4-BE49-F238E27FC236}">
                    <a16:creationId xmlns:a16="http://schemas.microsoft.com/office/drawing/2014/main" id="{FBA06EEB-1733-40F0-8445-C4BFD628CD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8" name="Line 93">
                <a:extLst>
                  <a:ext uri="{FF2B5EF4-FFF2-40B4-BE49-F238E27FC236}">
                    <a16:creationId xmlns:a16="http://schemas.microsoft.com/office/drawing/2014/main" id="{ACFB39D9-E256-44AF-875B-84C887730D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9" name="Line 94">
                <a:extLst>
                  <a:ext uri="{FF2B5EF4-FFF2-40B4-BE49-F238E27FC236}">
                    <a16:creationId xmlns:a16="http://schemas.microsoft.com/office/drawing/2014/main" id="{B6C2F6F9-9D10-4016-9CFF-3A29C44C92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0" name="Line 95">
                <a:extLst>
                  <a:ext uri="{FF2B5EF4-FFF2-40B4-BE49-F238E27FC236}">
                    <a16:creationId xmlns:a16="http://schemas.microsoft.com/office/drawing/2014/main" id="{E9ABC520-ADEE-48BC-B039-576A42E478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1" name="Line 96">
                <a:extLst>
                  <a:ext uri="{FF2B5EF4-FFF2-40B4-BE49-F238E27FC236}">
                    <a16:creationId xmlns:a16="http://schemas.microsoft.com/office/drawing/2014/main" id="{D741972B-24CE-4F99-AE0E-BED5F14ADC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2" name="Line 97">
                <a:extLst>
                  <a:ext uri="{FF2B5EF4-FFF2-40B4-BE49-F238E27FC236}">
                    <a16:creationId xmlns:a16="http://schemas.microsoft.com/office/drawing/2014/main" id="{B5128951-7051-4BF8-8CC0-47A93CA522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3" name="Line 98">
                <a:extLst>
                  <a:ext uri="{FF2B5EF4-FFF2-40B4-BE49-F238E27FC236}">
                    <a16:creationId xmlns:a16="http://schemas.microsoft.com/office/drawing/2014/main" id="{CAD7FE8A-0227-4C7E-ABF1-69CFCA18CB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4" name="Line 99">
                <a:extLst>
                  <a:ext uri="{FF2B5EF4-FFF2-40B4-BE49-F238E27FC236}">
                    <a16:creationId xmlns:a16="http://schemas.microsoft.com/office/drawing/2014/main" id="{E7056153-3144-4873-9985-5F6E86BD47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5" name="AutoShape 100" descr="Wide downward diagonal">
                <a:extLst>
                  <a:ext uri="{FF2B5EF4-FFF2-40B4-BE49-F238E27FC236}">
                    <a16:creationId xmlns:a16="http://schemas.microsoft.com/office/drawing/2014/main" id="{ACD844E2-774B-494C-881D-F7D280D01B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26" name="AutoShape 101" descr="Wide downward diagonal">
                <a:extLst>
                  <a:ext uri="{FF2B5EF4-FFF2-40B4-BE49-F238E27FC236}">
                    <a16:creationId xmlns:a16="http://schemas.microsoft.com/office/drawing/2014/main" id="{7F502AE3-1E71-403D-88F2-D8FC8F7D0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227" name="Group 102">
                <a:extLst>
                  <a:ext uri="{FF2B5EF4-FFF2-40B4-BE49-F238E27FC236}">
                    <a16:creationId xmlns:a16="http://schemas.microsoft.com/office/drawing/2014/main" id="{84D06F42-0770-45E1-A258-31BDEEC43F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243" name="Line 103">
                  <a:extLst>
                    <a:ext uri="{FF2B5EF4-FFF2-40B4-BE49-F238E27FC236}">
                      <a16:creationId xmlns:a16="http://schemas.microsoft.com/office/drawing/2014/main" id="{27D8DA98-5C05-4F6E-B4D3-044DD03340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4" name="Line 104">
                  <a:extLst>
                    <a:ext uri="{FF2B5EF4-FFF2-40B4-BE49-F238E27FC236}">
                      <a16:creationId xmlns:a16="http://schemas.microsoft.com/office/drawing/2014/main" id="{FCD11DFD-D809-4AFB-8E17-196D978239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5" name="Line 105">
                  <a:extLst>
                    <a:ext uri="{FF2B5EF4-FFF2-40B4-BE49-F238E27FC236}">
                      <a16:creationId xmlns:a16="http://schemas.microsoft.com/office/drawing/2014/main" id="{1BC333FA-5375-4E25-A347-E0025D375C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6" name="Line 106">
                  <a:extLst>
                    <a:ext uri="{FF2B5EF4-FFF2-40B4-BE49-F238E27FC236}">
                      <a16:creationId xmlns:a16="http://schemas.microsoft.com/office/drawing/2014/main" id="{6974B2DF-3E70-4347-B834-574439E1AE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8" name="Group 107">
                <a:extLst>
                  <a:ext uri="{FF2B5EF4-FFF2-40B4-BE49-F238E27FC236}">
                    <a16:creationId xmlns:a16="http://schemas.microsoft.com/office/drawing/2014/main" id="{61BE89DE-E163-40AA-AB52-3CE7D31AE0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239" name="Line 108">
                  <a:extLst>
                    <a:ext uri="{FF2B5EF4-FFF2-40B4-BE49-F238E27FC236}">
                      <a16:creationId xmlns:a16="http://schemas.microsoft.com/office/drawing/2014/main" id="{021A6297-03C0-4CE2-A68D-AE174C1D29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0" name="Line 109">
                  <a:extLst>
                    <a:ext uri="{FF2B5EF4-FFF2-40B4-BE49-F238E27FC236}">
                      <a16:creationId xmlns:a16="http://schemas.microsoft.com/office/drawing/2014/main" id="{94E8B873-EAE6-480A-88B1-1DD3A900C1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1" name="Line 110">
                  <a:extLst>
                    <a:ext uri="{FF2B5EF4-FFF2-40B4-BE49-F238E27FC236}">
                      <a16:creationId xmlns:a16="http://schemas.microsoft.com/office/drawing/2014/main" id="{197E252F-663A-487E-A5DF-89013A4A88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2" name="Line 111">
                  <a:extLst>
                    <a:ext uri="{FF2B5EF4-FFF2-40B4-BE49-F238E27FC236}">
                      <a16:creationId xmlns:a16="http://schemas.microsoft.com/office/drawing/2014/main" id="{A54A069F-780E-449C-8344-4A68F24140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9" name="Group 112">
                <a:extLst>
                  <a:ext uri="{FF2B5EF4-FFF2-40B4-BE49-F238E27FC236}">
                    <a16:creationId xmlns:a16="http://schemas.microsoft.com/office/drawing/2014/main" id="{18D7AE06-68AF-4B85-8AA4-37AE00B512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35" name="Line 113">
                  <a:extLst>
                    <a:ext uri="{FF2B5EF4-FFF2-40B4-BE49-F238E27FC236}">
                      <a16:creationId xmlns:a16="http://schemas.microsoft.com/office/drawing/2014/main" id="{F1E99D61-6BC0-4161-8AB3-9D246158C3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6" name="Line 114">
                  <a:extLst>
                    <a:ext uri="{FF2B5EF4-FFF2-40B4-BE49-F238E27FC236}">
                      <a16:creationId xmlns:a16="http://schemas.microsoft.com/office/drawing/2014/main" id="{0D9ACEA2-EAEA-41E3-865E-E12E28CCA0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7" name="Line 115">
                  <a:extLst>
                    <a:ext uri="{FF2B5EF4-FFF2-40B4-BE49-F238E27FC236}">
                      <a16:creationId xmlns:a16="http://schemas.microsoft.com/office/drawing/2014/main" id="{1093523E-7297-4592-B2AC-5388021B81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8" name="Line 116">
                  <a:extLst>
                    <a:ext uri="{FF2B5EF4-FFF2-40B4-BE49-F238E27FC236}">
                      <a16:creationId xmlns:a16="http://schemas.microsoft.com/office/drawing/2014/main" id="{185F8912-FB7C-4938-A3F5-10B4458E83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30" name="Group 117">
                <a:extLst>
                  <a:ext uri="{FF2B5EF4-FFF2-40B4-BE49-F238E27FC236}">
                    <a16:creationId xmlns:a16="http://schemas.microsoft.com/office/drawing/2014/main" id="{F5539CBA-8D39-4948-B6FE-26A445F449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31" name="Line 118">
                  <a:extLst>
                    <a:ext uri="{FF2B5EF4-FFF2-40B4-BE49-F238E27FC236}">
                      <a16:creationId xmlns:a16="http://schemas.microsoft.com/office/drawing/2014/main" id="{DE8DAA13-5AF1-434F-8250-90E9D74B49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2" name="Line 119">
                  <a:extLst>
                    <a:ext uri="{FF2B5EF4-FFF2-40B4-BE49-F238E27FC236}">
                      <a16:creationId xmlns:a16="http://schemas.microsoft.com/office/drawing/2014/main" id="{C4938B88-F791-40C4-959F-AD28A7B985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3" name="Line 120">
                  <a:extLst>
                    <a:ext uri="{FF2B5EF4-FFF2-40B4-BE49-F238E27FC236}">
                      <a16:creationId xmlns:a16="http://schemas.microsoft.com/office/drawing/2014/main" id="{44E7CDAB-A5C1-4DA9-9979-8F80C7B485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4" name="Line 121">
                  <a:extLst>
                    <a:ext uri="{FF2B5EF4-FFF2-40B4-BE49-F238E27FC236}">
                      <a16:creationId xmlns:a16="http://schemas.microsoft.com/office/drawing/2014/main" id="{FCD5BBB6-32FC-4ADB-8CBC-68B9C406A2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</p:grpSp>
      <p:sp>
        <p:nvSpPr>
          <p:cNvPr id="257" name="CuadroTexto 256">
            <a:extLst>
              <a:ext uri="{FF2B5EF4-FFF2-40B4-BE49-F238E27FC236}">
                <a16:creationId xmlns:a16="http://schemas.microsoft.com/office/drawing/2014/main" id="{2769324B-F549-46E6-9D8E-C73529F181D0}"/>
              </a:ext>
            </a:extLst>
          </p:cNvPr>
          <p:cNvSpPr txBox="1"/>
          <p:nvPr/>
        </p:nvSpPr>
        <p:spPr>
          <a:xfrm>
            <a:off x="46869" y="1505740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Cart</a:t>
            </a:r>
          </a:p>
        </p:txBody>
      </p:sp>
      <p:sp>
        <p:nvSpPr>
          <p:cNvPr id="258" name="CuadroTexto 257">
            <a:extLst>
              <a:ext uri="{FF2B5EF4-FFF2-40B4-BE49-F238E27FC236}">
                <a16:creationId xmlns:a16="http://schemas.microsoft.com/office/drawing/2014/main" id="{3C5AA7C2-E6A4-4306-8433-6246411FB7D7}"/>
              </a:ext>
            </a:extLst>
          </p:cNvPr>
          <p:cNvSpPr txBox="1"/>
          <p:nvPr/>
        </p:nvSpPr>
        <p:spPr>
          <a:xfrm>
            <a:off x="3573072" y="2378674"/>
            <a:ext cx="223651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Free Standing Span</a:t>
            </a:r>
          </a:p>
        </p:txBody>
      </p:sp>
      <p:cxnSp>
        <p:nvCxnSpPr>
          <p:cNvPr id="259" name="Conector recto de flecha 258">
            <a:extLst>
              <a:ext uri="{FF2B5EF4-FFF2-40B4-BE49-F238E27FC236}">
                <a16:creationId xmlns:a16="http://schemas.microsoft.com/office/drawing/2014/main" id="{210AFC7B-F822-4365-B965-51193B4206AC}"/>
              </a:ext>
            </a:extLst>
          </p:cNvPr>
          <p:cNvCxnSpPr>
            <a:cxnSpLocks/>
            <a:stCxn id="258" idx="2"/>
          </p:cNvCxnSpPr>
          <p:nvPr/>
        </p:nvCxnSpPr>
        <p:spPr>
          <a:xfrm>
            <a:off x="4691327" y="2748006"/>
            <a:ext cx="0" cy="107043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CuadroTexto 265">
            <a:extLst>
              <a:ext uri="{FF2B5EF4-FFF2-40B4-BE49-F238E27FC236}">
                <a16:creationId xmlns:a16="http://schemas.microsoft.com/office/drawing/2014/main" id="{98711EFB-55BC-4DA4-8370-8CD6C238C695}"/>
              </a:ext>
            </a:extLst>
          </p:cNvPr>
          <p:cNvSpPr txBox="1"/>
          <p:nvPr/>
        </p:nvSpPr>
        <p:spPr>
          <a:xfrm>
            <a:off x="107504" y="123478"/>
            <a:ext cx="189026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End Feed Linear</a:t>
            </a:r>
          </a:p>
        </p:txBody>
      </p:sp>
      <p:cxnSp>
        <p:nvCxnSpPr>
          <p:cNvPr id="286" name="Conector recto 285">
            <a:extLst>
              <a:ext uri="{FF2B5EF4-FFF2-40B4-BE49-F238E27FC236}">
                <a16:creationId xmlns:a16="http://schemas.microsoft.com/office/drawing/2014/main" id="{FF430202-88F6-464E-99F2-8697687DD576}"/>
              </a:ext>
            </a:extLst>
          </p:cNvPr>
          <p:cNvCxnSpPr>
            <a:cxnSpLocks/>
          </p:cNvCxnSpPr>
          <p:nvPr/>
        </p:nvCxnSpPr>
        <p:spPr>
          <a:xfrm flipV="1">
            <a:off x="7208293" y="555526"/>
            <a:ext cx="0" cy="409380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Conector recto 286">
            <a:extLst>
              <a:ext uri="{FF2B5EF4-FFF2-40B4-BE49-F238E27FC236}">
                <a16:creationId xmlns:a16="http://schemas.microsoft.com/office/drawing/2014/main" id="{B9330AD9-3F45-4721-946D-F3E9B94A1BA7}"/>
              </a:ext>
            </a:extLst>
          </p:cNvPr>
          <p:cNvCxnSpPr>
            <a:cxnSpLocks/>
          </p:cNvCxnSpPr>
          <p:nvPr/>
        </p:nvCxnSpPr>
        <p:spPr>
          <a:xfrm>
            <a:off x="7216293" y="1314667"/>
            <a:ext cx="0" cy="389291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CuadroTexto 295">
            <a:extLst>
              <a:ext uri="{FF2B5EF4-FFF2-40B4-BE49-F238E27FC236}">
                <a16:creationId xmlns:a16="http://schemas.microsoft.com/office/drawing/2014/main" id="{1592E6E9-3EF1-464E-9364-AB363959A09D}"/>
              </a:ext>
            </a:extLst>
          </p:cNvPr>
          <p:cNvSpPr txBox="1"/>
          <p:nvPr/>
        </p:nvSpPr>
        <p:spPr>
          <a:xfrm>
            <a:off x="7325948" y="1442475"/>
            <a:ext cx="702436" cy="261610"/>
          </a:xfrm>
          <a:prstGeom prst="rect">
            <a:avLst/>
          </a:prstGeom>
          <a:noFill/>
          <a:ln>
            <a:solidFill>
              <a:srgbClr val="4C2600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4C2600"/>
                </a:solidFill>
              </a:rPr>
              <a:t>Forward</a:t>
            </a:r>
          </a:p>
        </p:txBody>
      </p:sp>
      <p:sp>
        <p:nvSpPr>
          <p:cNvPr id="297" name="CuadroTexto 296">
            <a:extLst>
              <a:ext uri="{FF2B5EF4-FFF2-40B4-BE49-F238E27FC236}">
                <a16:creationId xmlns:a16="http://schemas.microsoft.com/office/drawing/2014/main" id="{2E42E5D3-E609-455F-961D-7D64BFADEF79}"/>
              </a:ext>
            </a:extLst>
          </p:cNvPr>
          <p:cNvSpPr txBox="1"/>
          <p:nvPr/>
        </p:nvSpPr>
        <p:spPr>
          <a:xfrm>
            <a:off x="7317933" y="555953"/>
            <a:ext cx="710451" cy="26161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C000"/>
                </a:solidFill>
              </a:rPr>
              <a:t>Reverse</a:t>
            </a:r>
          </a:p>
        </p:txBody>
      </p:sp>
      <p:pic>
        <p:nvPicPr>
          <p:cNvPr id="256" name="Gráfico 255" descr="Hombre">
            <a:extLst>
              <a:ext uri="{FF2B5EF4-FFF2-40B4-BE49-F238E27FC236}">
                <a16:creationId xmlns:a16="http://schemas.microsoft.com/office/drawing/2014/main" id="{E706BA3A-1916-4B80-98A5-5C7E9A4331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21" y="1071660"/>
            <a:ext cx="137061" cy="137061"/>
          </a:xfrm>
          <a:prstGeom prst="rect">
            <a:avLst/>
          </a:prstGeom>
        </p:spPr>
      </p:pic>
      <p:sp>
        <p:nvSpPr>
          <p:cNvPr id="261" name="Rectángulo 260">
            <a:extLst>
              <a:ext uri="{FF2B5EF4-FFF2-40B4-BE49-F238E27FC236}">
                <a16:creationId xmlns:a16="http://schemas.microsoft.com/office/drawing/2014/main" id="{EC496BA6-4794-4E38-BF00-2D462D3797CD}"/>
              </a:ext>
            </a:extLst>
          </p:cNvPr>
          <p:cNvSpPr/>
          <p:nvPr/>
        </p:nvSpPr>
        <p:spPr>
          <a:xfrm>
            <a:off x="3715200" y="4194987"/>
            <a:ext cx="45719" cy="7959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2" name="Conector recto de flecha 261">
            <a:extLst>
              <a:ext uri="{FF2B5EF4-FFF2-40B4-BE49-F238E27FC236}">
                <a16:creationId xmlns:a16="http://schemas.microsoft.com/office/drawing/2014/main" id="{F80AFC1C-4AAF-4695-BF42-473CE9C8986E}"/>
              </a:ext>
            </a:extLst>
          </p:cNvPr>
          <p:cNvCxnSpPr>
            <a:cxnSpLocks/>
          </p:cNvCxnSpPr>
          <p:nvPr/>
        </p:nvCxnSpPr>
        <p:spPr>
          <a:xfrm flipH="1" flipV="1">
            <a:off x="3835296" y="3856560"/>
            <a:ext cx="1" cy="292344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onector recto de flecha 262">
            <a:extLst>
              <a:ext uri="{FF2B5EF4-FFF2-40B4-BE49-F238E27FC236}">
                <a16:creationId xmlns:a16="http://schemas.microsoft.com/office/drawing/2014/main" id="{499CE9ED-8A7C-4287-96C9-396D32D0DC7A}"/>
              </a:ext>
            </a:extLst>
          </p:cNvPr>
          <p:cNvCxnSpPr>
            <a:cxnSpLocks/>
          </p:cNvCxnSpPr>
          <p:nvPr/>
        </p:nvCxnSpPr>
        <p:spPr>
          <a:xfrm flipH="1">
            <a:off x="3834899" y="4303191"/>
            <a:ext cx="1" cy="275336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1" name="Grupo 270">
            <a:extLst>
              <a:ext uri="{FF2B5EF4-FFF2-40B4-BE49-F238E27FC236}">
                <a16:creationId xmlns:a16="http://schemas.microsoft.com/office/drawing/2014/main" id="{27589DA2-6BE2-43EF-950E-A7BA6F18043E}"/>
              </a:ext>
            </a:extLst>
          </p:cNvPr>
          <p:cNvGrpSpPr/>
          <p:nvPr/>
        </p:nvGrpSpPr>
        <p:grpSpPr>
          <a:xfrm>
            <a:off x="240147" y="4134663"/>
            <a:ext cx="8787639" cy="195444"/>
            <a:chOff x="333737" y="3009245"/>
            <a:chExt cx="9353494" cy="236025"/>
          </a:xfrm>
        </p:grpSpPr>
        <p:grpSp>
          <p:nvGrpSpPr>
            <p:cNvPr id="272" name="Group 77">
              <a:extLst>
                <a:ext uri="{FF2B5EF4-FFF2-40B4-BE49-F238E27FC236}">
                  <a16:creationId xmlns:a16="http://schemas.microsoft.com/office/drawing/2014/main" id="{64D51621-5811-4813-8DD2-EBA4F1A5A7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3832" y="3011223"/>
              <a:ext cx="1885950" cy="228600"/>
              <a:chOff x="1872" y="2160"/>
              <a:chExt cx="3456" cy="528"/>
            </a:xfrm>
          </p:grpSpPr>
          <p:grpSp>
            <p:nvGrpSpPr>
              <p:cNvPr id="473" name="Group 10">
                <a:extLst>
                  <a:ext uri="{FF2B5EF4-FFF2-40B4-BE49-F238E27FC236}">
                    <a16:creationId xmlns:a16="http://schemas.microsoft.com/office/drawing/2014/main" id="{649D2C58-8744-4560-8373-A8B58F5134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514" name="Arc 5">
                  <a:extLst>
                    <a:ext uri="{FF2B5EF4-FFF2-40B4-BE49-F238E27FC236}">
                      <a16:creationId xmlns:a16="http://schemas.microsoft.com/office/drawing/2014/main" id="{3FE44976-4B83-439F-B7A8-1CD1426AE1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515" name="Arc 6">
                  <a:extLst>
                    <a:ext uri="{FF2B5EF4-FFF2-40B4-BE49-F238E27FC236}">
                      <a16:creationId xmlns:a16="http://schemas.microsoft.com/office/drawing/2014/main" id="{694C17EA-EF5F-47A3-BA27-0E3A1E9722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474" name="Group 9">
                <a:extLst>
                  <a:ext uri="{FF2B5EF4-FFF2-40B4-BE49-F238E27FC236}">
                    <a16:creationId xmlns:a16="http://schemas.microsoft.com/office/drawing/2014/main" id="{57DFB8E4-233F-47F6-982C-DB4056EA42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512" name="Arc 7">
                  <a:extLst>
                    <a:ext uri="{FF2B5EF4-FFF2-40B4-BE49-F238E27FC236}">
                      <a16:creationId xmlns:a16="http://schemas.microsoft.com/office/drawing/2014/main" id="{458C4276-404C-4AF1-B9D0-4E8DFD87D0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513" name="Arc 8">
                  <a:extLst>
                    <a:ext uri="{FF2B5EF4-FFF2-40B4-BE49-F238E27FC236}">
                      <a16:creationId xmlns:a16="http://schemas.microsoft.com/office/drawing/2014/main" id="{B0EF4BA4-C917-499D-924F-D5D034F789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475" name="Line 12">
                <a:extLst>
                  <a:ext uri="{FF2B5EF4-FFF2-40B4-BE49-F238E27FC236}">
                    <a16:creationId xmlns:a16="http://schemas.microsoft.com/office/drawing/2014/main" id="{BB0670D3-D5C3-4131-8491-EC4B3FB3B7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476" name="Group 56">
                <a:extLst>
                  <a:ext uri="{FF2B5EF4-FFF2-40B4-BE49-F238E27FC236}">
                    <a16:creationId xmlns:a16="http://schemas.microsoft.com/office/drawing/2014/main" id="{ECBF9960-1D54-4A9F-8AC3-4BC8C96D8F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508" name="Line 15">
                  <a:extLst>
                    <a:ext uri="{FF2B5EF4-FFF2-40B4-BE49-F238E27FC236}">
                      <a16:creationId xmlns:a16="http://schemas.microsoft.com/office/drawing/2014/main" id="{3D193406-8F9C-4A3D-8CDF-D5D4202F75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09" name="Line 16">
                  <a:extLst>
                    <a:ext uri="{FF2B5EF4-FFF2-40B4-BE49-F238E27FC236}">
                      <a16:creationId xmlns:a16="http://schemas.microsoft.com/office/drawing/2014/main" id="{39461C9B-CBE7-4E72-B299-818978F6BE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10" name="Line 17">
                  <a:extLst>
                    <a:ext uri="{FF2B5EF4-FFF2-40B4-BE49-F238E27FC236}">
                      <a16:creationId xmlns:a16="http://schemas.microsoft.com/office/drawing/2014/main" id="{FBBE8D94-9C3F-4E2E-876F-AD06E790E6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11" name="Line 18">
                  <a:extLst>
                    <a:ext uri="{FF2B5EF4-FFF2-40B4-BE49-F238E27FC236}">
                      <a16:creationId xmlns:a16="http://schemas.microsoft.com/office/drawing/2014/main" id="{D14E2C80-7B85-4123-9D82-AE23A652DE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477" name="Line 43">
                <a:extLst>
                  <a:ext uri="{FF2B5EF4-FFF2-40B4-BE49-F238E27FC236}">
                    <a16:creationId xmlns:a16="http://schemas.microsoft.com/office/drawing/2014/main" id="{AA14F250-7868-4040-A1C6-1CBEA405EE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8" name="Line 44">
                <a:extLst>
                  <a:ext uri="{FF2B5EF4-FFF2-40B4-BE49-F238E27FC236}">
                    <a16:creationId xmlns:a16="http://schemas.microsoft.com/office/drawing/2014/main" id="{05997A56-B422-4A99-8EF2-CD393FBF03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9" name="Line 45">
                <a:extLst>
                  <a:ext uri="{FF2B5EF4-FFF2-40B4-BE49-F238E27FC236}">
                    <a16:creationId xmlns:a16="http://schemas.microsoft.com/office/drawing/2014/main" id="{2FE56FBB-BB24-454A-825E-8D2F245D76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80" name="Line 46">
                <a:extLst>
                  <a:ext uri="{FF2B5EF4-FFF2-40B4-BE49-F238E27FC236}">
                    <a16:creationId xmlns:a16="http://schemas.microsoft.com/office/drawing/2014/main" id="{C1D2F3D0-3730-4F94-AADA-8ACE47CC54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81" name="Line 47">
                <a:extLst>
                  <a:ext uri="{FF2B5EF4-FFF2-40B4-BE49-F238E27FC236}">
                    <a16:creationId xmlns:a16="http://schemas.microsoft.com/office/drawing/2014/main" id="{DCB496D5-C0B1-4B70-8B0A-4F0931F638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82" name="Line 48">
                <a:extLst>
                  <a:ext uri="{FF2B5EF4-FFF2-40B4-BE49-F238E27FC236}">
                    <a16:creationId xmlns:a16="http://schemas.microsoft.com/office/drawing/2014/main" id="{EC8FDAD7-CDCE-497F-9026-E50B85E26D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83" name="Line 50">
                <a:extLst>
                  <a:ext uri="{FF2B5EF4-FFF2-40B4-BE49-F238E27FC236}">
                    <a16:creationId xmlns:a16="http://schemas.microsoft.com/office/drawing/2014/main" id="{3326B4DC-60BD-400B-A8A1-50C4CD2740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84" name="Line 51">
                <a:extLst>
                  <a:ext uri="{FF2B5EF4-FFF2-40B4-BE49-F238E27FC236}">
                    <a16:creationId xmlns:a16="http://schemas.microsoft.com/office/drawing/2014/main" id="{1954F1B3-916F-473D-A67F-0A34018622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85" name="Line 52">
                <a:extLst>
                  <a:ext uri="{FF2B5EF4-FFF2-40B4-BE49-F238E27FC236}">
                    <a16:creationId xmlns:a16="http://schemas.microsoft.com/office/drawing/2014/main" id="{F6AE8FEF-4AE9-45CE-A10D-F23F0F3D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86" name="AutoShape 53" descr="Wide downward diagonal">
                <a:extLst>
                  <a:ext uri="{FF2B5EF4-FFF2-40B4-BE49-F238E27FC236}">
                    <a16:creationId xmlns:a16="http://schemas.microsoft.com/office/drawing/2014/main" id="{143A60C8-CBA8-4BB1-8B60-80615A98BE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87" name="AutoShape 54" descr="Wide downward diagonal">
                <a:extLst>
                  <a:ext uri="{FF2B5EF4-FFF2-40B4-BE49-F238E27FC236}">
                    <a16:creationId xmlns:a16="http://schemas.microsoft.com/office/drawing/2014/main" id="{B1E0FDC7-DD60-4E13-93CA-1722CD036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488" name="Group 57">
                <a:extLst>
                  <a:ext uri="{FF2B5EF4-FFF2-40B4-BE49-F238E27FC236}">
                    <a16:creationId xmlns:a16="http://schemas.microsoft.com/office/drawing/2014/main" id="{90E013FB-CA14-40C0-8986-A7109B218E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504" name="Line 58">
                  <a:extLst>
                    <a:ext uri="{FF2B5EF4-FFF2-40B4-BE49-F238E27FC236}">
                      <a16:creationId xmlns:a16="http://schemas.microsoft.com/office/drawing/2014/main" id="{B40DF91E-59F5-43AF-8E71-1F3BF42AA8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05" name="Line 59">
                  <a:extLst>
                    <a:ext uri="{FF2B5EF4-FFF2-40B4-BE49-F238E27FC236}">
                      <a16:creationId xmlns:a16="http://schemas.microsoft.com/office/drawing/2014/main" id="{C69A92B1-4061-4D30-A018-ED84608A88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06" name="Line 60">
                  <a:extLst>
                    <a:ext uri="{FF2B5EF4-FFF2-40B4-BE49-F238E27FC236}">
                      <a16:creationId xmlns:a16="http://schemas.microsoft.com/office/drawing/2014/main" id="{2F19199E-5CDF-42A3-83D6-3B0BF264AC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07" name="Line 61">
                  <a:extLst>
                    <a:ext uri="{FF2B5EF4-FFF2-40B4-BE49-F238E27FC236}">
                      <a16:creationId xmlns:a16="http://schemas.microsoft.com/office/drawing/2014/main" id="{1157A94E-6793-412A-9163-FE13136C76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89" name="Group 62">
                <a:extLst>
                  <a:ext uri="{FF2B5EF4-FFF2-40B4-BE49-F238E27FC236}">
                    <a16:creationId xmlns:a16="http://schemas.microsoft.com/office/drawing/2014/main" id="{EF85E78F-AF12-4A38-B9FB-4DD8E0E2E8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500" name="Line 63">
                  <a:extLst>
                    <a:ext uri="{FF2B5EF4-FFF2-40B4-BE49-F238E27FC236}">
                      <a16:creationId xmlns:a16="http://schemas.microsoft.com/office/drawing/2014/main" id="{24D3F9C7-30DD-4DF2-9A21-53A0691C26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01" name="Line 64">
                  <a:extLst>
                    <a:ext uri="{FF2B5EF4-FFF2-40B4-BE49-F238E27FC236}">
                      <a16:creationId xmlns:a16="http://schemas.microsoft.com/office/drawing/2014/main" id="{E2A26139-D92A-4140-9749-DBF3481360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02" name="Line 65">
                  <a:extLst>
                    <a:ext uri="{FF2B5EF4-FFF2-40B4-BE49-F238E27FC236}">
                      <a16:creationId xmlns:a16="http://schemas.microsoft.com/office/drawing/2014/main" id="{603FDECF-09D3-4A8D-8576-B6E34B57B8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03" name="Line 66">
                  <a:extLst>
                    <a:ext uri="{FF2B5EF4-FFF2-40B4-BE49-F238E27FC236}">
                      <a16:creationId xmlns:a16="http://schemas.microsoft.com/office/drawing/2014/main" id="{FB3251AF-7F88-43AD-B5E5-66AEF45A9E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90" name="Group 67">
                <a:extLst>
                  <a:ext uri="{FF2B5EF4-FFF2-40B4-BE49-F238E27FC236}">
                    <a16:creationId xmlns:a16="http://schemas.microsoft.com/office/drawing/2014/main" id="{1E4AAD27-BFF5-4FEF-AD17-D8DDA016BE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496" name="Line 68">
                  <a:extLst>
                    <a:ext uri="{FF2B5EF4-FFF2-40B4-BE49-F238E27FC236}">
                      <a16:creationId xmlns:a16="http://schemas.microsoft.com/office/drawing/2014/main" id="{CBD21EE4-517C-42E0-A68E-CBD04A8582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97" name="Line 69">
                  <a:extLst>
                    <a:ext uri="{FF2B5EF4-FFF2-40B4-BE49-F238E27FC236}">
                      <a16:creationId xmlns:a16="http://schemas.microsoft.com/office/drawing/2014/main" id="{9C880A2A-3111-444C-A9CD-B2902EFAA8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98" name="Line 70">
                  <a:extLst>
                    <a:ext uri="{FF2B5EF4-FFF2-40B4-BE49-F238E27FC236}">
                      <a16:creationId xmlns:a16="http://schemas.microsoft.com/office/drawing/2014/main" id="{10F9CAC5-E437-4FDA-8502-E13B0DCEE3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99" name="Line 71">
                  <a:extLst>
                    <a:ext uri="{FF2B5EF4-FFF2-40B4-BE49-F238E27FC236}">
                      <a16:creationId xmlns:a16="http://schemas.microsoft.com/office/drawing/2014/main" id="{FCC96C5D-0EEE-41EA-AE76-C2E5C71253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91" name="Group 72">
                <a:extLst>
                  <a:ext uri="{FF2B5EF4-FFF2-40B4-BE49-F238E27FC236}">
                    <a16:creationId xmlns:a16="http://schemas.microsoft.com/office/drawing/2014/main" id="{E1BDCEAC-0112-4DF0-B020-8BC68E3E5A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492" name="Line 73">
                  <a:extLst>
                    <a:ext uri="{FF2B5EF4-FFF2-40B4-BE49-F238E27FC236}">
                      <a16:creationId xmlns:a16="http://schemas.microsoft.com/office/drawing/2014/main" id="{6CFCF1DC-6CF3-4DAA-B613-B34C50B61D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93" name="Line 74">
                  <a:extLst>
                    <a:ext uri="{FF2B5EF4-FFF2-40B4-BE49-F238E27FC236}">
                      <a16:creationId xmlns:a16="http://schemas.microsoft.com/office/drawing/2014/main" id="{F47D946E-6C00-427D-B141-C1EB2F0C86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94" name="Line 75">
                  <a:extLst>
                    <a:ext uri="{FF2B5EF4-FFF2-40B4-BE49-F238E27FC236}">
                      <a16:creationId xmlns:a16="http://schemas.microsoft.com/office/drawing/2014/main" id="{46A005DD-4A81-4969-8EC9-7DF35303D2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95" name="Line 76">
                  <a:extLst>
                    <a:ext uri="{FF2B5EF4-FFF2-40B4-BE49-F238E27FC236}">
                      <a16:creationId xmlns:a16="http://schemas.microsoft.com/office/drawing/2014/main" id="{800F5670-423A-4809-AD9E-F31F84D8F2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273" name="Group 77">
              <a:extLst>
                <a:ext uri="{FF2B5EF4-FFF2-40B4-BE49-F238E27FC236}">
                  <a16:creationId xmlns:a16="http://schemas.microsoft.com/office/drawing/2014/main" id="{8ECD4A03-5739-43B1-B038-9DADA16F36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9111" y="3012503"/>
              <a:ext cx="1885950" cy="228600"/>
              <a:chOff x="1872" y="2160"/>
              <a:chExt cx="3456" cy="528"/>
            </a:xfrm>
          </p:grpSpPr>
          <p:grpSp>
            <p:nvGrpSpPr>
              <p:cNvPr id="430" name="Group 10">
                <a:extLst>
                  <a:ext uri="{FF2B5EF4-FFF2-40B4-BE49-F238E27FC236}">
                    <a16:creationId xmlns:a16="http://schemas.microsoft.com/office/drawing/2014/main" id="{F07612C0-5B69-48B5-B3B5-804E2E3E3A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471" name="Arc 5">
                  <a:extLst>
                    <a:ext uri="{FF2B5EF4-FFF2-40B4-BE49-F238E27FC236}">
                      <a16:creationId xmlns:a16="http://schemas.microsoft.com/office/drawing/2014/main" id="{774BA1A1-74D4-417F-A88A-D68B171365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72" name="Arc 6">
                  <a:extLst>
                    <a:ext uri="{FF2B5EF4-FFF2-40B4-BE49-F238E27FC236}">
                      <a16:creationId xmlns:a16="http://schemas.microsoft.com/office/drawing/2014/main" id="{F14AA4A5-4B23-4DE1-9E15-409FFF6C08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431" name="Group 9">
                <a:extLst>
                  <a:ext uri="{FF2B5EF4-FFF2-40B4-BE49-F238E27FC236}">
                    <a16:creationId xmlns:a16="http://schemas.microsoft.com/office/drawing/2014/main" id="{966B1D7D-4E7F-454C-81B7-8165452399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469" name="Arc 7">
                  <a:extLst>
                    <a:ext uri="{FF2B5EF4-FFF2-40B4-BE49-F238E27FC236}">
                      <a16:creationId xmlns:a16="http://schemas.microsoft.com/office/drawing/2014/main" id="{82D6BE83-3EA8-4F96-B531-46141D8FEB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70" name="Arc 8">
                  <a:extLst>
                    <a:ext uri="{FF2B5EF4-FFF2-40B4-BE49-F238E27FC236}">
                      <a16:creationId xmlns:a16="http://schemas.microsoft.com/office/drawing/2014/main" id="{10408C31-6CA5-4167-A0F3-C82A669E1B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432" name="Line 12">
                <a:extLst>
                  <a:ext uri="{FF2B5EF4-FFF2-40B4-BE49-F238E27FC236}">
                    <a16:creationId xmlns:a16="http://schemas.microsoft.com/office/drawing/2014/main" id="{7CF663D4-D6EA-42F3-B83D-BB4FDA562A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433" name="Group 56">
                <a:extLst>
                  <a:ext uri="{FF2B5EF4-FFF2-40B4-BE49-F238E27FC236}">
                    <a16:creationId xmlns:a16="http://schemas.microsoft.com/office/drawing/2014/main" id="{B79E16C6-6AA5-4558-98CF-4CE7E10CE7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465" name="Line 15">
                  <a:extLst>
                    <a:ext uri="{FF2B5EF4-FFF2-40B4-BE49-F238E27FC236}">
                      <a16:creationId xmlns:a16="http://schemas.microsoft.com/office/drawing/2014/main" id="{A33EF880-6A7B-468E-9545-A367E1D515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66" name="Line 16">
                  <a:extLst>
                    <a:ext uri="{FF2B5EF4-FFF2-40B4-BE49-F238E27FC236}">
                      <a16:creationId xmlns:a16="http://schemas.microsoft.com/office/drawing/2014/main" id="{3752CD4D-B473-4D78-ADE1-860BFF3CA9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67" name="Line 17">
                  <a:extLst>
                    <a:ext uri="{FF2B5EF4-FFF2-40B4-BE49-F238E27FC236}">
                      <a16:creationId xmlns:a16="http://schemas.microsoft.com/office/drawing/2014/main" id="{30A25018-7876-49B5-8A7F-B2CA9E25DE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68" name="Line 18">
                  <a:extLst>
                    <a:ext uri="{FF2B5EF4-FFF2-40B4-BE49-F238E27FC236}">
                      <a16:creationId xmlns:a16="http://schemas.microsoft.com/office/drawing/2014/main" id="{FE6EBB8B-98CD-4898-B4A5-8D9FEA12C6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434" name="Line 43">
                <a:extLst>
                  <a:ext uri="{FF2B5EF4-FFF2-40B4-BE49-F238E27FC236}">
                    <a16:creationId xmlns:a16="http://schemas.microsoft.com/office/drawing/2014/main" id="{EF56FFD1-A993-497D-81E4-C9360C4ED4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5" name="Line 44">
                <a:extLst>
                  <a:ext uri="{FF2B5EF4-FFF2-40B4-BE49-F238E27FC236}">
                    <a16:creationId xmlns:a16="http://schemas.microsoft.com/office/drawing/2014/main" id="{E5541405-63EA-4C49-897B-15B4FEC698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6" name="Line 45">
                <a:extLst>
                  <a:ext uri="{FF2B5EF4-FFF2-40B4-BE49-F238E27FC236}">
                    <a16:creationId xmlns:a16="http://schemas.microsoft.com/office/drawing/2014/main" id="{E5AEA8C2-E0CE-4080-B7E1-471B859E4C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7" name="Line 46">
                <a:extLst>
                  <a:ext uri="{FF2B5EF4-FFF2-40B4-BE49-F238E27FC236}">
                    <a16:creationId xmlns:a16="http://schemas.microsoft.com/office/drawing/2014/main" id="{2D701CF5-842B-41D6-AD74-0AE61AF4F5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8" name="Line 47">
                <a:extLst>
                  <a:ext uri="{FF2B5EF4-FFF2-40B4-BE49-F238E27FC236}">
                    <a16:creationId xmlns:a16="http://schemas.microsoft.com/office/drawing/2014/main" id="{905D874C-51B8-44C9-B68D-CFB6552225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9" name="Line 48">
                <a:extLst>
                  <a:ext uri="{FF2B5EF4-FFF2-40B4-BE49-F238E27FC236}">
                    <a16:creationId xmlns:a16="http://schemas.microsoft.com/office/drawing/2014/main" id="{935491F0-6DEF-47E2-8BE1-65EFC90CB7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40" name="Line 50">
                <a:extLst>
                  <a:ext uri="{FF2B5EF4-FFF2-40B4-BE49-F238E27FC236}">
                    <a16:creationId xmlns:a16="http://schemas.microsoft.com/office/drawing/2014/main" id="{137B5B63-23BB-47D6-93DD-69327217BA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41" name="Line 51">
                <a:extLst>
                  <a:ext uri="{FF2B5EF4-FFF2-40B4-BE49-F238E27FC236}">
                    <a16:creationId xmlns:a16="http://schemas.microsoft.com/office/drawing/2014/main" id="{96C85C15-D271-4749-92B8-5F76C9D87A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42" name="Line 52">
                <a:extLst>
                  <a:ext uri="{FF2B5EF4-FFF2-40B4-BE49-F238E27FC236}">
                    <a16:creationId xmlns:a16="http://schemas.microsoft.com/office/drawing/2014/main" id="{A7C799FF-2975-4E43-8C06-A750987292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43" name="AutoShape 53" descr="Wide downward diagonal">
                <a:extLst>
                  <a:ext uri="{FF2B5EF4-FFF2-40B4-BE49-F238E27FC236}">
                    <a16:creationId xmlns:a16="http://schemas.microsoft.com/office/drawing/2014/main" id="{FCF84530-5D23-4A2F-B659-636E8BBEB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4" name="AutoShape 54" descr="Wide downward diagonal">
                <a:extLst>
                  <a:ext uri="{FF2B5EF4-FFF2-40B4-BE49-F238E27FC236}">
                    <a16:creationId xmlns:a16="http://schemas.microsoft.com/office/drawing/2014/main" id="{65DFC15D-3EDE-4338-B8AF-557C65369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445" name="Group 57">
                <a:extLst>
                  <a:ext uri="{FF2B5EF4-FFF2-40B4-BE49-F238E27FC236}">
                    <a16:creationId xmlns:a16="http://schemas.microsoft.com/office/drawing/2014/main" id="{AB927D73-CE06-41C0-A21A-74B6E98AB3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461" name="Line 58">
                  <a:extLst>
                    <a:ext uri="{FF2B5EF4-FFF2-40B4-BE49-F238E27FC236}">
                      <a16:creationId xmlns:a16="http://schemas.microsoft.com/office/drawing/2014/main" id="{F5149AB4-7BC6-4679-A343-AE5C4F98E7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62" name="Line 59">
                  <a:extLst>
                    <a:ext uri="{FF2B5EF4-FFF2-40B4-BE49-F238E27FC236}">
                      <a16:creationId xmlns:a16="http://schemas.microsoft.com/office/drawing/2014/main" id="{6CDEB453-F133-47F9-BB4D-AB2565D498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63" name="Line 60">
                  <a:extLst>
                    <a:ext uri="{FF2B5EF4-FFF2-40B4-BE49-F238E27FC236}">
                      <a16:creationId xmlns:a16="http://schemas.microsoft.com/office/drawing/2014/main" id="{3556E188-E3CC-464D-8046-BBBAC5B6DB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64" name="Line 61">
                  <a:extLst>
                    <a:ext uri="{FF2B5EF4-FFF2-40B4-BE49-F238E27FC236}">
                      <a16:creationId xmlns:a16="http://schemas.microsoft.com/office/drawing/2014/main" id="{7F9782B8-373D-46AC-8CBD-5B77F2022B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46" name="Group 62">
                <a:extLst>
                  <a:ext uri="{FF2B5EF4-FFF2-40B4-BE49-F238E27FC236}">
                    <a16:creationId xmlns:a16="http://schemas.microsoft.com/office/drawing/2014/main" id="{C4974CD0-7781-48E3-89C4-6B1C8ED25A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457" name="Line 63">
                  <a:extLst>
                    <a:ext uri="{FF2B5EF4-FFF2-40B4-BE49-F238E27FC236}">
                      <a16:creationId xmlns:a16="http://schemas.microsoft.com/office/drawing/2014/main" id="{39989D13-6DB6-4B04-AA45-11C74EF6E2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8" name="Line 64">
                  <a:extLst>
                    <a:ext uri="{FF2B5EF4-FFF2-40B4-BE49-F238E27FC236}">
                      <a16:creationId xmlns:a16="http://schemas.microsoft.com/office/drawing/2014/main" id="{6CE6E378-5D6A-4FF5-BCC2-705EA48B64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9" name="Line 65">
                  <a:extLst>
                    <a:ext uri="{FF2B5EF4-FFF2-40B4-BE49-F238E27FC236}">
                      <a16:creationId xmlns:a16="http://schemas.microsoft.com/office/drawing/2014/main" id="{6B762D3B-9C8D-4D90-AB97-619812C26C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60" name="Line 66">
                  <a:extLst>
                    <a:ext uri="{FF2B5EF4-FFF2-40B4-BE49-F238E27FC236}">
                      <a16:creationId xmlns:a16="http://schemas.microsoft.com/office/drawing/2014/main" id="{BCCA179D-7961-491A-ABB9-E16A7F0459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47" name="Group 67">
                <a:extLst>
                  <a:ext uri="{FF2B5EF4-FFF2-40B4-BE49-F238E27FC236}">
                    <a16:creationId xmlns:a16="http://schemas.microsoft.com/office/drawing/2014/main" id="{AA0EF61E-9E6A-4515-B2C0-A3073DDEB4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453" name="Line 68">
                  <a:extLst>
                    <a:ext uri="{FF2B5EF4-FFF2-40B4-BE49-F238E27FC236}">
                      <a16:creationId xmlns:a16="http://schemas.microsoft.com/office/drawing/2014/main" id="{B43E8160-164E-4631-9F39-2F0AAC04AB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4" name="Line 69">
                  <a:extLst>
                    <a:ext uri="{FF2B5EF4-FFF2-40B4-BE49-F238E27FC236}">
                      <a16:creationId xmlns:a16="http://schemas.microsoft.com/office/drawing/2014/main" id="{240D8A95-9207-4E47-B6FA-0289746433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5" name="Line 70">
                  <a:extLst>
                    <a:ext uri="{FF2B5EF4-FFF2-40B4-BE49-F238E27FC236}">
                      <a16:creationId xmlns:a16="http://schemas.microsoft.com/office/drawing/2014/main" id="{CD2EC220-20B2-40C5-B564-0CBAA48455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6" name="Line 71">
                  <a:extLst>
                    <a:ext uri="{FF2B5EF4-FFF2-40B4-BE49-F238E27FC236}">
                      <a16:creationId xmlns:a16="http://schemas.microsoft.com/office/drawing/2014/main" id="{377656B4-21B7-48F9-AF27-83EBF7C9C4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48" name="Group 72">
                <a:extLst>
                  <a:ext uri="{FF2B5EF4-FFF2-40B4-BE49-F238E27FC236}">
                    <a16:creationId xmlns:a16="http://schemas.microsoft.com/office/drawing/2014/main" id="{8E284085-8B3D-4B67-BF2A-0D26042FD4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449" name="Line 73">
                  <a:extLst>
                    <a:ext uri="{FF2B5EF4-FFF2-40B4-BE49-F238E27FC236}">
                      <a16:creationId xmlns:a16="http://schemas.microsoft.com/office/drawing/2014/main" id="{A8D776BC-D304-4ACB-8773-C5EEED5A85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0" name="Line 74">
                  <a:extLst>
                    <a:ext uri="{FF2B5EF4-FFF2-40B4-BE49-F238E27FC236}">
                      <a16:creationId xmlns:a16="http://schemas.microsoft.com/office/drawing/2014/main" id="{270698DB-734E-4860-90E1-4E9B28EE1A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1" name="Line 75">
                  <a:extLst>
                    <a:ext uri="{FF2B5EF4-FFF2-40B4-BE49-F238E27FC236}">
                      <a16:creationId xmlns:a16="http://schemas.microsoft.com/office/drawing/2014/main" id="{6DDA7A51-B61E-48F5-AE5E-6283C2B889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2" name="Line 76">
                  <a:extLst>
                    <a:ext uri="{FF2B5EF4-FFF2-40B4-BE49-F238E27FC236}">
                      <a16:creationId xmlns:a16="http://schemas.microsoft.com/office/drawing/2014/main" id="{B29AF226-6ED0-4865-A621-761A23C6B4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274" name="Group 77">
              <a:extLst>
                <a:ext uri="{FF2B5EF4-FFF2-40B4-BE49-F238E27FC236}">
                  <a16:creationId xmlns:a16="http://schemas.microsoft.com/office/drawing/2014/main" id="{CB82A8DC-865B-4555-BECE-7BF5F5F83D08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333737" y="3009245"/>
              <a:ext cx="1885950" cy="228600"/>
              <a:chOff x="1872" y="2160"/>
              <a:chExt cx="3456" cy="528"/>
            </a:xfrm>
          </p:grpSpPr>
          <p:grpSp>
            <p:nvGrpSpPr>
              <p:cNvPr id="387" name="Group 10">
                <a:extLst>
                  <a:ext uri="{FF2B5EF4-FFF2-40B4-BE49-F238E27FC236}">
                    <a16:creationId xmlns:a16="http://schemas.microsoft.com/office/drawing/2014/main" id="{F45EBA5D-29B1-4ACC-B845-E9CC6F4BE8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428" name="Arc 5">
                  <a:extLst>
                    <a:ext uri="{FF2B5EF4-FFF2-40B4-BE49-F238E27FC236}">
                      <a16:creationId xmlns:a16="http://schemas.microsoft.com/office/drawing/2014/main" id="{93115A05-38D5-4475-B765-ABCA9720E1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29" name="Arc 6">
                  <a:extLst>
                    <a:ext uri="{FF2B5EF4-FFF2-40B4-BE49-F238E27FC236}">
                      <a16:creationId xmlns:a16="http://schemas.microsoft.com/office/drawing/2014/main" id="{96660F6C-FA0D-4F83-AF4F-F810277731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388" name="Group 9">
                <a:extLst>
                  <a:ext uri="{FF2B5EF4-FFF2-40B4-BE49-F238E27FC236}">
                    <a16:creationId xmlns:a16="http://schemas.microsoft.com/office/drawing/2014/main" id="{7D3C203B-B9BC-42F8-8ADF-4B19CAD77D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426" name="Arc 7">
                  <a:extLst>
                    <a:ext uri="{FF2B5EF4-FFF2-40B4-BE49-F238E27FC236}">
                      <a16:creationId xmlns:a16="http://schemas.microsoft.com/office/drawing/2014/main" id="{8C59DCCB-A01E-4B63-A38E-C77154A2A5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27" name="Arc 8">
                  <a:extLst>
                    <a:ext uri="{FF2B5EF4-FFF2-40B4-BE49-F238E27FC236}">
                      <a16:creationId xmlns:a16="http://schemas.microsoft.com/office/drawing/2014/main" id="{91E9DA80-F7B3-4152-9738-A5D16F0037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389" name="Line 12">
                <a:extLst>
                  <a:ext uri="{FF2B5EF4-FFF2-40B4-BE49-F238E27FC236}">
                    <a16:creationId xmlns:a16="http://schemas.microsoft.com/office/drawing/2014/main" id="{533E03FF-D681-4BE3-A514-E52A66F399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390" name="Group 56">
                <a:extLst>
                  <a:ext uri="{FF2B5EF4-FFF2-40B4-BE49-F238E27FC236}">
                    <a16:creationId xmlns:a16="http://schemas.microsoft.com/office/drawing/2014/main" id="{C172C0A5-C9F6-4D2B-9066-4955B7A503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422" name="Line 15">
                  <a:extLst>
                    <a:ext uri="{FF2B5EF4-FFF2-40B4-BE49-F238E27FC236}">
                      <a16:creationId xmlns:a16="http://schemas.microsoft.com/office/drawing/2014/main" id="{C2161636-4E42-4F07-B74A-6AF85183F2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23" name="Line 16">
                  <a:extLst>
                    <a:ext uri="{FF2B5EF4-FFF2-40B4-BE49-F238E27FC236}">
                      <a16:creationId xmlns:a16="http://schemas.microsoft.com/office/drawing/2014/main" id="{39A46897-2ECD-4421-B16F-55AB4864CB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24" name="Line 17">
                  <a:extLst>
                    <a:ext uri="{FF2B5EF4-FFF2-40B4-BE49-F238E27FC236}">
                      <a16:creationId xmlns:a16="http://schemas.microsoft.com/office/drawing/2014/main" id="{09FEF516-A165-45D1-B58F-7316239B83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25" name="Line 18">
                  <a:extLst>
                    <a:ext uri="{FF2B5EF4-FFF2-40B4-BE49-F238E27FC236}">
                      <a16:creationId xmlns:a16="http://schemas.microsoft.com/office/drawing/2014/main" id="{FCB7A4AF-0B90-4DE3-A551-3974444325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391" name="Line 43">
                <a:extLst>
                  <a:ext uri="{FF2B5EF4-FFF2-40B4-BE49-F238E27FC236}">
                    <a16:creationId xmlns:a16="http://schemas.microsoft.com/office/drawing/2014/main" id="{41E41DBE-CFFC-4F2A-8331-3F67F2ECB8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2" name="Line 44">
                <a:extLst>
                  <a:ext uri="{FF2B5EF4-FFF2-40B4-BE49-F238E27FC236}">
                    <a16:creationId xmlns:a16="http://schemas.microsoft.com/office/drawing/2014/main" id="{6575D122-8A9F-4635-8140-56B9C0F6EF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3" name="Line 45">
                <a:extLst>
                  <a:ext uri="{FF2B5EF4-FFF2-40B4-BE49-F238E27FC236}">
                    <a16:creationId xmlns:a16="http://schemas.microsoft.com/office/drawing/2014/main" id="{32C336E9-6D07-4F81-AB4D-D1771F8468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4" name="Line 46">
                <a:extLst>
                  <a:ext uri="{FF2B5EF4-FFF2-40B4-BE49-F238E27FC236}">
                    <a16:creationId xmlns:a16="http://schemas.microsoft.com/office/drawing/2014/main" id="{6C0907E2-DF25-4EC0-898E-3F0E22CB1A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5" name="Line 47">
                <a:extLst>
                  <a:ext uri="{FF2B5EF4-FFF2-40B4-BE49-F238E27FC236}">
                    <a16:creationId xmlns:a16="http://schemas.microsoft.com/office/drawing/2014/main" id="{DB590691-22EE-4BBE-ACED-B45A9959CF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6" name="Line 48">
                <a:extLst>
                  <a:ext uri="{FF2B5EF4-FFF2-40B4-BE49-F238E27FC236}">
                    <a16:creationId xmlns:a16="http://schemas.microsoft.com/office/drawing/2014/main" id="{10D84ADA-1989-43D9-9DC2-2B7D0D2BB7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7" name="Line 50">
                <a:extLst>
                  <a:ext uri="{FF2B5EF4-FFF2-40B4-BE49-F238E27FC236}">
                    <a16:creationId xmlns:a16="http://schemas.microsoft.com/office/drawing/2014/main" id="{E00E2149-0FFD-4D25-9934-6EB5DB4370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8" name="Line 51">
                <a:extLst>
                  <a:ext uri="{FF2B5EF4-FFF2-40B4-BE49-F238E27FC236}">
                    <a16:creationId xmlns:a16="http://schemas.microsoft.com/office/drawing/2014/main" id="{0FD3ABD8-A9BD-4F74-88FA-41A357A2BA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9" name="Line 52">
                <a:extLst>
                  <a:ext uri="{FF2B5EF4-FFF2-40B4-BE49-F238E27FC236}">
                    <a16:creationId xmlns:a16="http://schemas.microsoft.com/office/drawing/2014/main" id="{B3736795-502C-42BA-A299-96B1C27DE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00" name="AutoShape 53" descr="Wide downward diagonal">
                <a:extLst>
                  <a:ext uri="{FF2B5EF4-FFF2-40B4-BE49-F238E27FC236}">
                    <a16:creationId xmlns:a16="http://schemas.microsoft.com/office/drawing/2014/main" id="{FD32D43E-4AFB-460F-AD4B-A6A938A026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01" name="AutoShape 54" descr="Wide downward diagonal">
                <a:extLst>
                  <a:ext uri="{FF2B5EF4-FFF2-40B4-BE49-F238E27FC236}">
                    <a16:creationId xmlns:a16="http://schemas.microsoft.com/office/drawing/2014/main" id="{10D3042F-27E8-435B-B611-E6108CC1C4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402" name="Group 57">
                <a:extLst>
                  <a:ext uri="{FF2B5EF4-FFF2-40B4-BE49-F238E27FC236}">
                    <a16:creationId xmlns:a16="http://schemas.microsoft.com/office/drawing/2014/main" id="{D7DC8143-2E63-4F33-8502-87F0B59907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418" name="Line 58">
                  <a:extLst>
                    <a:ext uri="{FF2B5EF4-FFF2-40B4-BE49-F238E27FC236}">
                      <a16:creationId xmlns:a16="http://schemas.microsoft.com/office/drawing/2014/main" id="{E6F7DCD3-8947-40FB-BA24-C77A3CFAA1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9" name="Line 59">
                  <a:extLst>
                    <a:ext uri="{FF2B5EF4-FFF2-40B4-BE49-F238E27FC236}">
                      <a16:creationId xmlns:a16="http://schemas.microsoft.com/office/drawing/2014/main" id="{BDDB1622-C539-4FCD-B24D-BD53F6ACA1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20" name="Line 60">
                  <a:extLst>
                    <a:ext uri="{FF2B5EF4-FFF2-40B4-BE49-F238E27FC236}">
                      <a16:creationId xmlns:a16="http://schemas.microsoft.com/office/drawing/2014/main" id="{7FE42A9D-BC0D-4C0B-80B8-9C4C162956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21" name="Line 61">
                  <a:extLst>
                    <a:ext uri="{FF2B5EF4-FFF2-40B4-BE49-F238E27FC236}">
                      <a16:creationId xmlns:a16="http://schemas.microsoft.com/office/drawing/2014/main" id="{26B56782-98F3-490E-9D03-4128DA7056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03" name="Group 62">
                <a:extLst>
                  <a:ext uri="{FF2B5EF4-FFF2-40B4-BE49-F238E27FC236}">
                    <a16:creationId xmlns:a16="http://schemas.microsoft.com/office/drawing/2014/main" id="{BC8030B2-4AA8-445B-8142-E2F7E0625B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414" name="Line 63">
                  <a:extLst>
                    <a:ext uri="{FF2B5EF4-FFF2-40B4-BE49-F238E27FC236}">
                      <a16:creationId xmlns:a16="http://schemas.microsoft.com/office/drawing/2014/main" id="{67FFBB08-B49F-48BD-8107-BD58959B1E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5" name="Line 64">
                  <a:extLst>
                    <a:ext uri="{FF2B5EF4-FFF2-40B4-BE49-F238E27FC236}">
                      <a16:creationId xmlns:a16="http://schemas.microsoft.com/office/drawing/2014/main" id="{9DCFD1E9-A668-483D-A7D2-DC95214271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6" name="Line 65">
                  <a:extLst>
                    <a:ext uri="{FF2B5EF4-FFF2-40B4-BE49-F238E27FC236}">
                      <a16:creationId xmlns:a16="http://schemas.microsoft.com/office/drawing/2014/main" id="{4D909335-DADC-401F-A670-08E32ACCA5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7" name="Line 66">
                  <a:extLst>
                    <a:ext uri="{FF2B5EF4-FFF2-40B4-BE49-F238E27FC236}">
                      <a16:creationId xmlns:a16="http://schemas.microsoft.com/office/drawing/2014/main" id="{929020D0-B73B-407E-9B66-D4E64988BA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04" name="Group 67">
                <a:extLst>
                  <a:ext uri="{FF2B5EF4-FFF2-40B4-BE49-F238E27FC236}">
                    <a16:creationId xmlns:a16="http://schemas.microsoft.com/office/drawing/2014/main" id="{7BF7D93A-2845-4BE3-8A15-D86C57C49A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410" name="Line 68">
                  <a:extLst>
                    <a:ext uri="{FF2B5EF4-FFF2-40B4-BE49-F238E27FC236}">
                      <a16:creationId xmlns:a16="http://schemas.microsoft.com/office/drawing/2014/main" id="{37A6A324-EFDD-481C-BC26-4577F35C2B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1" name="Line 69">
                  <a:extLst>
                    <a:ext uri="{FF2B5EF4-FFF2-40B4-BE49-F238E27FC236}">
                      <a16:creationId xmlns:a16="http://schemas.microsoft.com/office/drawing/2014/main" id="{B1B3D1C4-BF81-4B01-8235-D8BF054CC8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2" name="Line 70">
                  <a:extLst>
                    <a:ext uri="{FF2B5EF4-FFF2-40B4-BE49-F238E27FC236}">
                      <a16:creationId xmlns:a16="http://schemas.microsoft.com/office/drawing/2014/main" id="{D1ADAA1D-789B-4FCE-B5B7-E23F31D319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3" name="Line 71">
                  <a:extLst>
                    <a:ext uri="{FF2B5EF4-FFF2-40B4-BE49-F238E27FC236}">
                      <a16:creationId xmlns:a16="http://schemas.microsoft.com/office/drawing/2014/main" id="{B0280368-E2EE-4194-90EE-140A2137FA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05" name="Group 72">
                <a:extLst>
                  <a:ext uri="{FF2B5EF4-FFF2-40B4-BE49-F238E27FC236}">
                    <a16:creationId xmlns:a16="http://schemas.microsoft.com/office/drawing/2014/main" id="{810A7D00-8CE4-41FE-B56B-F7D8F20363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406" name="Line 73">
                  <a:extLst>
                    <a:ext uri="{FF2B5EF4-FFF2-40B4-BE49-F238E27FC236}">
                      <a16:creationId xmlns:a16="http://schemas.microsoft.com/office/drawing/2014/main" id="{C24DEBE2-884C-41F8-B76A-E4B275435F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7" name="Line 74">
                  <a:extLst>
                    <a:ext uri="{FF2B5EF4-FFF2-40B4-BE49-F238E27FC236}">
                      <a16:creationId xmlns:a16="http://schemas.microsoft.com/office/drawing/2014/main" id="{EB61D7FF-99B6-4738-BBAC-9C8A337BD2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8" name="Line 75">
                  <a:extLst>
                    <a:ext uri="{FF2B5EF4-FFF2-40B4-BE49-F238E27FC236}">
                      <a16:creationId xmlns:a16="http://schemas.microsoft.com/office/drawing/2014/main" id="{AB11909B-868C-43C8-9D3C-FEBAB8B1B8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9" name="Line 76">
                  <a:extLst>
                    <a:ext uri="{FF2B5EF4-FFF2-40B4-BE49-F238E27FC236}">
                      <a16:creationId xmlns:a16="http://schemas.microsoft.com/office/drawing/2014/main" id="{4E7D739A-C8BD-41A5-9E67-EF444BD651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275" name="Grupo 274">
              <a:extLst>
                <a:ext uri="{FF2B5EF4-FFF2-40B4-BE49-F238E27FC236}">
                  <a16:creationId xmlns:a16="http://schemas.microsoft.com/office/drawing/2014/main" id="{8FC6076E-3400-4CA3-891D-F8191087220A}"/>
                </a:ext>
              </a:extLst>
            </p:cNvPr>
            <p:cNvGrpSpPr/>
            <p:nvPr/>
          </p:nvGrpSpPr>
          <p:grpSpPr>
            <a:xfrm rot="10800000">
              <a:off x="4067944" y="3016670"/>
              <a:ext cx="231924" cy="228600"/>
              <a:chOff x="5643563" y="1257300"/>
              <a:chExt cx="231924" cy="228600"/>
            </a:xfrm>
          </p:grpSpPr>
          <p:sp>
            <p:nvSpPr>
              <p:cNvPr id="376" name="Line 43">
                <a:extLst>
                  <a:ext uri="{FF2B5EF4-FFF2-40B4-BE49-F238E27FC236}">
                    <a16:creationId xmlns:a16="http://schemas.microsoft.com/office/drawing/2014/main" id="{F781DB5A-77CA-4DAB-A54F-C1429F4757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21462" y="1279381"/>
                <a:ext cx="0" cy="184439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7" name="Line 44">
                <a:extLst>
                  <a:ext uri="{FF2B5EF4-FFF2-40B4-BE49-F238E27FC236}">
                    <a16:creationId xmlns:a16="http://schemas.microsoft.com/office/drawing/2014/main" id="{2B0F234C-F57E-46D2-A0D1-F35BAF6DBF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74531" y="1278082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8" name="Line 45">
                <a:extLst>
                  <a:ext uri="{FF2B5EF4-FFF2-40B4-BE49-F238E27FC236}">
                    <a16:creationId xmlns:a16="http://schemas.microsoft.com/office/drawing/2014/main" id="{10C60E01-B8F3-4296-9F30-9400221329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8188" y="1373765"/>
                <a:ext cx="57299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9" name="Line 46">
                <a:extLst>
                  <a:ext uri="{FF2B5EF4-FFF2-40B4-BE49-F238E27FC236}">
                    <a16:creationId xmlns:a16="http://schemas.microsoft.com/office/drawing/2014/main" id="{B23E00AE-82FB-480F-9C66-0F09697D3B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6005" y="1280247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80" name="Line 47">
                <a:extLst>
                  <a:ext uri="{FF2B5EF4-FFF2-40B4-BE49-F238E27FC236}">
                    <a16:creationId xmlns:a16="http://schemas.microsoft.com/office/drawing/2014/main" id="{4BB17E55-4587-406F-B5A7-D287EEAAC5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6346" y="1373332"/>
                <a:ext cx="57845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81" name="Line 48">
                <a:extLst>
                  <a:ext uri="{FF2B5EF4-FFF2-40B4-BE49-F238E27FC236}">
                    <a16:creationId xmlns:a16="http://schemas.microsoft.com/office/drawing/2014/main" id="{AF4E9691-4CE0-4961-B087-EC95AC6192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3563" y="137419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82" name="Line 50">
                <a:extLst>
                  <a:ext uri="{FF2B5EF4-FFF2-40B4-BE49-F238E27FC236}">
                    <a16:creationId xmlns:a16="http://schemas.microsoft.com/office/drawing/2014/main" id="{81C46D19-C889-4615-A9FC-4B7A8EFF7D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51202" y="135081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83" name="Line 51">
                <a:extLst>
                  <a:ext uri="{FF2B5EF4-FFF2-40B4-BE49-F238E27FC236}">
                    <a16:creationId xmlns:a16="http://schemas.microsoft.com/office/drawing/2014/main" id="{55538983-261B-4C93-84D4-1A73809834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5077" y="1351251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84" name="Line 52">
                <a:extLst>
                  <a:ext uri="{FF2B5EF4-FFF2-40B4-BE49-F238E27FC236}">
                    <a16:creationId xmlns:a16="http://schemas.microsoft.com/office/drawing/2014/main" id="{374BBA7E-7FCD-43F7-8BBC-99396DE062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6168" y="1394980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85" name="AutoShape 53" descr="Wide downward diagonal">
                <a:extLst>
                  <a:ext uri="{FF2B5EF4-FFF2-40B4-BE49-F238E27FC236}">
                    <a16:creationId xmlns:a16="http://schemas.microsoft.com/office/drawing/2014/main" id="{E9C26397-A880-4C75-BF96-1C0732CB0B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430482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386" name="AutoShape 54" descr="Wide downward diagonal">
                <a:extLst>
                  <a:ext uri="{FF2B5EF4-FFF2-40B4-BE49-F238E27FC236}">
                    <a16:creationId xmlns:a16="http://schemas.microsoft.com/office/drawing/2014/main" id="{6E42B304-57ED-4F6E-9908-A3FB6545A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257300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grpSp>
          <p:nvGrpSpPr>
            <p:cNvPr id="276" name="Group 78">
              <a:extLst>
                <a:ext uri="{FF2B5EF4-FFF2-40B4-BE49-F238E27FC236}">
                  <a16:creationId xmlns:a16="http://schemas.microsoft.com/office/drawing/2014/main" id="{D5432C66-F764-4AD3-A49C-FF90E83416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01281" y="3014072"/>
              <a:ext cx="1885950" cy="228600"/>
              <a:chOff x="1872" y="2160"/>
              <a:chExt cx="3456" cy="528"/>
            </a:xfrm>
          </p:grpSpPr>
          <p:grpSp>
            <p:nvGrpSpPr>
              <p:cNvPr id="333" name="Group 79">
                <a:extLst>
                  <a:ext uri="{FF2B5EF4-FFF2-40B4-BE49-F238E27FC236}">
                    <a16:creationId xmlns:a16="http://schemas.microsoft.com/office/drawing/2014/main" id="{92D5B30B-0131-4AF3-A526-366D0E8766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374" name="Arc 80">
                  <a:extLst>
                    <a:ext uri="{FF2B5EF4-FFF2-40B4-BE49-F238E27FC236}">
                      <a16:creationId xmlns:a16="http://schemas.microsoft.com/office/drawing/2014/main" id="{41170AED-F09D-40F7-AC14-244F3E2A9F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375" name="Arc 81">
                  <a:extLst>
                    <a:ext uri="{FF2B5EF4-FFF2-40B4-BE49-F238E27FC236}">
                      <a16:creationId xmlns:a16="http://schemas.microsoft.com/office/drawing/2014/main" id="{38B2D8CD-B246-4563-9CFD-C15DAC7C91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334" name="Group 82">
                <a:extLst>
                  <a:ext uri="{FF2B5EF4-FFF2-40B4-BE49-F238E27FC236}">
                    <a16:creationId xmlns:a16="http://schemas.microsoft.com/office/drawing/2014/main" id="{0100CC47-ADE6-4FA8-BA33-EF3ADD55B5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372" name="Arc 83">
                  <a:extLst>
                    <a:ext uri="{FF2B5EF4-FFF2-40B4-BE49-F238E27FC236}">
                      <a16:creationId xmlns:a16="http://schemas.microsoft.com/office/drawing/2014/main" id="{3A36638E-CC85-4353-A0C7-2814B30835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373" name="Arc 84">
                  <a:extLst>
                    <a:ext uri="{FF2B5EF4-FFF2-40B4-BE49-F238E27FC236}">
                      <a16:creationId xmlns:a16="http://schemas.microsoft.com/office/drawing/2014/main" id="{CCC4362E-41AD-4BD6-9E9E-9A29AC59B3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335" name="Line 85">
                <a:extLst>
                  <a:ext uri="{FF2B5EF4-FFF2-40B4-BE49-F238E27FC236}">
                    <a16:creationId xmlns:a16="http://schemas.microsoft.com/office/drawing/2014/main" id="{DCE2D1AA-DF7F-427A-B04C-DAB6FD8B3B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336" name="Group 86">
                <a:extLst>
                  <a:ext uri="{FF2B5EF4-FFF2-40B4-BE49-F238E27FC236}">
                    <a16:creationId xmlns:a16="http://schemas.microsoft.com/office/drawing/2014/main" id="{740F4801-1086-4B42-8464-F1262DAD3D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368" name="Line 87">
                  <a:extLst>
                    <a:ext uri="{FF2B5EF4-FFF2-40B4-BE49-F238E27FC236}">
                      <a16:creationId xmlns:a16="http://schemas.microsoft.com/office/drawing/2014/main" id="{1C9BF826-14D5-46A2-AABC-F55FFEEB02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69" name="Line 88">
                  <a:extLst>
                    <a:ext uri="{FF2B5EF4-FFF2-40B4-BE49-F238E27FC236}">
                      <a16:creationId xmlns:a16="http://schemas.microsoft.com/office/drawing/2014/main" id="{7C6723E7-7F67-4177-B918-DAD6F4EFCA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70" name="Line 89">
                  <a:extLst>
                    <a:ext uri="{FF2B5EF4-FFF2-40B4-BE49-F238E27FC236}">
                      <a16:creationId xmlns:a16="http://schemas.microsoft.com/office/drawing/2014/main" id="{37E6E658-369A-4BF2-87CE-ED6A3069BF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71" name="Line 90">
                  <a:extLst>
                    <a:ext uri="{FF2B5EF4-FFF2-40B4-BE49-F238E27FC236}">
                      <a16:creationId xmlns:a16="http://schemas.microsoft.com/office/drawing/2014/main" id="{490818C7-8C48-421E-8523-CC0E275AA1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337" name="Line 91">
                <a:extLst>
                  <a:ext uri="{FF2B5EF4-FFF2-40B4-BE49-F238E27FC236}">
                    <a16:creationId xmlns:a16="http://schemas.microsoft.com/office/drawing/2014/main" id="{28440567-D217-4AB7-A199-80F432B61C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38" name="Line 92">
                <a:extLst>
                  <a:ext uri="{FF2B5EF4-FFF2-40B4-BE49-F238E27FC236}">
                    <a16:creationId xmlns:a16="http://schemas.microsoft.com/office/drawing/2014/main" id="{76D96225-02BD-4FDF-860E-FA24C915D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39" name="Line 93">
                <a:extLst>
                  <a:ext uri="{FF2B5EF4-FFF2-40B4-BE49-F238E27FC236}">
                    <a16:creationId xmlns:a16="http://schemas.microsoft.com/office/drawing/2014/main" id="{8036F4B0-AB1A-441B-84D9-BBC8627E11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40" name="Line 94">
                <a:extLst>
                  <a:ext uri="{FF2B5EF4-FFF2-40B4-BE49-F238E27FC236}">
                    <a16:creationId xmlns:a16="http://schemas.microsoft.com/office/drawing/2014/main" id="{DCE92811-581B-4208-8361-053AECE33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41" name="Line 95">
                <a:extLst>
                  <a:ext uri="{FF2B5EF4-FFF2-40B4-BE49-F238E27FC236}">
                    <a16:creationId xmlns:a16="http://schemas.microsoft.com/office/drawing/2014/main" id="{7EA53EA1-7BAC-4609-9F51-64D0948B9C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42" name="Line 96">
                <a:extLst>
                  <a:ext uri="{FF2B5EF4-FFF2-40B4-BE49-F238E27FC236}">
                    <a16:creationId xmlns:a16="http://schemas.microsoft.com/office/drawing/2014/main" id="{F4C67EBD-0F57-4E6D-AA31-B237A1DD2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43" name="Line 97">
                <a:extLst>
                  <a:ext uri="{FF2B5EF4-FFF2-40B4-BE49-F238E27FC236}">
                    <a16:creationId xmlns:a16="http://schemas.microsoft.com/office/drawing/2014/main" id="{F31E9F0C-3D5E-40AF-844D-3FFBD0662C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44" name="Line 98">
                <a:extLst>
                  <a:ext uri="{FF2B5EF4-FFF2-40B4-BE49-F238E27FC236}">
                    <a16:creationId xmlns:a16="http://schemas.microsoft.com/office/drawing/2014/main" id="{071DD986-EC5A-4EAF-9F9C-3412B06732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45" name="Line 99">
                <a:extLst>
                  <a:ext uri="{FF2B5EF4-FFF2-40B4-BE49-F238E27FC236}">
                    <a16:creationId xmlns:a16="http://schemas.microsoft.com/office/drawing/2014/main" id="{4AF30E56-74B1-4322-A531-55BD8469AA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46" name="AutoShape 100" descr="Wide downward diagonal">
                <a:extLst>
                  <a:ext uri="{FF2B5EF4-FFF2-40B4-BE49-F238E27FC236}">
                    <a16:creationId xmlns:a16="http://schemas.microsoft.com/office/drawing/2014/main" id="{AB8E7F06-7302-4AAA-952C-B6997A6B59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347" name="AutoShape 101" descr="Wide downward diagonal">
                <a:extLst>
                  <a:ext uri="{FF2B5EF4-FFF2-40B4-BE49-F238E27FC236}">
                    <a16:creationId xmlns:a16="http://schemas.microsoft.com/office/drawing/2014/main" id="{2C520255-ED2F-45CA-BDC9-D2C8E4097C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348" name="Group 102">
                <a:extLst>
                  <a:ext uri="{FF2B5EF4-FFF2-40B4-BE49-F238E27FC236}">
                    <a16:creationId xmlns:a16="http://schemas.microsoft.com/office/drawing/2014/main" id="{CF654B11-3756-42BE-B169-7F7875CA1A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364" name="Line 103">
                  <a:extLst>
                    <a:ext uri="{FF2B5EF4-FFF2-40B4-BE49-F238E27FC236}">
                      <a16:creationId xmlns:a16="http://schemas.microsoft.com/office/drawing/2014/main" id="{5AF5E9FA-720D-4FBD-B9A0-DC06BAADA5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65" name="Line 104">
                  <a:extLst>
                    <a:ext uri="{FF2B5EF4-FFF2-40B4-BE49-F238E27FC236}">
                      <a16:creationId xmlns:a16="http://schemas.microsoft.com/office/drawing/2014/main" id="{122D4E5F-2714-4482-8129-78941B9E44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66" name="Line 105">
                  <a:extLst>
                    <a:ext uri="{FF2B5EF4-FFF2-40B4-BE49-F238E27FC236}">
                      <a16:creationId xmlns:a16="http://schemas.microsoft.com/office/drawing/2014/main" id="{38627A5E-54A4-4712-B9E0-F59BB5F652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67" name="Line 106">
                  <a:extLst>
                    <a:ext uri="{FF2B5EF4-FFF2-40B4-BE49-F238E27FC236}">
                      <a16:creationId xmlns:a16="http://schemas.microsoft.com/office/drawing/2014/main" id="{F3677FD2-73F4-40CA-AD8E-9B7A4F15C6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49" name="Group 107">
                <a:extLst>
                  <a:ext uri="{FF2B5EF4-FFF2-40B4-BE49-F238E27FC236}">
                    <a16:creationId xmlns:a16="http://schemas.microsoft.com/office/drawing/2014/main" id="{DD1E8E50-F5A2-47C7-B724-F506DF8044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360" name="Line 108">
                  <a:extLst>
                    <a:ext uri="{FF2B5EF4-FFF2-40B4-BE49-F238E27FC236}">
                      <a16:creationId xmlns:a16="http://schemas.microsoft.com/office/drawing/2014/main" id="{A0B05552-A5C1-46D3-BA86-D9A3A15606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61" name="Line 109">
                  <a:extLst>
                    <a:ext uri="{FF2B5EF4-FFF2-40B4-BE49-F238E27FC236}">
                      <a16:creationId xmlns:a16="http://schemas.microsoft.com/office/drawing/2014/main" id="{0EE3EB84-E7C5-4757-B47E-537BA02548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62" name="Line 110">
                  <a:extLst>
                    <a:ext uri="{FF2B5EF4-FFF2-40B4-BE49-F238E27FC236}">
                      <a16:creationId xmlns:a16="http://schemas.microsoft.com/office/drawing/2014/main" id="{035875D9-E4DD-4189-911F-942252581D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63" name="Line 111">
                  <a:extLst>
                    <a:ext uri="{FF2B5EF4-FFF2-40B4-BE49-F238E27FC236}">
                      <a16:creationId xmlns:a16="http://schemas.microsoft.com/office/drawing/2014/main" id="{BEF8C5E0-CF9E-419A-A7F2-077750D2C5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50" name="Group 112">
                <a:extLst>
                  <a:ext uri="{FF2B5EF4-FFF2-40B4-BE49-F238E27FC236}">
                    <a16:creationId xmlns:a16="http://schemas.microsoft.com/office/drawing/2014/main" id="{BE9C2827-D42D-4421-B7F6-752F2105CB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356" name="Line 113">
                  <a:extLst>
                    <a:ext uri="{FF2B5EF4-FFF2-40B4-BE49-F238E27FC236}">
                      <a16:creationId xmlns:a16="http://schemas.microsoft.com/office/drawing/2014/main" id="{E129DC0E-B124-4A67-9922-73CCBD68A0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57" name="Line 114">
                  <a:extLst>
                    <a:ext uri="{FF2B5EF4-FFF2-40B4-BE49-F238E27FC236}">
                      <a16:creationId xmlns:a16="http://schemas.microsoft.com/office/drawing/2014/main" id="{0E160805-A9DF-42FA-B731-C0439D629E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58" name="Line 115">
                  <a:extLst>
                    <a:ext uri="{FF2B5EF4-FFF2-40B4-BE49-F238E27FC236}">
                      <a16:creationId xmlns:a16="http://schemas.microsoft.com/office/drawing/2014/main" id="{00797C2B-145C-4826-BBBE-666ABAFBFE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59" name="Line 116">
                  <a:extLst>
                    <a:ext uri="{FF2B5EF4-FFF2-40B4-BE49-F238E27FC236}">
                      <a16:creationId xmlns:a16="http://schemas.microsoft.com/office/drawing/2014/main" id="{EC9D82E6-1366-4118-95F3-3FB12D6850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51" name="Group 117">
                <a:extLst>
                  <a:ext uri="{FF2B5EF4-FFF2-40B4-BE49-F238E27FC236}">
                    <a16:creationId xmlns:a16="http://schemas.microsoft.com/office/drawing/2014/main" id="{44BD3693-8392-4383-BF49-D452412459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352" name="Line 118">
                  <a:extLst>
                    <a:ext uri="{FF2B5EF4-FFF2-40B4-BE49-F238E27FC236}">
                      <a16:creationId xmlns:a16="http://schemas.microsoft.com/office/drawing/2014/main" id="{065C7C02-F9BA-4625-AA28-DA7D1282B5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53" name="Line 119">
                  <a:extLst>
                    <a:ext uri="{FF2B5EF4-FFF2-40B4-BE49-F238E27FC236}">
                      <a16:creationId xmlns:a16="http://schemas.microsoft.com/office/drawing/2014/main" id="{DBCB7DA1-D0F1-420E-8F82-5C2D909799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54" name="Line 120">
                  <a:extLst>
                    <a:ext uri="{FF2B5EF4-FFF2-40B4-BE49-F238E27FC236}">
                      <a16:creationId xmlns:a16="http://schemas.microsoft.com/office/drawing/2014/main" id="{7EC61FF4-E491-4FA4-A3D2-A4DF19238E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55" name="Line 121">
                  <a:extLst>
                    <a:ext uri="{FF2B5EF4-FFF2-40B4-BE49-F238E27FC236}">
                      <a16:creationId xmlns:a16="http://schemas.microsoft.com/office/drawing/2014/main" id="{5BEF7C2C-673C-43F6-805B-E53CDB0E1E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277" name="Group 78">
              <a:extLst>
                <a:ext uri="{FF2B5EF4-FFF2-40B4-BE49-F238E27FC236}">
                  <a16:creationId xmlns:a16="http://schemas.microsoft.com/office/drawing/2014/main" id="{BAE9F948-771F-4515-AE8C-99A72752BCC9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2194598" y="3016670"/>
              <a:ext cx="1885950" cy="228600"/>
              <a:chOff x="1872" y="2160"/>
              <a:chExt cx="3456" cy="528"/>
            </a:xfrm>
          </p:grpSpPr>
          <p:grpSp>
            <p:nvGrpSpPr>
              <p:cNvPr id="278" name="Group 79">
                <a:extLst>
                  <a:ext uri="{FF2B5EF4-FFF2-40B4-BE49-F238E27FC236}">
                    <a16:creationId xmlns:a16="http://schemas.microsoft.com/office/drawing/2014/main" id="{B6D3C3DB-B6C2-460F-9A14-445B9F4823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331" name="Arc 80">
                  <a:extLst>
                    <a:ext uri="{FF2B5EF4-FFF2-40B4-BE49-F238E27FC236}">
                      <a16:creationId xmlns:a16="http://schemas.microsoft.com/office/drawing/2014/main" id="{0741C17D-FBD3-41B7-9A67-D0BC80D670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332" name="Arc 81">
                  <a:extLst>
                    <a:ext uri="{FF2B5EF4-FFF2-40B4-BE49-F238E27FC236}">
                      <a16:creationId xmlns:a16="http://schemas.microsoft.com/office/drawing/2014/main" id="{8F8E7992-C402-4D19-8607-0347CFF7FD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279" name="Group 82">
                <a:extLst>
                  <a:ext uri="{FF2B5EF4-FFF2-40B4-BE49-F238E27FC236}">
                    <a16:creationId xmlns:a16="http://schemas.microsoft.com/office/drawing/2014/main" id="{FDF3827D-4C70-49BF-A769-BD2D884CF8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329" name="Arc 83">
                  <a:extLst>
                    <a:ext uri="{FF2B5EF4-FFF2-40B4-BE49-F238E27FC236}">
                      <a16:creationId xmlns:a16="http://schemas.microsoft.com/office/drawing/2014/main" id="{5B5C07FD-0E40-4C79-9766-BCF4E55879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330" name="Arc 84">
                  <a:extLst>
                    <a:ext uri="{FF2B5EF4-FFF2-40B4-BE49-F238E27FC236}">
                      <a16:creationId xmlns:a16="http://schemas.microsoft.com/office/drawing/2014/main" id="{07A85EB2-1D24-4412-9030-E9944E9B4A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280" name="Line 85">
                <a:extLst>
                  <a:ext uri="{FF2B5EF4-FFF2-40B4-BE49-F238E27FC236}">
                    <a16:creationId xmlns:a16="http://schemas.microsoft.com/office/drawing/2014/main" id="{EBF8B70C-B1CD-4F3D-8419-A3DADEF833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281" name="Group 86">
                <a:extLst>
                  <a:ext uri="{FF2B5EF4-FFF2-40B4-BE49-F238E27FC236}">
                    <a16:creationId xmlns:a16="http://schemas.microsoft.com/office/drawing/2014/main" id="{032DFDAB-FEE2-4B7A-A30C-18C8666356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325" name="Line 87">
                  <a:extLst>
                    <a:ext uri="{FF2B5EF4-FFF2-40B4-BE49-F238E27FC236}">
                      <a16:creationId xmlns:a16="http://schemas.microsoft.com/office/drawing/2014/main" id="{3E9FFDC9-A65F-4490-A07A-3D9038FDEA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6" name="Line 88">
                  <a:extLst>
                    <a:ext uri="{FF2B5EF4-FFF2-40B4-BE49-F238E27FC236}">
                      <a16:creationId xmlns:a16="http://schemas.microsoft.com/office/drawing/2014/main" id="{16297D58-38A0-4C8C-B873-B88874F335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7" name="Line 89">
                  <a:extLst>
                    <a:ext uri="{FF2B5EF4-FFF2-40B4-BE49-F238E27FC236}">
                      <a16:creationId xmlns:a16="http://schemas.microsoft.com/office/drawing/2014/main" id="{89284C21-BD63-45EB-9244-28EE2EE064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8" name="Line 90">
                  <a:extLst>
                    <a:ext uri="{FF2B5EF4-FFF2-40B4-BE49-F238E27FC236}">
                      <a16:creationId xmlns:a16="http://schemas.microsoft.com/office/drawing/2014/main" id="{834F708D-EE09-4F8E-8DF5-83C13851DD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82" name="Line 91">
                <a:extLst>
                  <a:ext uri="{FF2B5EF4-FFF2-40B4-BE49-F238E27FC236}">
                    <a16:creationId xmlns:a16="http://schemas.microsoft.com/office/drawing/2014/main" id="{9E0249EB-502E-4B5C-9BD7-67763C738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83" name="Line 92">
                <a:extLst>
                  <a:ext uri="{FF2B5EF4-FFF2-40B4-BE49-F238E27FC236}">
                    <a16:creationId xmlns:a16="http://schemas.microsoft.com/office/drawing/2014/main" id="{C83B2EA0-3C3B-47B1-B3D3-A6D32A54B7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84" name="Line 93">
                <a:extLst>
                  <a:ext uri="{FF2B5EF4-FFF2-40B4-BE49-F238E27FC236}">
                    <a16:creationId xmlns:a16="http://schemas.microsoft.com/office/drawing/2014/main" id="{CA1BE742-BC8E-46B1-AA8F-B32CC219D9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85" name="Line 94">
                <a:extLst>
                  <a:ext uri="{FF2B5EF4-FFF2-40B4-BE49-F238E27FC236}">
                    <a16:creationId xmlns:a16="http://schemas.microsoft.com/office/drawing/2014/main" id="{863C53D7-DB8D-474E-95A2-0455FFB4AF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88" name="Line 95">
                <a:extLst>
                  <a:ext uri="{FF2B5EF4-FFF2-40B4-BE49-F238E27FC236}">
                    <a16:creationId xmlns:a16="http://schemas.microsoft.com/office/drawing/2014/main" id="{FC4ED87D-0A3C-423C-AF51-BCFB64E9BF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89" name="Line 96">
                <a:extLst>
                  <a:ext uri="{FF2B5EF4-FFF2-40B4-BE49-F238E27FC236}">
                    <a16:creationId xmlns:a16="http://schemas.microsoft.com/office/drawing/2014/main" id="{33D0F07A-D7E9-416E-974A-C50E6F0D5A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0" name="Line 97">
                <a:extLst>
                  <a:ext uri="{FF2B5EF4-FFF2-40B4-BE49-F238E27FC236}">
                    <a16:creationId xmlns:a16="http://schemas.microsoft.com/office/drawing/2014/main" id="{BB73822D-A7D1-43DF-9A26-C2E28498C3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1" name="Line 98">
                <a:extLst>
                  <a:ext uri="{FF2B5EF4-FFF2-40B4-BE49-F238E27FC236}">
                    <a16:creationId xmlns:a16="http://schemas.microsoft.com/office/drawing/2014/main" id="{10B965AF-F553-4ED0-820B-BA00AD5B3A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2" name="Line 99">
                <a:extLst>
                  <a:ext uri="{FF2B5EF4-FFF2-40B4-BE49-F238E27FC236}">
                    <a16:creationId xmlns:a16="http://schemas.microsoft.com/office/drawing/2014/main" id="{DE0A67E4-F6E0-4FDE-A401-8E27B2BED4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3" name="AutoShape 100" descr="Wide downward diagonal">
                <a:extLst>
                  <a:ext uri="{FF2B5EF4-FFF2-40B4-BE49-F238E27FC236}">
                    <a16:creationId xmlns:a16="http://schemas.microsoft.com/office/drawing/2014/main" id="{CEE17990-285D-43FD-8525-CDC50DA5D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98" name="AutoShape 101" descr="Wide downward diagonal">
                <a:extLst>
                  <a:ext uri="{FF2B5EF4-FFF2-40B4-BE49-F238E27FC236}">
                    <a16:creationId xmlns:a16="http://schemas.microsoft.com/office/drawing/2014/main" id="{EDF78EF6-F3CA-48E6-840A-20A19649E1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299" name="Group 102">
                <a:extLst>
                  <a:ext uri="{FF2B5EF4-FFF2-40B4-BE49-F238E27FC236}">
                    <a16:creationId xmlns:a16="http://schemas.microsoft.com/office/drawing/2014/main" id="{8B57FBA1-7D12-49B7-B1F9-7103DD4BE7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321" name="Line 103">
                  <a:extLst>
                    <a:ext uri="{FF2B5EF4-FFF2-40B4-BE49-F238E27FC236}">
                      <a16:creationId xmlns:a16="http://schemas.microsoft.com/office/drawing/2014/main" id="{123D050C-52E9-4045-860C-F39EBC3FFA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2" name="Line 104">
                  <a:extLst>
                    <a:ext uri="{FF2B5EF4-FFF2-40B4-BE49-F238E27FC236}">
                      <a16:creationId xmlns:a16="http://schemas.microsoft.com/office/drawing/2014/main" id="{E565C521-EC7B-41F7-8D10-09F1910430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3" name="Line 105">
                  <a:extLst>
                    <a:ext uri="{FF2B5EF4-FFF2-40B4-BE49-F238E27FC236}">
                      <a16:creationId xmlns:a16="http://schemas.microsoft.com/office/drawing/2014/main" id="{4CAE41DA-C4CC-48E1-BEB0-D0487DC570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4" name="Line 106">
                  <a:extLst>
                    <a:ext uri="{FF2B5EF4-FFF2-40B4-BE49-F238E27FC236}">
                      <a16:creationId xmlns:a16="http://schemas.microsoft.com/office/drawing/2014/main" id="{ECFF243C-0DE8-46E6-8AF6-B96A016CAA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00" name="Group 107">
                <a:extLst>
                  <a:ext uri="{FF2B5EF4-FFF2-40B4-BE49-F238E27FC236}">
                    <a16:creationId xmlns:a16="http://schemas.microsoft.com/office/drawing/2014/main" id="{41ED4966-85A9-486B-B7F2-E3FBFDEA0D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317" name="Line 108">
                  <a:extLst>
                    <a:ext uri="{FF2B5EF4-FFF2-40B4-BE49-F238E27FC236}">
                      <a16:creationId xmlns:a16="http://schemas.microsoft.com/office/drawing/2014/main" id="{02313ED2-3BBF-46D2-A1A6-1399A54EEE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8" name="Line 109">
                  <a:extLst>
                    <a:ext uri="{FF2B5EF4-FFF2-40B4-BE49-F238E27FC236}">
                      <a16:creationId xmlns:a16="http://schemas.microsoft.com/office/drawing/2014/main" id="{48471FA4-5364-4599-9AF2-9A91A38BD5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9" name="Line 110">
                  <a:extLst>
                    <a:ext uri="{FF2B5EF4-FFF2-40B4-BE49-F238E27FC236}">
                      <a16:creationId xmlns:a16="http://schemas.microsoft.com/office/drawing/2014/main" id="{16F7867A-A839-418B-B0CC-1743FA8D6D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0" name="Line 111">
                  <a:extLst>
                    <a:ext uri="{FF2B5EF4-FFF2-40B4-BE49-F238E27FC236}">
                      <a16:creationId xmlns:a16="http://schemas.microsoft.com/office/drawing/2014/main" id="{ECDDE99F-D004-44C2-9CCE-622486F7AE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05" name="Group 112">
                <a:extLst>
                  <a:ext uri="{FF2B5EF4-FFF2-40B4-BE49-F238E27FC236}">
                    <a16:creationId xmlns:a16="http://schemas.microsoft.com/office/drawing/2014/main" id="{8126DA9D-E4F5-48EE-A267-C9B529F24C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313" name="Line 113">
                  <a:extLst>
                    <a:ext uri="{FF2B5EF4-FFF2-40B4-BE49-F238E27FC236}">
                      <a16:creationId xmlns:a16="http://schemas.microsoft.com/office/drawing/2014/main" id="{520037FE-FB5B-490C-9AD8-746806BBD9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4" name="Line 114">
                  <a:extLst>
                    <a:ext uri="{FF2B5EF4-FFF2-40B4-BE49-F238E27FC236}">
                      <a16:creationId xmlns:a16="http://schemas.microsoft.com/office/drawing/2014/main" id="{FF131DD2-797A-4847-A294-03AB3C55C3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5" name="Line 115">
                  <a:extLst>
                    <a:ext uri="{FF2B5EF4-FFF2-40B4-BE49-F238E27FC236}">
                      <a16:creationId xmlns:a16="http://schemas.microsoft.com/office/drawing/2014/main" id="{ADC55E57-EAC1-4F9D-A84C-F5D41F5A88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6" name="Line 116">
                  <a:extLst>
                    <a:ext uri="{FF2B5EF4-FFF2-40B4-BE49-F238E27FC236}">
                      <a16:creationId xmlns:a16="http://schemas.microsoft.com/office/drawing/2014/main" id="{8166BA18-F049-4576-B2DE-B6F60C59D0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06" name="Group 117">
                <a:extLst>
                  <a:ext uri="{FF2B5EF4-FFF2-40B4-BE49-F238E27FC236}">
                    <a16:creationId xmlns:a16="http://schemas.microsoft.com/office/drawing/2014/main" id="{023F83A1-38B2-489A-A745-8C21AE3820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309" name="Line 118">
                  <a:extLst>
                    <a:ext uri="{FF2B5EF4-FFF2-40B4-BE49-F238E27FC236}">
                      <a16:creationId xmlns:a16="http://schemas.microsoft.com/office/drawing/2014/main" id="{8DC6CCCB-162B-4C48-B393-A0039F5F79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0" name="Line 119">
                  <a:extLst>
                    <a:ext uri="{FF2B5EF4-FFF2-40B4-BE49-F238E27FC236}">
                      <a16:creationId xmlns:a16="http://schemas.microsoft.com/office/drawing/2014/main" id="{6886AD9F-333F-4DB0-8875-2EA0D58F33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1" name="Line 120">
                  <a:extLst>
                    <a:ext uri="{FF2B5EF4-FFF2-40B4-BE49-F238E27FC236}">
                      <a16:creationId xmlns:a16="http://schemas.microsoft.com/office/drawing/2014/main" id="{E36365DA-6412-4FD6-81B2-64A02C99AB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2" name="Line 121">
                  <a:extLst>
                    <a:ext uri="{FF2B5EF4-FFF2-40B4-BE49-F238E27FC236}">
                      <a16:creationId xmlns:a16="http://schemas.microsoft.com/office/drawing/2014/main" id="{F91F0971-770F-4753-AF46-85BF5BBE33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</p:grpSp>
      <p:sp>
        <p:nvSpPr>
          <p:cNvPr id="516" name="CuadroTexto 515">
            <a:extLst>
              <a:ext uri="{FF2B5EF4-FFF2-40B4-BE49-F238E27FC236}">
                <a16:creationId xmlns:a16="http://schemas.microsoft.com/office/drawing/2014/main" id="{49121D20-1D65-41EB-A58D-73A498D6AF62}"/>
              </a:ext>
            </a:extLst>
          </p:cNvPr>
          <p:cNvSpPr txBox="1"/>
          <p:nvPr/>
        </p:nvSpPr>
        <p:spPr>
          <a:xfrm>
            <a:off x="3635896" y="4669624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Cart</a:t>
            </a:r>
          </a:p>
        </p:txBody>
      </p:sp>
      <p:cxnSp>
        <p:nvCxnSpPr>
          <p:cNvPr id="517" name="Conector recto 516">
            <a:extLst>
              <a:ext uri="{FF2B5EF4-FFF2-40B4-BE49-F238E27FC236}">
                <a16:creationId xmlns:a16="http://schemas.microsoft.com/office/drawing/2014/main" id="{96DE3756-431D-4065-8424-3A262610AB1C}"/>
              </a:ext>
            </a:extLst>
          </p:cNvPr>
          <p:cNvCxnSpPr>
            <a:cxnSpLocks/>
          </p:cNvCxnSpPr>
          <p:nvPr/>
        </p:nvCxnSpPr>
        <p:spPr>
          <a:xfrm flipV="1">
            <a:off x="7196920" y="3651870"/>
            <a:ext cx="0" cy="409380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Conector recto 517">
            <a:extLst>
              <a:ext uri="{FF2B5EF4-FFF2-40B4-BE49-F238E27FC236}">
                <a16:creationId xmlns:a16="http://schemas.microsoft.com/office/drawing/2014/main" id="{C8D37D9B-E90C-4518-B5BB-BCC7CA47B4C9}"/>
              </a:ext>
            </a:extLst>
          </p:cNvPr>
          <p:cNvCxnSpPr>
            <a:cxnSpLocks/>
          </p:cNvCxnSpPr>
          <p:nvPr/>
        </p:nvCxnSpPr>
        <p:spPr>
          <a:xfrm>
            <a:off x="7204920" y="4411011"/>
            <a:ext cx="0" cy="389291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9" name="CuadroTexto 518">
            <a:extLst>
              <a:ext uri="{FF2B5EF4-FFF2-40B4-BE49-F238E27FC236}">
                <a16:creationId xmlns:a16="http://schemas.microsoft.com/office/drawing/2014/main" id="{EF472FEE-419D-4DD2-9E64-337FF0E9E1D6}"/>
              </a:ext>
            </a:extLst>
          </p:cNvPr>
          <p:cNvSpPr txBox="1"/>
          <p:nvPr/>
        </p:nvSpPr>
        <p:spPr>
          <a:xfrm>
            <a:off x="7314575" y="4538819"/>
            <a:ext cx="702436" cy="261610"/>
          </a:xfrm>
          <a:prstGeom prst="rect">
            <a:avLst/>
          </a:prstGeom>
          <a:noFill/>
          <a:ln>
            <a:solidFill>
              <a:srgbClr val="4C2600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4C2600"/>
                </a:solidFill>
              </a:rPr>
              <a:t>Forward</a:t>
            </a:r>
          </a:p>
        </p:txBody>
      </p:sp>
      <p:sp>
        <p:nvSpPr>
          <p:cNvPr id="520" name="CuadroTexto 519">
            <a:extLst>
              <a:ext uri="{FF2B5EF4-FFF2-40B4-BE49-F238E27FC236}">
                <a16:creationId xmlns:a16="http://schemas.microsoft.com/office/drawing/2014/main" id="{0E56C2A2-AECB-454C-BEEC-93E7C8269B36}"/>
              </a:ext>
            </a:extLst>
          </p:cNvPr>
          <p:cNvSpPr txBox="1"/>
          <p:nvPr/>
        </p:nvSpPr>
        <p:spPr>
          <a:xfrm>
            <a:off x="7306560" y="3652297"/>
            <a:ext cx="710451" cy="26161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C000"/>
                </a:solidFill>
              </a:rPr>
              <a:t>Reverse</a:t>
            </a:r>
          </a:p>
        </p:txBody>
      </p:sp>
      <p:pic>
        <p:nvPicPr>
          <p:cNvPr id="521" name="Gráfico 520" descr="Hombre">
            <a:extLst>
              <a:ext uri="{FF2B5EF4-FFF2-40B4-BE49-F238E27FC236}">
                <a16:creationId xmlns:a16="http://schemas.microsoft.com/office/drawing/2014/main" id="{B902905E-BBB3-4383-8585-E99E4EC450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3888" y="4299942"/>
            <a:ext cx="137061" cy="137061"/>
          </a:xfrm>
          <a:prstGeom prst="rect">
            <a:avLst/>
          </a:prstGeom>
        </p:spPr>
      </p:pic>
      <p:cxnSp>
        <p:nvCxnSpPr>
          <p:cNvPr id="522" name="Conector recto de flecha 521">
            <a:extLst>
              <a:ext uri="{FF2B5EF4-FFF2-40B4-BE49-F238E27FC236}">
                <a16:creationId xmlns:a16="http://schemas.microsoft.com/office/drawing/2014/main" id="{797C45C2-BDB5-4E2B-9C55-0571366F8A80}"/>
              </a:ext>
            </a:extLst>
          </p:cNvPr>
          <p:cNvCxnSpPr>
            <a:cxnSpLocks/>
          </p:cNvCxnSpPr>
          <p:nvPr/>
        </p:nvCxnSpPr>
        <p:spPr>
          <a:xfrm flipV="1">
            <a:off x="4691327" y="1491630"/>
            <a:ext cx="0" cy="88704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3" name="CuadroTexto 522">
            <a:extLst>
              <a:ext uri="{FF2B5EF4-FFF2-40B4-BE49-F238E27FC236}">
                <a16:creationId xmlns:a16="http://schemas.microsoft.com/office/drawing/2014/main" id="{4AC988D4-0F32-46D0-BC76-6B884869DF44}"/>
              </a:ext>
            </a:extLst>
          </p:cNvPr>
          <p:cNvSpPr txBox="1"/>
          <p:nvPr/>
        </p:nvSpPr>
        <p:spPr>
          <a:xfrm>
            <a:off x="116089" y="3138522"/>
            <a:ext cx="217239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Center Feed Linear</a:t>
            </a:r>
          </a:p>
        </p:txBody>
      </p:sp>
      <p:sp>
        <p:nvSpPr>
          <p:cNvPr id="524" name="CuadroTexto 523">
            <a:extLst>
              <a:ext uri="{FF2B5EF4-FFF2-40B4-BE49-F238E27FC236}">
                <a16:creationId xmlns:a16="http://schemas.microsoft.com/office/drawing/2014/main" id="{E91A78A2-1957-4424-8677-CE979C35B022}"/>
              </a:ext>
            </a:extLst>
          </p:cNvPr>
          <p:cNvSpPr txBox="1"/>
          <p:nvPr/>
        </p:nvSpPr>
        <p:spPr>
          <a:xfrm>
            <a:off x="604013" y="556974"/>
            <a:ext cx="1762021" cy="27699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Reverse Guidance Box</a:t>
            </a:r>
          </a:p>
        </p:txBody>
      </p:sp>
      <p:sp>
        <p:nvSpPr>
          <p:cNvPr id="525" name="CuadroTexto 524">
            <a:extLst>
              <a:ext uri="{FF2B5EF4-FFF2-40B4-BE49-F238E27FC236}">
                <a16:creationId xmlns:a16="http://schemas.microsoft.com/office/drawing/2014/main" id="{810933A6-F4EC-4799-99CF-D1F39C1002AD}"/>
              </a:ext>
            </a:extLst>
          </p:cNvPr>
          <p:cNvSpPr txBox="1"/>
          <p:nvPr/>
        </p:nvSpPr>
        <p:spPr>
          <a:xfrm>
            <a:off x="604013" y="1447758"/>
            <a:ext cx="1754006" cy="27699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Forward Guidance Box</a:t>
            </a:r>
          </a:p>
        </p:txBody>
      </p:sp>
      <p:cxnSp>
        <p:nvCxnSpPr>
          <p:cNvPr id="526" name="Conector recto de flecha 525">
            <a:extLst>
              <a:ext uri="{FF2B5EF4-FFF2-40B4-BE49-F238E27FC236}">
                <a16:creationId xmlns:a16="http://schemas.microsoft.com/office/drawing/2014/main" id="{2615CE1E-D95C-4CEC-829A-8D875187D91B}"/>
              </a:ext>
            </a:extLst>
          </p:cNvPr>
          <p:cNvCxnSpPr>
            <a:cxnSpLocks/>
          </p:cNvCxnSpPr>
          <p:nvPr/>
        </p:nvCxnSpPr>
        <p:spPr>
          <a:xfrm flipH="1" flipV="1">
            <a:off x="400157" y="1244396"/>
            <a:ext cx="200504" cy="20102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Conector recto de flecha 526">
            <a:extLst>
              <a:ext uri="{FF2B5EF4-FFF2-40B4-BE49-F238E27FC236}">
                <a16:creationId xmlns:a16="http://schemas.microsoft.com/office/drawing/2014/main" id="{26AEBDE5-7B68-4E44-9EED-E67EC5D59B40}"/>
              </a:ext>
            </a:extLst>
          </p:cNvPr>
          <p:cNvCxnSpPr>
            <a:cxnSpLocks/>
          </p:cNvCxnSpPr>
          <p:nvPr/>
        </p:nvCxnSpPr>
        <p:spPr>
          <a:xfrm flipH="1">
            <a:off x="409839" y="835369"/>
            <a:ext cx="190822" cy="20098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8" name="CuadroTexto 527">
            <a:extLst>
              <a:ext uri="{FF2B5EF4-FFF2-40B4-BE49-F238E27FC236}">
                <a16:creationId xmlns:a16="http://schemas.microsoft.com/office/drawing/2014/main" id="{BAFA0962-2266-4639-911D-FC888F655D58}"/>
              </a:ext>
            </a:extLst>
          </p:cNvPr>
          <p:cNvSpPr txBox="1"/>
          <p:nvPr/>
        </p:nvSpPr>
        <p:spPr>
          <a:xfrm>
            <a:off x="1823528" y="3651870"/>
            <a:ext cx="1762021" cy="27699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Reverse Guidance Box</a:t>
            </a:r>
          </a:p>
        </p:txBody>
      </p:sp>
      <p:sp>
        <p:nvSpPr>
          <p:cNvPr id="529" name="CuadroTexto 528">
            <a:extLst>
              <a:ext uri="{FF2B5EF4-FFF2-40B4-BE49-F238E27FC236}">
                <a16:creationId xmlns:a16="http://schemas.microsoft.com/office/drawing/2014/main" id="{8FD8166A-64B2-4A18-BD7F-229BE7A62C61}"/>
              </a:ext>
            </a:extLst>
          </p:cNvPr>
          <p:cNvSpPr txBox="1"/>
          <p:nvPr/>
        </p:nvSpPr>
        <p:spPr>
          <a:xfrm>
            <a:off x="1823528" y="4542654"/>
            <a:ext cx="1754006" cy="27699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Forward Guidance Box</a:t>
            </a:r>
          </a:p>
        </p:txBody>
      </p:sp>
      <p:cxnSp>
        <p:nvCxnSpPr>
          <p:cNvPr id="530" name="Conector recto de flecha 529">
            <a:extLst>
              <a:ext uri="{FF2B5EF4-FFF2-40B4-BE49-F238E27FC236}">
                <a16:creationId xmlns:a16="http://schemas.microsoft.com/office/drawing/2014/main" id="{1B783C76-9C17-4D4A-9430-16D8628676A6}"/>
              </a:ext>
            </a:extLst>
          </p:cNvPr>
          <p:cNvCxnSpPr>
            <a:cxnSpLocks/>
          </p:cNvCxnSpPr>
          <p:nvPr/>
        </p:nvCxnSpPr>
        <p:spPr>
          <a:xfrm flipV="1">
            <a:off x="3573072" y="4374948"/>
            <a:ext cx="197773" cy="16526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Conector recto de flecha 530">
            <a:extLst>
              <a:ext uri="{FF2B5EF4-FFF2-40B4-BE49-F238E27FC236}">
                <a16:creationId xmlns:a16="http://schemas.microsoft.com/office/drawing/2014/main" id="{B5B3E700-A78C-4A46-AA36-F344A92DB4DA}"/>
              </a:ext>
            </a:extLst>
          </p:cNvPr>
          <p:cNvCxnSpPr>
            <a:cxnSpLocks/>
          </p:cNvCxnSpPr>
          <p:nvPr/>
        </p:nvCxnSpPr>
        <p:spPr>
          <a:xfrm>
            <a:off x="3582588" y="3929057"/>
            <a:ext cx="189073" cy="16896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8201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texto&#10;&#10;Descripción generada automáticamente">
            <a:extLst>
              <a:ext uri="{FF2B5EF4-FFF2-40B4-BE49-F238E27FC236}">
                <a16:creationId xmlns:a16="http://schemas.microsoft.com/office/drawing/2014/main" id="{CF1D1ECC-95B0-49AC-B256-B82862576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550" y="0"/>
            <a:ext cx="695384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888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Imagen que contiene texto&#10;&#10;Descripción generada automáticamente">
            <a:extLst>
              <a:ext uri="{FF2B5EF4-FFF2-40B4-BE49-F238E27FC236}">
                <a16:creationId xmlns:a16="http://schemas.microsoft.com/office/drawing/2014/main" id="{77593E91-F356-4955-AFE1-F9FB77D3C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550" y="0"/>
            <a:ext cx="6953842" cy="51435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317DCFE-FC78-4985-A8A7-C01589DD103B}"/>
              </a:ext>
            </a:extLst>
          </p:cNvPr>
          <p:cNvSpPr txBox="1"/>
          <p:nvPr/>
        </p:nvSpPr>
        <p:spPr>
          <a:xfrm>
            <a:off x="72008" y="123478"/>
            <a:ext cx="1822037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Panel Terminals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8E7BB66-3536-4067-AAFB-DBB09E08A432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894045" y="308144"/>
            <a:ext cx="589723" cy="7010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DEE6F324-3F8A-42E9-8CD6-E9982E5CF60D}"/>
              </a:ext>
            </a:extLst>
          </p:cNvPr>
          <p:cNvSpPr/>
          <p:nvPr/>
        </p:nvSpPr>
        <p:spPr>
          <a:xfrm>
            <a:off x="3851920" y="1458000"/>
            <a:ext cx="936104" cy="237626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E4FD04F-B5FB-4452-A187-80A0FC43466C}"/>
              </a:ext>
            </a:extLst>
          </p:cNvPr>
          <p:cNvSpPr txBox="1"/>
          <p:nvPr/>
        </p:nvSpPr>
        <p:spPr>
          <a:xfrm>
            <a:off x="6372200" y="315916"/>
            <a:ext cx="2544286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Forward Guidance Box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01DD097-F8A1-4788-AEB3-A27932952FDC}"/>
              </a:ext>
            </a:extLst>
          </p:cNvPr>
          <p:cNvSpPr/>
          <p:nvPr/>
        </p:nvSpPr>
        <p:spPr>
          <a:xfrm>
            <a:off x="5258683" y="1458000"/>
            <a:ext cx="1099684" cy="237626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E50BFBD-448B-446D-9461-BDD08BA03395}"/>
              </a:ext>
            </a:extLst>
          </p:cNvPr>
          <p:cNvSpPr txBox="1"/>
          <p:nvPr/>
        </p:nvSpPr>
        <p:spPr>
          <a:xfrm>
            <a:off x="6372154" y="816498"/>
            <a:ext cx="255711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Reverse Guidance Box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F0EE074C-3572-4FFC-8844-01EFA33A8EA7}"/>
              </a:ext>
            </a:extLst>
          </p:cNvPr>
          <p:cNvCxnSpPr>
            <a:cxnSpLocks/>
          </p:cNvCxnSpPr>
          <p:nvPr/>
        </p:nvCxnSpPr>
        <p:spPr>
          <a:xfrm flipH="1">
            <a:off x="6388897" y="1185830"/>
            <a:ext cx="415351" cy="49046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42F1423C-6E01-4B60-BA46-FDFE55DFE772}"/>
              </a:ext>
            </a:extLst>
          </p:cNvPr>
          <p:cNvCxnSpPr>
            <a:stCxn id="12" idx="1"/>
          </p:cNvCxnSpPr>
          <p:nvPr/>
        </p:nvCxnSpPr>
        <p:spPr>
          <a:xfrm flipH="1">
            <a:off x="4804721" y="500582"/>
            <a:ext cx="1567479" cy="113506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E611525-73EF-474E-B518-0DC1A0BA27BF}"/>
              </a:ext>
            </a:extLst>
          </p:cNvPr>
          <p:cNvSpPr txBox="1"/>
          <p:nvPr/>
        </p:nvSpPr>
        <p:spPr>
          <a:xfrm>
            <a:off x="44320" y="2007384"/>
            <a:ext cx="1919115" cy="33855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KC: Cart Contactor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02175361-DD83-4C49-855E-ED3B4BA391FB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963435" y="2176661"/>
            <a:ext cx="1096397" cy="53910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809655D-579D-4B85-BB76-833D803C14CA}"/>
              </a:ext>
            </a:extLst>
          </p:cNvPr>
          <p:cNvSpPr txBox="1"/>
          <p:nvPr/>
        </p:nvSpPr>
        <p:spPr>
          <a:xfrm>
            <a:off x="45202" y="4134293"/>
            <a:ext cx="1574470" cy="58477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KG: Guidance</a:t>
            </a: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Selector Relay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96899FD4-AF12-49D9-B31D-FC4D75E0272E}"/>
              </a:ext>
            </a:extLst>
          </p:cNvPr>
          <p:cNvCxnSpPr>
            <a:cxnSpLocks/>
          </p:cNvCxnSpPr>
          <p:nvPr/>
        </p:nvCxnSpPr>
        <p:spPr>
          <a:xfrm>
            <a:off x="1619672" y="4313730"/>
            <a:ext cx="144016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3FD6ED51-1E83-4122-9AD2-7F74D5E3A030}"/>
              </a:ext>
            </a:extLst>
          </p:cNvPr>
          <p:cNvCxnSpPr>
            <a:cxnSpLocks/>
          </p:cNvCxnSpPr>
          <p:nvPr/>
        </p:nvCxnSpPr>
        <p:spPr>
          <a:xfrm flipV="1">
            <a:off x="1619672" y="2643759"/>
            <a:ext cx="1080524" cy="149053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0818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Imagen que contiene texto&#10;&#10;Descripción generada automáticamente">
            <a:extLst>
              <a:ext uri="{FF2B5EF4-FFF2-40B4-BE49-F238E27FC236}">
                <a16:creationId xmlns:a16="http://schemas.microsoft.com/office/drawing/2014/main" id="{77593E91-F356-4955-AFE1-F9FB77D3C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550" y="0"/>
            <a:ext cx="6953842" cy="5143500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E01DD097-F8A1-4788-AEB3-A27932952FDC}"/>
              </a:ext>
            </a:extLst>
          </p:cNvPr>
          <p:cNvSpPr/>
          <p:nvPr/>
        </p:nvSpPr>
        <p:spPr>
          <a:xfrm>
            <a:off x="5258683" y="1458000"/>
            <a:ext cx="1099684" cy="237626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E50BFBD-448B-446D-9461-BDD08BA03395}"/>
              </a:ext>
            </a:extLst>
          </p:cNvPr>
          <p:cNvSpPr txBox="1"/>
          <p:nvPr/>
        </p:nvSpPr>
        <p:spPr>
          <a:xfrm>
            <a:off x="6372154" y="816498"/>
            <a:ext cx="255711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Reverse Guidance Box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F0EE074C-3572-4FFC-8844-01EFA33A8EA7}"/>
              </a:ext>
            </a:extLst>
          </p:cNvPr>
          <p:cNvCxnSpPr>
            <a:cxnSpLocks/>
          </p:cNvCxnSpPr>
          <p:nvPr/>
        </p:nvCxnSpPr>
        <p:spPr>
          <a:xfrm flipH="1">
            <a:off x="6388897" y="1185830"/>
            <a:ext cx="415351" cy="49046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BD33F6DF-3502-4388-BACE-D37890D424A7}"/>
              </a:ext>
            </a:extLst>
          </p:cNvPr>
          <p:cNvCxnSpPr>
            <a:cxnSpLocks/>
          </p:cNvCxnSpPr>
          <p:nvPr/>
        </p:nvCxnSpPr>
        <p:spPr>
          <a:xfrm flipH="1">
            <a:off x="2627784" y="4766400"/>
            <a:ext cx="882216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1B2A36E0-4C41-47C0-B06B-F8B17C1FE1D5}"/>
              </a:ext>
            </a:extLst>
          </p:cNvPr>
          <p:cNvCxnSpPr>
            <a:cxnSpLocks/>
          </p:cNvCxnSpPr>
          <p:nvPr/>
        </p:nvCxnSpPr>
        <p:spPr>
          <a:xfrm>
            <a:off x="3510000" y="4371950"/>
            <a:ext cx="0" cy="3944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391E3F0-7E30-4272-B77A-797A4B4B56A7}"/>
              </a:ext>
            </a:extLst>
          </p:cNvPr>
          <p:cNvCxnSpPr>
            <a:cxnSpLocks/>
          </p:cNvCxnSpPr>
          <p:nvPr/>
        </p:nvCxnSpPr>
        <p:spPr>
          <a:xfrm>
            <a:off x="3563888" y="4083918"/>
            <a:ext cx="0" cy="106418"/>
          </a:xfrm>
          <a:prstGeom prst="line">
            <a:avLst/>
          </a:prstGeom>
          <a:ln w="1905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841CA312-9014-4E52-BC04-888FAD12940D}"/>
              </a:ext>
            </a:extLst>
          </p:cNvPr>
          <p:cNvCxnSpPr>
            <a:cxnSpLocks/>
          </p:cNvCxnSpPr>
          <p:nvPr/>
        </p:nvCxnSpPr>
        <p:spPr>
          <a:xfrm flipH="1">
            <a:off x="3563888" y="4083918"/>
            <a:ext cx="2304256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3065B4CC-B12B-4C08-BA09-5EC3E7F85355}"/>
              </a:ext>
            </a:extLst>
          </p:cNvPr>
          <p:cNvCxnSpPr>
            <a:cxnSpLocks/>
          </p:cNvCxnSpPr>
          <p:nvPr/>
        </p:nvCxnSpPr>
        <p:spPr>
          <a:xfrm>
            <a:off x="5860152" y="365187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53DF04B4-D807-40AD-BE8B-AA5D245ABC2E}"/>
              </a:ext>
            </a:extLst>
          </p:cNvPr>
          <p:cNvCxnSpPr>
            <a:cxnSpLocks/>
          </p:cNvCxnSpPr>
          <p:nvPr/>
        </p:nvCxnSpPr>
        <p:spPr>
          <a:xfrm>
            <a:off x="5508104" y="365187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1D820C61-1083-46E0-B660-C1EC4A58E0C6}"/>
              </a:ext>
            </a:extLst>
          </p:cNvPr>
          <p:cNvCxnSpPr>
            <a:cxnSpLocks/>
          </p:cNvCxnSpPr>
          <p:nvPr/>
        </p:nvCxnSpPr>
        <p:spPr>
          <a:xfrm>
            <a:off x="5076056" y="3651870"/>
            <a:ext cx="360040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815F0273-B089-4FAB-86A2-068495CA548C}"/>
              </a:ext>
            </a:extLst>
          </p:cNvPr>
          <p:cNvCxnSpPr>
            <a:cxnSpLocks/>
          </p:cNvCxnSpPr>
          <p:nvPr/>
        </p:nvCxnSpPr>
        <p:spPr>
          <a:xfrm>
            <a:off x="5080856" y="3435846"/>
            <a:ext cx="0" cy="21602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9EAA3C3B-14EE-4CC1-8631-A4855B2E6C66}"/>
              </a:ext>
            </a:extLst>
          </p:cNvPr>
          <p:cNvCxnSpPr>
            <a:cxnSpLocks/>
          </p:cNvCxnSpPr>
          <p:nvPr/>
        </p:nvCxnSpPr>
        <p:spPr>
          <a:xfrm>
            <a:off x="2483768" y="3435846"/>
            <a:ext cx="2592288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A6FCCF19-C3CE-4105-944E-A0916495B80C}"/>
              </a:ext>
            </a:extLst>
          </p:cNvPr>
          <p:cNvCxnSpPr>
            <a:cxnSpLocks/>
          </p:cNvCxnSpPr>
          <p:nvPr/>
        </p:nvCxnSpPr>
        <p:spPr>
          <a:xfrm>
            <a:off x="2520000" y="3329428"/>
            <a:ext cx="0" cy="106418"/>
          </a:xfrm>
          <a:prstGeom prst="line">
            <a:avLst/>
          </a:prstGeom>
          <a:ln w="1905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054E8C9-62BE-49E8-8717-9770B2BFDC87}"/>
              </a:ext>
            </a:extLst>
          </p:cNvPr>
          <p:cNvSpPr txBox="1"/>
          <p:nvPr/>
        </p:nvSpPr>
        <p:spPr>
          <a:xfrm>
            <a:off x="61775" y="3974745"/>
            <a:ext cx="1691360" cy="338554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C000"/>
                </a:solidFill>
              </a:rPr>
              <a:t>Reverse    0 Volt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1A2034FB-A4DF-498D-85B0-052AC315977A}"/>
              </a:ext>
            </a:extLst>
          </p:cNvPr>
          <p:cNvCxnSpPr>
            <a:cxnSpLocks/>
          </p:cNvCxnSpPr>
          <p:nvPr/>
        </p:nvCxnSpPr>
        <p:spPr>
          <a:xfrm>
            <a:off x="1753135" y="4144022"/>
            <a:ext cx="730633" cy="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7503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Imagen que contiene texto&#10;&#10;Descripción generada automáticamente">
            <a:extLst>
              <a:ext uri="{FF2B5EF4-FFF2-40B4-BE49-F238E27FC236}">
                <a16:creationId xmlns:a16="http://schemas.microsoft.com/office/drawing/2014/main" id="{77593E91-F356-4955-AFE1-F9FB77D3C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550" y="0"/>
            <a:ext cx="6953842" cy="5143500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6D172245-0FED-4557-936C-E72E0071A2DC}"/>
              </a:ext>
            </a:extLst>
          </p:cNvPr>
          <p:cNvSpPr/>
          <p:nvPr/>
        </p:nvSpPr>
        <p:spPr>
          <a:xfrm>
            <a:off x="3851920" y="1458000"/>
            <a:ext cx="936104" cy="237626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C63E5FE-A57B-4DBC-95A8-429EFD2BF36F}"/>
              </a:ext>
            </a:extLst>
          </p:cNvPr>
          <p:cNvSpPr txBox="1"/>
          <p:nvPr/>
        </p:nvSpPr>
        <p:spPr>
          <a:xfrm>
            <a:off x="6372200" y="315916"/>
            <a:ext cx="2544286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Forward Guidance Box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D94D8C21-013A-4A79-982B-6C1DFAB501C7}"/>
              </a:ext>
            </a:extLst>
          </p:cNvPr>
          <p:cNvCxnSpPr>
            <a:stCxn id="22" idx="1"/>
          </p:cNvCxnSpPr>
          <p:nvPr/>
        </p:nvCxnSpPr>
        <p:spPr>
          <a:xfrm flipH="1">
            <a:off x="4804721" y="500582"/>
            <a:ext cx="1567479" cy="113506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2D935967-C68C-4628-968F-A1C39EB64436}"/>
              </a:ext>
            </a:extLst>
          </p:cNvPr>
          <p:cNvCxnSpPr>
            <a:cxnSpLocks/>
          </p:cNvCxnSpPr>
          <p:nvPr/>
        </p:nvCxnSpPr>
        <p:spPr>
          <a:xfrm flipH="1">
            <a:off x="2555776" y="4766400"/>
            <a:ext cx="954224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2E8907AC-6A5E-4A46-BD8E-E7AA9F5078C5}"/>
              </a:ext>
            </a:extLst>
          </p:cNvPr>
          <p:cNvCxnSpPr>
            <a:cxnSpLocks/>
          </p:cNvCxnSpPr>
          <p:nvPr/>
        </p:nvCxnSpPr>
        <p:spPr>
          <a:xfrm>
            <a:off x="3510000" y="4371950"/>
            <a:ext cx="0" cy="3944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742DB534-1843-45B7-9E5B-6FDEBEDCFB16}"/>
              </a:ext>
            </a:extLst>
          </p:cNvPr>
          <p:cNvCxnSpPr>
            <a:cxnSpLocks/>
          </p:cNvCxnSpPr>
          <p:nvPr/>
        </p:nvCxnSpPr>
        <p:spPr>
          <a:xfrm>
            <a:off x="3491880" y="3974745"/>
            <a:ext cx="0" cy="215591"/>
          </a:xfrm>
          <a:prstGeom prst="line">
            <a:avLst/>
          </a:prstGeom>
          <a:ln w="1905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7FB77DB6-27A8-40D5-B38A-6058B556C61B}"/>
              </a:ext>
            </a:extLst>
          </p:cNvPr>
          <p:cNvCxnSpPr>
            <a:cxnSpLocks/>
          </p:cNvCxnSpPr>
          <p:nvPr/>
        </p:nvCxnSpPr>
        <p:spPr>
          <a:xfrm flipH="1">
            <a:off x="3491880" y="3974745"/>
            <a:ext cx="720080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305192A3-08AF-4D25-AEF0-C2C56B54AFB0}"/>
              </a:ext>
            </a:extLst>
          </p:cNvPr>
          <p:cNvCxnSpPr>
            <a:cxnSpLocks/>
          </p:cNvCxnSpPr>
          <p:nvPr/>
        </p:nvCxnSpPr>
        <p:spPr>
          <a:xfrm>
            <a:off x="4176000" y="3651870"/>
            <a:ext cx="0" cy="324036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5659DF37-FD1D-416B-B809-DD48F0DA11B5}"/>
              </a:ext>
            </a:extLst>
          </p:cNvPr>
          <p:cNvCxnSpPr>
            <a:cxnSpLocks/>
          </p:cNvCxnSpPr>
          <p:nvPr/>
        </p:nvCxnSpPr>
        <p:spPr>
          <a:xfrm flipH="1" flipV="1">
            <a:off x="4283969" y="3636000"/>
            <a:ext cx="207676" cy="863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D25C4221-7F72-48F6-BDC3-A03B04B6C5A2}"/>
              </a:ext>
            </a:extLst>
          </p:cNvPr>
          <p:cNvCxnSpPr>
            <a:cxnSpLocks/>
          </p:cNvCxnSpPr>
          <p:nvPr/>
        </p:nvCxnSpPr>
        <p:spPr>
          <a:xfrm flipH="1">
            <a:off x="4644008" y="3636000"/>
            <a:ext cx="252027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5BB3F934-D8DB-406A-896E-9B2641C1019B}"/>
              </a:ext>
            </a:extLst>
          </p:cNvPr>
          <p:cNvCxnSpPr>
            <a:cxnSpLocks/>
          </p:cNvCxnSpPr>
          <p:nvPr/>
        </p:nvCxnSpPr>
        <p:spPr>
          <a:xfrm>
            <a:off x="4896033" y="3329428"/>
            <a:ext cx="2" cy="31521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3C0F09AD-6A84-4571-9811-23FCD809642B}"/>
              </a:ext>
            </a:extLst>
          </p:cNvPr>
          <p:cNvCxnSpPr>
            <a:cxnSpLocks/>
          </p:cNvCxnSpPr>
          <p:nvPr/>
        </p:nvCxnSpPr>
        <p:spPr>
          <a:xfrm>
            <a:off x="2555776" y="3312000"/>
            <a:ext cx="2340257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EFCC7B55-6386-43C8-B112-CD7505EFB9DE}"/>
              </a:ext>
            </a:extLst>
          </p:cNvPr>
          <p:cNvSpPr txBox="1"/>
          <p:nvPr/>
        </p:nvSpPr>
        <p:spPr>
          <a:xfrm>
            <a:off x="61775" y="3974745"/>
            <a:ext cx="1719381" cy="338554"/>
          </a:xfrm>
          <a:prstGeom prst="rect">
            <a:avLst/>
          </a:prstGeom>
          <a:noFill/>
          <a:ln w="19050">
            <a:solidFill>
              <a:srgbClr val="4C260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C2600"/>
                </a:solidFill>
              </a:rPr>
              <a:t>Forward 110 Volt</a:t>
            </a: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5C7F1991-6C5A-4366-8920-A05967689D30}"/>
              </a:ext>
            </a:extLst>
          </p:cNvPr>
          <p:cNvCxnSpPr>
            <a:cxnSpLocks/>
          </p:cNvCxnSpPr>
          <p:nvPr/>
        </p:nvCxnSpPr>
        <p:spPr>
          <a:xfrm>
            <a:off x="1753135" y="4144022"/>
            <a:ext cx="730633" cy="0"/>
          </a:xfrm>
          <a:prstGeom prst="straightConnector1">
            <a:avLst/>
          </a:prstGeom>
          <a:ln w="19050">
            <a:solidFill>
              <a:srgbClr val="4C2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A32EAA48-5887-4C54-A410-148CFA4BBE50}"/>
              </a:ext>
            </a:extLst>
          </p:cNvPr>
          <p:cNvCxnSpPr>
            <a:cxnSpLocks/>
          </p:cNvCxnSpPr>
          <p:nvPr/>
        </p:nvCxnSpPr>
        <p:spPr>
          <a:xfrm flipH="1">
            <a:off x="2555776" y="4139692"/>
            <a:ext cx="720080" cy="0"/>
          </a:xfrm>
          <a:prstGeom prst="line">
            <a:avLst/>
          </a:prstGeom>
          <a:ln w="19050">
            <a:solidFill>
              <a:srgbClr val="4C26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02DAC3FE-673E-4170-99EF-D77609D9C4A9}"/>
              </a:ext>
            </a:extLst>
          </p:cNvPr>
          <p:cNvCxnSpPr>
            <a:cxnSpLocks/>
          </p:cNvCxnSpPr>
          <p:nvPr/>
        </p:nvCxnSpPr>
        <p:spPr>
          <a:xfrm flipV="1">
            <a:off x="3275856" y="4139692"/>
            <a:ext cx="0" cy="96626"/>
          </a:xfrm>
          <a:prstGeom prst="line">
            <a:avLst/>
          </a:prstGeom>
          <a:ln w="19050">
            <a:solidFill>
              <a:srgbClr val="4C26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AB4884B1-F6E2-4ABD-9C1D-ACBA8B4057AA}"/>
              </a:ext>
            </a:extLst>
          </p:cNvPr>
          <p:cNvCxnSpPr>
            <a:cxnSpLocks/>
          </p:cNvCxnSpPr>
          <p:nvPr/>
        </p:nvCxnSpPr>
        <p:spPr>
          <a:xfrm flipH="1" flipV="1">
            <a:off x="3491880" y="4236318"/>
            <a:ext cx="18120" cy="7698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D3A96590-A729-4C67-82CF-41B06E58C746}"/>
              </a:ext>
            </a:extLst>
          </p:cNvPr>
          <p:cNvCxnSpPr>
            <a:cxnSpLocks/>
          </p:cNvCxnSpPr>
          <p:nvPr/>
        </p:nvCxnSpPr>
        <p:spPr>
          <a:xfrm flipV="1">
            <a:off x="3518384" y="4236318"/>
            <a:ext cx="58756" cy="10383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7080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4731990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5AB3FF4-8F0B-494C-B8FF-B50796053BA3}"/>
              </a:ext>
            </a:extLst>
          </p:cNvPr>
          <p:cNvCxnSpPr>
            <a:cxnSpLocks/>
          </p:cNvCxnSpPr>
          <p:nvPr/>
        </p:nvCxnSpPr>
        <p:spPr>
          <a:xfrm flipV="1">
            <a:off x="3312000" y="3816000"/>
            <a:ext cx="0" cy="720072"/>
          </a:xfrm>
          <a:prstGeom prst="line">
            <a:avLst/>
          </a:prstGeom>
          <a:ln w="19050">
            <a:solidFill>
              <a:srgbClr val="FF0000"/>
            </a:solidFill>
            <a:prstDash val="lg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3312000" y="3816000"/>
            <a:ext cx="17640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7E43AB-047F-4481-8878-09D05E280114}"/>
              </a:ext>
            </a:extLst>
          </p:cNvPr>
          <p:cNvCxnSpPr>
            <a:cxnSpLocks/>
          </p:cNvCxnSpPr>
          <p:nvPr/>
        </p:nvCxnSpPr>
        <p:spPr>
          <a:xfrm>
            <a:off x="5003795" y="2468117"/>
            <a:ext cx="0" cy="15766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560C5EF-0A1B-4BFF-A930-AE6FE8993DE2}"/>
              </a:ext>
            </a:extLst>
          </p:cNvPr>
          <p:cNvCxnSpPr>
            <a:cxnSpLocks/>
          </p:cNvCxnSpPr>
          <p:nvPr/>
        </p:nvCxnSpPr>
        <p:spPr>
          <a:xfrm flipH="1">
            <a:off x="5003796" y="2468117"/>
            <a:ext cx="32420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1F4A36-EAB3-40EE-AC82-4D53007F38D8}"/>
              </a:ext>
            </a:extLst>
          </p:cNvPr>
          <p:cNvCxnSpPr>
            <a:cxnSpLocks/>
          </p:cNvCxnSpPr>
          <p:nvPr/>
        </p:nvCxnSpPr>
        <p:spPr>
          <a:xfrm>
            <a:off x="5328000" y="843558"/>
            <a:ext cx="0" cy="157777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7B759AD-6738-430A-ADA0-0538EE252AF2}"/>
              </a:ext>
            </a:extLst>
          </p:cNvPr>
          <p:cNvCxnSpPr>
            <a:cxnSpLocks/>
          </p:cNvCxnSpPr>
          <p:nvPr/>
        </p:nvCxnSpPr>
        <p:spPr>
          <a:xfrm>
            <a:off x="5220072" y="1047336"/>
            <a:ext cx="107928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5A3D8D5-B429-4479-B0DD-3BB84BD762C6}"/>
              </a:ext>
            </a:extLst>
          </p:cNvPr>
          <p:cNvCxnSpPr>
            <a:cxnSpLocks/>
          </p:cNvCxnSpPr>
          <p:nvPr/>
        </p:nvCxnSpPr>
        <p:spPr>
          <a:xfrm>
            <a:off x="5220072" y="831312"/>
            <a:ext cx="0" cy="21602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ED737B9-83DD-404C-B5F3-077A21804108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8E5D96F-90C4-4A18-A2F2-0086B2FA0C71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346F3AC-4CBA-4262-A753-4BC75333456B}"/>
              </a:ext>
            </a:extLst>
          </p:cNvPr>
          <p:cNvCxnSpPr>
            <a:cxnSpLocks/>
          </p:cNvCxnSpPr>
          <p:nvPr/>
        </p:nvCxnSpPr>
        <p:spPr>
          <a:xfrm flipV="1">
            <a:off x="3024000" y="324000"/>
            <a:ext cx="0" cy="156367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8848EAF-B39F-4B6B-98CC-151BEC644E1D}"/>
              </a:ext>
            </a:extLst>
          </p:cNvPr>
          <p:cNvCxnSpPr>
            <a:cxnSpLocks/>
          </p:cNvCxnSpPr>
          <p:nvPr/>
        </p:nvCxnSpPr>
        <p:spPr>
          <a:xfrm flipV="1">
            <a:off x="2987824" y="1980000"/>
            <a:ext cx="0" cy="33953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08DCCE0-97DE-4DB3-9FC3-93408D04FF10}"/>
              </a:ext>
            </a:extLst>
          </p:cNvPr>
          <p:cNvCxnSpPr>
            <a:cxnSpLocks/>
          </p:cNvCxnSpPr>
          <p:nvPr/>
        </p:nvCxnSpPr>
        <p:spPr>
          <a:xfrm flipV="1">
            <a:off x="3024000" y="2412425"/>
            <a:ext cx="0" cy="591373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A158844-2C59-48A3-8DFE-39F80981A99A}"/>
              </a:ext>
            </a:extLst>
          </p:cNvPr>
          <p:cNvCxnSpPr>
            <a:cxnSpLocks/>
          </p:cNvCxnSpPr>
          <p:nvPr/>
        </p:nvCxnSpPr>
        <p:spPr>
          <a:xfrm flipH="1">
            <a:off x="3059832" y="306000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82DE908-3C45-489E-BE59-476D5965F6C5}"/>
              </a:ext>
            </a:extLst>
          </p:cNvPr>
          <p:cNvCxnSpPr>
            <a:cxnSpLocks/>
          </p:cNvCxnSpPr>
          <p:nvPr/>
        </p:nvCxnSpPr>
        <p:spPr>
          <a:xfrm>
            <a:off x="3347864" y="2571750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0099E5B-9DC9-4DE6-8449-CA38AE5FFA86}"/>
              </a:ext>
            </a:extLst>
          </p:cNvPr>
          <p:cNvSpPr txBox="1"/>
          <p:nvPr/>
        </p:nvSpPr>
        <p:spPr>
          <a:xfrm>
            <a:off x="221443" y="1531360"/>
            <a:ext cx="226215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Guidance Continuity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2D5BC4EA-BD9C-420D-8B5E-1585F3BD273D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2483601" y="1716026"/>
            <a:ext cx="504223" cy="13564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71541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E2FDC0C6-4C27-49DB-9E02-B01D3B27A828}"/>
              </a:ext>
            </a:extLst>
          </p:cNvPr>
          <p:cNvSpPr/>
          <p:nvPr/>
        </p:nvSpPr>
        <p:spPr>
          <a:xfrm>
            <a:off x="0" y="3219822"/>
            <a:ext cx="813816" cy="868680"/>
          </a:xfrm>
          <a:prstGeom prst="bent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3219822"/>
            <a:ext cx="0" cy="1584176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2987824" y="3816000"/>
            <a:ext cx="385217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7E43AB-047F-4481-8878-09D05E280114}"/>
              </a:ext>
            </a:extLst>
          </p:cNvPr>
          <p:cNvCxnSpPr>
            <a:cxnSpLocks/>
          </p:cNvCxnSpPr>
          <p:nvPr/>
        </p:nvCxnSpPr>
        <p:spPr>
          <a:xfrm>
            <a:off x="5003795" y="2468117"/>
            <a:ext cx="0" cy="15766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560C5EF-0A1B-4BFF-A930-AE6FE8993DE2}"/>
              </a:ext>
            </a:extLst>
          </p:cNvPr>
          <p:cNvCxnSpPr>
            <a:cxnSpLocks/>
          </p:cNvCxnSpPr>
          <p:nvPr/>
        </p:nvCxnSpPr>
        <p:spPr>
          <a:xfrm flipH="1">
            <a:off x="5003796" y="2468117"/>
            <a:ext cx="32420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1F4A36-EAB3-40EE-AC82-4D53007F38D8}"/>
              </a:ext>
            </a:extLst>
          </p:cNvPr>
          <p:cNvCxnSpPr>
            <a:cxnSpLocks/>
          </p:cNvCxnSpPr>
          <p:nvPr/>
        </p:nvCxnSpPr>
        <p:spPr>
          <a:xfrm>
            <a:off x="5328000" y="843558"/>
            <a:ext cx="0" cy="157777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7B759AD-6738-430A-ADA0-0538EE252AF2}"/>
              </a:ext>
            </a:extLst>
          </p:cNvPr>
          <p:cNvCxnSpPr>
            <a:cxnSpLocks/>
          </p:cNvCxnSpPr>
          <p:nvPr/>
        </p:nvCxnSpPr>
        <p:spPr>
          <a:xfrm>
            <a:off x="5220072" y="1047336"/>
            <a:ext cx="107928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5A3D8D5-B429-4479-B0DD-3BB84BD762C6}"/>
              </a:ext>
            </a:extLst>
          </p:cNvPr>
          <p:cNvCxnSpPr>
            <a:cxnSpLocks/>
          </p:cNvCxnSpPr>
          <p:nvPr/>
        </p:nvCxnSpPr>
        <p:spPr>
          <a:xfrm>
            <a:off x="5220072" y="831312"/>
            <a:ext cx="0" cy="21602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ED737B9-83DD-404C-B5F3-077A21804108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8E5D96F-90C4-4A18-A2F2-0086B2FA0C71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346F3AC-4CBA-4262-A753-4BC75333456B}"/>
              </a:ext>
            </a:extLst>
          </p:cNvPr>
          <p:cNvCxnSpPr>
            <a:cxnSpLocks/>
          </p:cNvCxnSpPr>
          <p:nvPr/>
        </p:nvCxnSpPr>
        <p:spPr>
          <a:xfrm flipV="1">
            <a:off x="3024000" y="324000"/>
            <a:ext cx="0" cy="156367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8848EAF-B39F-4B6B-98CC-151BEC644E1D}"/>
              </a:ext>
            </a:extLst>
          </p:cNvPr>
          <p:cNvCxnSpPr>
            <a:cxnSpLocks/>
          </p:cNvCxnSpPr>
          <p:nvPr/>
        </p:nvCxnSpPr>
        <p:spPr>
          <a:xfrm flipV="1">
            <a:off x="2987824" y="1980000"/>
            <a:ext cx="0" cy="33953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08DCCE0-97DE-4DB3-9FC3-93408D04FF10}"/>
              </a:ext>
            </a:extLst>
          </p:cNvPr>
          <p:cNvCxnSpPr>
            <a:cxnSpLocks/>
          </p:cNvCxnSpPr>
          <p:nvPr/>
        </p:nvCxnSpPr>
        <p:spPr>
          <a:xfrm flipV="1">
            <a:off x="3024000" y="2412425"/>
            <a:ext cx="0" cy="591373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A158844-2C59-48A3-8DFE-39F80981A99A}"/>
              </a:ext>
            </a:extLst>
          </p:cNvPr>
          <p:cNvCxnSpPr>
            <a:cxnSpLocks/>
          </p:cNvCxnSpPr>
          <p:nvPr/>
        </p:nvCxnSpPr>
        <p:spPr>
          <a:xfrm flipH="1">
            <a:off x="3059832" y="306000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82DE908-3C45-489E-BE59-476D5965F6C5}"/>
              </a:ext>
            </a:extLst>
          </p:cNvPr>
          <p:cNvCxnSpPr>
            <a:cxnSpLocks/>
          </p:cNvCxnSpPr>
          <p:nvPr/>
        </p:nvCxnSpPr>
        <p:spPr>
          <a:xfrm>
            <a:off x="3347864" y="2571750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co 41">
            <a:extLst>
              <a:ext uri="{FF2B5EF4-FFF2-40B4-BE49-F238E27FC236}">
                <a16:creationId xmlns:a16="http://schemas.microsoft.com/office/drawing/2014/main" id="{215F65C8-3BC4-4D3F-97B9-3A18672C2500}"/>
              </a:ext>
            </a:extLst>
          </p:cNvPr>
          <p:cNvSpPr/>
          <p:nvPr/>
        </p:nvSpPr>
        <p:spPr>
          <a:xfrm>
            <a:off x="665472" y="1959678"/>
            <a:ext cx="2628428" cy="1134889"/>
          </a:xfrm>
          <a:prstGeom prst="arc">
            <a:avLst>
              <a:gd name="adj1" fmla="val 74580"/>
              <a:gd name="adj2" fmla="val 36130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6EB3E8AA-8C0C-4879-A87F-0D816A5D1554}"/>
              </a:ext>
            </a:extLst>
          </p:cNvPr>
          <p:cNvCxnSpPr>
            <a:cxnSpLocks/>
          </p:cNvCxnSpPr>
          <p:nvPr/>
        </p:nvCxnSpPr>
        <p:spPr>
          <a:xfrm flipV="1">
            <a:off x="2267744" y="2571750"/>
            <a:ext cx="0" cy="522817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Arco 46">
            <a:extLst>
              <a:ext uri="{FF2B5EF4-FFF2-40B4-BE49-F238E27FC236}">
                <a16:creationId xmlns:a16="http://schemas.microsoft.com/office/drawing/2014/main" id="{039D53BE-E1FB-4A89-BB1E-C5904C559BC3}"/>
              </a:ext>
            </a:extLst>
          </p:cNvPr>
          <p:cNvSpPr/>
          <p:nvPr/>
        </p:nvSpPr>
        <p:spPr>
          <a:xfrm flipH="1">
            <a:off x="1949277" y="2391542"/>
            <a:ext cx="1192001" cy="1819035"/>
          </a:xfrm>
          <a:prstGeom prst="arc">
            <a:avLst>
              <a:gd name="adj1" fmla="val 17685525"/>
              <a:gd name="adj2" fmla="val 6484547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AF37AA78-81FD-4723-9D0D-5476DD34D7AF}"/>
              </a:ext>
            </a:extLst>
          </p:cNvPr>
          <p:cNvCxnSpPr>
            <a:cxnSpLocks/>
          </p:cNvCxnSpPr>
          <p:nvPr/>
        </p:nvCxnSpPr>
        <p:spPr>
          <a:xfrm>
            <a:off x="2303608" y="4299942"/>
            <a:ext cx="61220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CFF6938-EB06-4909-A529-C8CF643FFD00}"/>
              </a:ext>
            </a:extLst>
          </p:cNvPr>
          <p:cNvCxnSpPr>
            <a:cxnSpLocks/>
          </p:cNvCxnSpPr>
          <p:nvPr/>
        </p:nvCxnSpPr>
        <p:spPr>
          <a:xfrm flipV="1">
            <a:off x="2926291" y="4088502"/>
            <a:ext cx="0" cy="16517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6378E4F5-EB03-4D38-99D2-4FE66E882500}"/>
              </a:ext>
            </a:extLst>
          </p:cNvPr>
          <p:cNvCxnSpPr>
            <a:cxnSpLocks/>
          </p:cNvCxnSpPr>
          <p:nvPr/>
        </p:nvCxnSpPr>
        <p:spPr>
          <a:xfrm flipV="1">
            <a:off x="2926291" y="3867894"/>
            <a:ext cx="0" cy="20222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EB740611-77E2-4C7E-977F-7577FB046086}"/>
              </a:ext>
            </a:extLst>
          </p:cNvPr>
          <p:cNvCxnSpPr>
            <a:cxnSpLocks/>
          </p:cNvCxnSpPr>
          <p:nvPr/>
        </p:nvCxnSpPr>
        <p:spPr>
          <a:xfrm>
            <a:off x="3203848" y="2556215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rco 34">
            <a:extLst>
              <a:ext uri="{FF2B5EF4-FFF2-40B4-BE49-F238E27FC236}">
                <a16:creationId xmlns:a16="http://schemas.microsoft.com/office/drawing/2014/main" id="{2D4EF180-B165-4ACD-9AAE-F901B6F34327}"/>
              </a:ext>
            </a:extLst>
          </p:cNvPr>
          <p:cNvSpPr/>
          <p:nvPr/>
        </p:nvSpPr>
        <p:spPr>
          <a:xfrm>
            <a:off x="3203849" y="1892990"/>
            <a:ext cx="2664294" cy="1266396"/>
          </a:xfrm>
          <a:prstGeom prst="arc">
            <a:avLst>
              <a:gd name="adj1" fmla="val 11035673"/>
              <a:gd name="adj2" fmla="val 1186834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1B7DF355-FF4E-4989-92D0-D2B3772D24A5}"/>
              </a:ext>
            </a:extLst>
          </p:cNvPr>
          <p:cNvCxnSpPr>
            <a:cxnSpLocks/>
          </p:cNvCxnSpPr>
          <p:nvPr/>
        </p:nvCxnSpPr>
        <p:spPr>
          <a:xfrm flipV="1">
            <a:off x="5345149" y="2486001"/>
            <a:ext cx="0" cy="486272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E3705213-3AF2-4ACB-B9B7-DE7BC7B66FD1}"/>
              </a:ext>
            </a:extLst>
          </p:cNvPr>
          <p:cNvCxnSpPr>
            <a:cxnSpLocks/>
          </p:cNvCxnSpPr>
          <p:nvPr/>
        </p:nvCxnSpPr>
        <p:spPr>
          <a:xfrm flipH="1">
            <a:off x="5364088" y="3003798"/>
            <a:ext cx="21602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6C74D59D-23CF-43E2-8E3A-34DF62FF5604}"/>
              </a:ext>
            </a:extLst>
          </p:cNvPr>
          <p:cNvCxnSpPr>
            <a:cxnSpLocks/>
          </p:cNvCxnSpPr>
          <p:nvPr/>
        </p:nvCxnSpPr>
        <p:spPr>
          <a:xfrm flipV="1">
            <a:off x="5558400" y="2931790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727E72E6-F716-4A47-B8AA-1FD5BAAD7154}"/>
              </a:ext>
            </a:extLst>
          </p:cNvPr>
          <p:cNvCxnSpPr>
            <a:cxnSpLocks/>
          </p:cNvCxnSpPr>
          <p:nvPr/>
        </p:nvCxnSpPr>
        <p:spPr>
          <a:xfrm>
            <a:off x="5558400" y="2625781"/>
            <a:ext cx="0" cy="261297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5CB3FA39-5A10-4580-9D21-765BF6735502}"/>
              </a:ext>
            </a:extLst>
          </p:cNvPr>
          <p:cNvCxnSpPr>
            <a:cxnSpLocks/>
          </p:cNvCxnSpPr>
          <p:nvPr/>
        </p:nvCxnSpPr>
        <p:spPr>
          <a:xfrm>
            <a:off x="5563861" y="2468117"/>
            <a:ext cx="0" cy="110875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rco 48">
            <a:extLst>
              <a:ext uri="{FF2B5EF4-FFF2-40B4-BE49-F238E27FC236}">
                <a16:creationId xmlns:a16="http://schemas.microsoft.com/office/drawing/2014/main" id="{9808130C-6746-4C31-98DC-53B255D07222}"/>
              </a:ext>
            </a:extLst>
          </p:cNvPr>
          <p:cNvSpPr/>
          <p:nvPr/>
        </p:nvSpPr>
        <p:spPr>
          <a:xfrm flipH="1">
            <a:off x="-180536" y="1119345"/>
            <a:ext cx="5904662" cy="1919346"/>
          </a:xfrm>
          <a:prstGeom prst="arc">
            <a:avLst>
              <a:gd name="adj1" fmla="val 10458952"/>
              <a:gd name="adj2" fmla="val 20947498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Arco 50">
            <a:extLst>
              <a:ext uri="{FF2B5EF4-FFF2-40B4-BE49-F238E27FC236}">
                <a16:creationId xmlns:a16="http://schemas.microsoft.com/office/drawing/2014/main" id="{1ED8C75B-6F86-4B4A-9E44-2A64078250CD}"/>
              </a:ext>
            </a:extLst>
          </p:cNvPr>
          <p:cNvSpPr/>
          <p:nvPr/>
        </p:nvSpPr>
        <p:spPr>
          <a:xfrm flipH="1">
            <a:off x="593774" y="1229209"/>
            <a:ext cx="1990135" cy="990754"/>
          </a:xfrm>
          <a:prstGeom prst="arc">
            <a:avLst>
              <a:gd name="adj1" fmla="val 18551722"/>
              <a:gd name="adj2" fmla="val 21113478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Flecha: hacia arriba 1">
            <a:extLst>
              <a:ext uri="{FF2B5EF4-FFF2-40B4-BE49-F238E27FC236}">
                <a16:creationId xmlns:a16="http://schemas.microsoft.com/office/drawing/2014/main" id="{046A44DA-0858-41D3-BDC3-0C6A0E3167B1}"/>
              </a:ext>
            </a:extLst>
          </p:cNvPr>
          <p:cNvSpPr/>
          <p:nvPr/>
        </p:nvSpPr>
        <p:spPr>
          <a:xfrm>
            <a:off x="251520" y="1309073"/>
            <a:ext cx="285342" cy="1819034"/>
          </a:xfrm>
          <a:prstGeom prst="upArrow">
            <a:avLst/>
          </a:prstGeom>
          <a:solidFill>
            <a:schemeClr val="accent1">
              <a:alpha val="25000"/>
            </a:schemeClr>
          </a:solidFill>
          <a:ln cmpd="sng">
            <a:solidFill>
              <a:schemeClr val="accent1">
                <a:shade val="50000"/>
                <a:alpha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3A488088-EE65-4F9F-BB92-3EEDCA75722C}"/>
              </a:ext>
            </a:extLst>
          </p:cNvPr>
          <p:cNvCxnSpPr>
            <a:cxnSpLocks/>
          </p:cNvCxnSpPr>
          <p:nvPr/>
        </p:nvCxnSpPr>
        <p:spPr>
          <a:xfrm>
            <a:off x="6840000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7CF40CD7-5296-409A-93D6-6CB62D603882}"/>
              </a:ext>
            </a:extLst>
          </p:cNvPr>
          <p:cNvCxnSpPr>
            <a:cxnSpLocks/>
          </p:cNvCxnSpPr>
          <p:nvPr/>
        </p:nvCxnSpPr>
        <p:spPr>
          <a:xfrm flipV="1">
            <a:off x="6840000" y="2887078"/>
            <a:ext cx="0" cy="634804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860BE490-18E3-4C20-AF06-3A9F8BF77D8E}"/>
              </a:ext>
            </a:extLst>
          </p:cNvPr>
          <p:cNvCxnSpPr>
            <a:cxnSpLocks/>
          </p:cNvCxnSpPr>
          <p:nvPr/>
        </p:nvCxnSpPr>
        <p:spPr>
          <a:xfrm flipV="1">
            <a:off x="6840000" y="2468117"/>
            <a:ext cx="0" cy="270613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20A24CB2-9757-4A18-A3CA-9A80AFCF98F0}"/>
              </a:ext>
            </a:extLst>
          </p:cNvPr>
          <p:cNvCxnSpPr>
            <a:cxnSpLocks/>
          </p:cNvCxnSpPr>
          <p:nvPr/>
        </p:nvCxnSpPr>
        <p:spPr>
          <a:xfrm flipV="1">
            <a:off x="6660232" y="3003799"/>
            <a:ext cx="0" cy="285194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03603D6B-681E-4C2E-B9F0-360779302AD4}"/>
              </a:ext>
            </a:extLst>
          </p:cNvPr>
          <p:cNvCxnSpPr>
            <a:cxnSpLocks/>
          </p:cNvCxnSpPr>
          <p:nvPr/>
        </p:nvCxnSpPr>
        <p:spPr>
          <a:xfrm flipH="1" flipV="1">
            <a:off x="6660232" y="3288993"/>
            <a:ext cx="179768" cy="1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8AF66BA7-D577-40BC-8462-E65CD00FC168}"/>
              </a:ext>
            </a:extLst>
          </p:cNvPr>
          <p:cNvCxnSpPr>
            <a:cxnSpLocks/>
          </p:cNvCxnSpPr>
          <p:nvPr/>
        </p:nvCxnSpPr>
        <p:spPr>
          <a:xfrm flipV="1">
            <a:off x="6656409" y="1563638"/>
            <a:ext cx="0" cy="1350860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596D4215-FBE5-418D-9204-7A384D3BDED2}"/>
              </a:ext>
            </a:extLst>
          </p:cNvPr>
          <p:cNvCxnSpPr>
            <a:cxnSpLocks/>
          </p:cNvCxnSpPr>
          <p:nvPr/>
        </p:nvCxnSpPr>
        <p:spPr>
          <a:xfrm flipV="1">
            <a:off x="6840000" y="1632443"/>
            <a:ext cx="0" cy="726947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D5DB2531-583D-43BD-91F9-A7394536DD72}"/>
              </a:ext>
            </a:extLst>
          </p:cNvPr>
          <p:cNvCxnSpPr>
            <a:cxnSpLocks/>
          </p:cNvCxnSpPr>
          <p:nvPr/>
        </p:nvCxnSpPr>
        <p:spPr>
          <a:xfrm flipV="1">
            <a:off x="6656409" y="1552128"/>
            <a:ext cx="119444" cy="11510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06FC75C9-994C-4A97-9245-98AB2AF32BF1}"/>
              </a:ext>
            </a:extLst>
          </p:cNvPr>
          <p:cNvCxnSpPr>
            <a:cxnSpLocks/>
          </p:cNvCxnSpPr>
          <p:nvPr/>
        </p:nvCxnSpPr>
        <p:spPr>
          <a:xfrm flipV="1">
            <a:off x="6840000" y="555526"/>
            <a:ext cx="0" cy="927470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4014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4371950"/>
            <a:ext cx="0" cy="432048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2987824" y="3816000"/>
            <a:ext cx="385217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AF37AA78-81FD-4723-9D0D-5476DD34D7AF}"/>
              </a:ext>
            </a:extLst>
          </p:cNvPr>
          <p:cNvCxnSpPr>
            <a:cxnSpLocks/>
          </p:cNvCxnSpPr>
          <p:nvPr/>
        </p:nvCxnSpPr>
        <p:spPr>
          <a:xfrm>
            <a:off x="2303608" y="4299942"/>
            <a:ext cx="61220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CFF6938-EB06-4909-A529-C8CF643FFD00}"/>
              </a:ext>
            </a:extLst>
          </p:cNvPr>
          <p:cNvCxnSpPr>
            <a:cxnSpLocks/>
          </p:cNvCxnSpPr>
          <p:nvPr/>
        </p:nvCxnSpPr>
        <p:spPr>
          <a:xfrm flipV="1">
            <a:off x="2926291" y="4088502"/>
            <a:ext cx="0" cy="16517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6378E4F5-EB03-4D38-99D2-4FE66E882500}"/>
              </a:ext>
            </a:extLst>
          </p:cNvPr>
          <p:cNvCxnSpPr>
            <a:cxnSpLocks/>
          </p:cNvCxnSpPr>
          <p:nvPr/>
        </p:nvCxnSpPr>
        <p:spPr>
          <a:xfrm flipV="1">
            <a:off x="2926291" y="3867894"/>
            <a:ext cx="0" cy="20222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3A488088-EE65-4F9F-BB92-3EEDCA75722C}"/>
              </a:ext>
            </a:extLst>
          </p:cNvPr>
          <p:cNvCxnSpPr>
            <a:cxnSpLocks/>
          </p:cNvCxnSpPr>
          <p:nvPr/>
        </p:nvCxnSpPr>
        <p:spPr>
          <a:xfrm>
            <a:off x="6840000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7CF40CD7-5296-409A-93D6-6CB62D603882}"/>
              </a:ext>
            </a:extLst>
          </p:cNvPr>
          <p:cNvCxnSpPr>
            <a:cxnSpLocks/>
          </p:cNvCxnSpPr>
          <p:nvPr/>
        </p:nvCxnSpPr>
        <p:spPr>
          <a:xfrm flipV="1">
            <a:off x="6840000" y="2887078"/>
            <a:ext cx="0" cy="634804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860BE490-18E3-4C20-AF06-3A9F8BF77D8E}"/>
              </a:ext>
            </a:extLst>
          </p:cNvPr>
          <p:cNvCxnSpPr>
            <a:cxnSpLocks/>
          </p:cNvCxnSpPr>
          <p:nvPr/>
        </p:nvCxnSpPr>
        <p:spPr>
          <a:xfrm flipV="1">
            <a:off x="6840000" y="2468117"/>
            <a:ext cx="0" cy="270613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20A24CB2-9757-4A18-A3CA-9A80AFCF98F0}"/>
              </a:ext>
            </a:extLst>
          </p:cNvPr>
          <p:cNvCxnSpPr>
            <a:cxnSpLocks/>
          </p:cNvCxnSpPr>
          <p:nvPr/>
        </p:nvCxnSpPr>
        <p:spPr>
          <a:xfrm flipV="1">
            <a:off x="6660232" y="3003799"/>
            <a:ext cx="0" cy="285194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03603D6B-681E-4C2E-B9F0-360779302AD4}"/>
              </a:ext>
            </a:extLst>
          </p:cNvPr>
          <p:cNvCxnSpPr>
            <a:cxnSpLocks/>
          </p:cNvCxnSpPr>
          <p:nvPr/>
        </p:nvCxnSpPr>
        <p:spPr>
          <a:xfrm flipH="1" flipV="1">
            <a:off x="6660232" y="3288993"/>
            <a:ext cx="179768" cy="1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8AF66BA7-D577-40BC-8462-E65CD00FC168}"/>
              </a:ext>
            </a:extLst>
          </p:cNvPr>
          <p:cNvCxnSpPr>
            <a:cxnSpLocks/>
          </p:cNvCxnSpPr>
          <p:nvPr/>
        </p:nvCxnSpPr>
        <p:spPr>
          <a:xfrm flipV="1">
            <a:off x="6656409" y="1563638"/>
            <a:ext cx="0" cy="1350860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596D4215-FBE5-418D-9204-7A384D3BDED2}"/>
              </a:ext>
            </a:extLst>
          </p:cNvPr>
          <p:cNvCxnSpPr>
            <a:cxnSpLocks/>
          </p:cNvCxnSpPr>
          <p:nvPr/>
        </p:nvCxnSpPr>
        <p:spPr>
          <a:xfrm flipV="1">
            <a:off x="6840000" y="1632443"/>
            <a:ext cx="0" cy="726947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D5DB2531-583D-43BD-91F9-A7394536DD72}"/>
              </a:ext>
            </a:extLst>
          </p:cNvPr>
          <p:cNvCxnSpPr>
            <a:cxnSpLocks/>
          </p:cNvCxnSpPr>
          <p:nvPr/>
        </p:nvCxnSpPr>
        <p:spPr>
          <a:xfrm flipV="1">
            <a:off x="6656409" y="1552128"/>
            <a:ext cx="119444" cy="11510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06FC75C9-994C-4A97-9245-98AB2AF32BF1}"/>
              </a:ext>
            </a:extLst>
          </p:cNvPr>
          <p:cNvCxnSpPr>
            <a:cxnSpLocks/>
          </p:cNvCxnSpPr>
          <p:nvPr/>
        </p:nvCxnSpPr>
        <p:spPr>
          <a:xfrm flipH="1" flipV="1">
            <a:off x="6834441" y="1188835"/>
            <a:ext cx="5559" cy="294162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B9CDDC17-8173-481B-86FE-8CF4E27BEE8C}"/>
              </a:ext>
            </a:extLst>
          </p:cNvPr>
          <p:cNvCxnSpPr>
            <a:cxnSpLocks/>
          </p:cNvCxnSpPr>
          <p:nvPr/>
        </p:nvCxnSpPr>
        <p:spPr>
          <a:xfrm flipV="1">
            <a:off x="6834441" y="582125"/>
            <a:ext cx="0" cy="173923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A3AE2AC-C3DE-4F58-838F-3E0C1C8A629F}"/>
              </a:ext>
            </a:extLst>
          </p:cNvPr>
          <p:cNvSpPr/>
          <p:nvPr/>
        </p:nvSpPr>
        <p:spPr>
          <a:xfrm>
            <a:off x="6588223" y="756048"/>
            <a:ext cx="1807713" cy="4327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Guidance logic</a:t>
            </a:r>
          </a:p>
        </p:txBody>
      </p: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EA27BC25-C514-4C99-A70C-350AFB1A30E0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8157492" y="503288"/>
            <a:ext cx="0" cy="252760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23A9EF2-A8F8-4F51-A312-0F55F0445142}"/>
              </a:ext>
            </a:extLst>
          </p:cNvPr>
          <p:cNvSpPr txBox="1"/>
          <p:nvPr/>
        </p:nvSpPr>
        <p:spPr>
          <a:xfrm>
            <a:off x="7847150" y="13395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Cart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6B22EB0-BFBE-469E-9DA0-8796845D73CB}"/>
              </a:ext>
            </a:extLst>
          </p:cNvPr>
          <p:cNvSpPr txBox="1"/>
          <p:nvPr/>
        </p:nvSpPr>
        <p:spPr>
          <a:xfrm>
            <a:off x="6195827" y="133956"/>
            <a:ext cx="1296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Last Tower</a:t>
            </a:r>
          </a:p>
        </p:txBody>
      </p:sp>
    </p:spTree>
    <p:extLst>
      <p:ext uri="{BB962C8B-B14F-4D97-AF65-F5344CB8AC3E}">
        <p14:creationId xmlns:p14="http://schemas.microsoft.com/office/powerpoint/2010/main" val="37326978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4371950"/>
            <a:ext cx="0" cy="432048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2987824" y="3816000"/>
            <a:ext cx="385217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AF37AA78-81FD-4723-9D0D-5476DD34D7AF}"/>
              </a:ext>
            </a:extLst>
          </p:cNvPr>
          <p:cNvCxnSpPr>
            <a:cxnSpLocks/>
          </p:cNvCxnSpPr>
          <p:nvPr/>
        </p:nvCxnSpPr>
        <p:spPr>
          <a:xfrm>
            <a:off x="2303608" y="4299942"/>
            <a:ext cx="61220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CFF6938-EB06-4909-A529-C8CF643FFD00}"/>
              </a:ext>
            </a:extLst>
          </p:cNvPr>
          <p:cNvCxnSpPr>
            <a:cxnSpLocks/>
          </p:cNvCxnSpPr>
          <p:nvPr/>
        </p:nvCxnSpPr>
        <p:spPr>
          <a:xfrm flipV="1">
            <a:off x="2926291" y="4088502"/>
            <a:ext cx="0" cy="16517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6378E4F5-EB03-4D38-99D2-4FE66E882500}"/>
              </a:ext>
            </a:extLst>
          </p:cNvPr>
          <p:cNvCxnSpPr>
            <a:cxnSpLocks/>
          </p:cNvCxnSpPr>
          <p:nvPr/>
        </p:nvCxnSpPr>
        <p:spPr>
          <a:xfrm flipV="1">
            <a:off x="2926291" y="3867894"/>
            <a:ext cx="0" cy="20222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3A488088-EE65-4F9F-BB92-3EEDCA75722C}"/>
              </a:ext>
            </a:extLst>
          </p:cNvPr>
          <p:cNvCxnSpPr>
            <a:cxnSpLocks/>
          </p:cNvCxnSpPr>
          <p:nvPr/>
        </p:nvCxnSpPr>
        <p:spPr>
          <a:xfrm>
            <a:off x="6840000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7CF40CD7-5296-409A-93D6-6CB62D603882}"/>
              </a:ext>
            </a:extLst>
          </p:cNvPr>
          <p:cNvCxnSpPr>
            <a:cxnSpLocks/>
          </p:cNvCxnSpPr>
          <p:nvPr/>
        </p:nvCxnSpPr>
        <p:spPr>
          <a:xfrm flipV="1">
            <a:off x="6840000" y="2887078"/>
            <a:ext cx="0" cy="634804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860BE490-18E3-4C20-AF06-3A9F8BF77D8E}"/>
              </a:ext>
            </a:extLst>
          </p:cNvPr>
          <p:cNvCxnSpPr>
            <a:cxnSpLocks/>
          </p:cNvCxnSpPr>
          <p:nvPr/>
        </p:nvCxnSpPr>
        <p:spPr>
          <a:xfrm flipV="1">
            <a:off x="6840000" y="2468117"/>
            <a:ext cx="0" cy="270613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20A24CB2-9757-4A18-A3CA-9A80AFCF98F0}"/>
              </a:ext>
            </a:extLst>
          </p:cNvPr>
          <p:cNvCxnSpPr>
            <a:cxnSpLocks/>
          </p:cNvCxnSpPr>
          <p:nvPr/>
        </p:nvCxnSpPr>
        <p:spPr>
          <a:xfrm flipV="1">
            <a:off x="6660232" y="3003799"/>
            <a:ext cx="0" cy="285194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03603D6B-681E-4C2E-B9F0-360779302AD4}"/>
              </a:ext>
            </a:extLst>
          </p:cNvPr>
          <p:cNvCxnSpPr>
            <a:cxnSpLocks/>
          </p:cNvCxnSpPr>
          <p:nvPr/>
        </p:nvCxnSpPr>
        <p:spPr>
          <a:xfrm flipH="1" flipV="1">
            <a:off x="6660232" y="3288993"/>
            <a:ext cx="179768" cy="1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8AF66BA7-D577-40BC-8462-E65CD00FC168}"/>
              </a:ext>
            </a:extLst>
          </p:cNvPr>
          <p:cNvCxnSpPr>
            <a:cxnSpLocks/>
          </p:cNvCxnSpPr>
          <p:nvPr/>
        </p:nvCxnSpPr>
        <p:spPr>
          <a:xfrm flipV="1">
            <a:off x="6656409" y="1563638"/>
            <a:ext cx="0" cy="1350860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596D4215-FBE5-418D-9204-7A384D3BDED2}"/>
              </a:ext>
            </a:extLst>
          </p:cNvPr>
          <p:cNvCxnSpPr>
            <a:cxnSpLocks/>
          </p:cNvCxnSpPr>
          <p:nvPr/>
        </p:nvCxnSpPr>
        <p:spPr>
          <a:xfrm flipV="1">
            <a:off x="6840000" y="1632443"/>
            <a:ext cx="0" cy="726947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D5DB2531-583D-43BD-91F9-A7394536DD72}"/>
              </a:ext>
            </a:extLst>
          </p:cNvPr>
          <p:cNvCxnSpPr>
            <a:cxnSpLocks/>
          </p:cNvCxnSpPr>
          <p:nvPr/>
        </p:nvCxnSpPr>
        <p:spPr>
          <a:xfrm flipV="1">
            <a:off x="6656409" y="1552128"/>
            <a:ext cx="119444" cy="11510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06FC75C9-994C-4A97-9245-98AB2AF32BF1}"/>
              </a:ext>
            </a:extLst>
          </p:cNvPr>
          <p:cNvCxnSpPr>
            <a:cxnSpLocks/>
          </p:cNvCxnSpPr>
          <p:nvPr/>
        </p:nvCxnSpPr>
        <p:spPr>
          <a:xfrm flipH="1" flipV="1">
            <a:off x="6834441" y="1188835"/>
            <a:ext cx="5559" cy="294162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B9CDDC17-8173-481B-86FE-8CF4E27BEE8C}"/>
              </a:ext>
            </a:extLst>
          </p:cNvPr>
          <p:cNvCxnSpPr>
            <a:cxnSpLocks/>
          </p:cNvCxnSpPr>
          <p:nvPr/>
        </p:nvCxnSpPr>
        <p:spPr>
          <a:xfrm flipV="1">
            <a:off x="6834441" y="582125"/>
            <a:ext cx="0" cy="173923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A3AE2AC-C3DE-4F58-838F-3E0C1C8A629F}"/>
              </a:ext>
            </a:extLst>
          </p:cNvPr>
          <p:cNvSpPr/>
          <p:nvPr/>
        </p:nvSpPr>
        <p:spPr>
          <a:xfrm>
            <a:off x="6588223" y="756048"/>
            <a:ext cx="1807713" cy="4327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Guidance logic</a:t>
            </a:r>
          </a:p>
        </p:txBody>
      </p: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EA27BC25-C514-4C99-A70C-350AFB1A30E0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8157492" y="503288"/>
            <a:ext cx="0" cy="252760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23A9EF2-A8F8-4F51-A312-0F55F0445142}"/>
              </a:ext>
            </a:extLst>
          </p:cNvPr>
          <p:cNvSpPr txBox="1"/>
          <p:nvPr/>
        </p:nvSpPr>
        <p:spPr>
          <a:xfrm>
            <a:off x="7847150" y="13395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Cart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6B22EB0-BFBE-469E-9DA0-8796845D73CB}"/>
              </a:ext>
            </a:extLst>
          </p:cNvPr>
          <p:cNvSpPr txBox="1"/>
          <p:nvPr/>
        </p:nvSpPr>
        <p:spPr>
          <a:xfrm>
            <a:off x="6195827" y="133956"/>
            <a:ext cx="1296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Last Tower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0DE49EB9-9792-4705-93A5-360DF66AB4A5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6F7D0AEB-BA26-41BD-BF16-671F9C7D2BE8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8582C0F-9390-4E5B-BFA9-4FBEEAA0E6F6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3023824" y="324001"/>
            <a:ext cx="176" cy="1667194"/>
          </a:xfrm>
          <a:prstGeom prst="line">
            <a:avLst/>
          </a:prstGeom>
          <a:ln w="19050">
            <a:solidFill>
              <a:srgbClr val="FFFF00"/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D6556CB9-397A-4FB9-BC39-D8CB50228A95}"/>
              </a:ext>
            </a:extLst>
          </p:cNvPr>
          <p:cNvCxnSpPr>
            <a:cxnSpLocks/>
            <a:endCxn id="31" idx="2"/>
          </p:cNvCxnSpPr>
          <p:nvPr/>
        </p:nvCxnSpPr>
        <p:spPr>
          <a:xfrm flipH="1" flipV="1">
            <a:off x="3023824" y="2332010"/>
            <a:ext cx="176" cy="67179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8A9899D-D43B-427D-B25A-1A76A19ACA2E}"/>
              </a:ext>
            </a:extLst>
          </p:cNvPr>
          <p:cNvCxnSpPr>
            <a:cxnSpLocks/>
          </p:cNvCxnSpPr>
          <p:nvPr/>
        </p:nvCxnSpPr>
        <p:spPr>
          <a:xfrm flipH="1">
            <a:off x="3059832" y="306000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0C390BC6-4F83-4546-AAB1-2E34C32D1A2B}"/>
              </a:ext>
            </a:extLst>
          </p:cNvPr>
          <p:cNvCxnSpPr>
            <a:cxnSpLocks/>
          </p:cNvCxnSpPr>
          <p:nvPr/>
        </p:nvCxnSpPr>
        <p:spPr>
          <a:xfrm>
            <a:off x="3347864" y="2571750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F2DF9A74-3F55-4F1F-BEBE-E9B7C058EC2D}"/>
              </a:ext>
            </a:extLst>
          </p:cNvPr>
          <p:cNvCxnSpPr>
            <a:cxnSpLocks/>
          </p:cNvCxnSpPr>
          <p:nvPr/>
        </p:nvCxnSpPr>
        <p:spPr>
          <a:xfrm>
            <a:off x="3203848" y="2556215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06D7A875-A246-4C43-A854-1354138504DC}"/>
              </a:ext>
            </a:extLst>
          </p:cNvPr>
          <p:cNvSpPr/>
          <p:nvPr/>
        </p:nvSpPr>
        <p:spPr>
          <a:xfrm>
            <a:off x="2119967" y="1991195"/>
            <a:ext cx="1807713" cy="340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Guidance Safety</a:t>
            </a:r>
          </a:p>
        </p:txBody>
      </p:sp>
    </p:spTree>
    <p:extLst>
      <p:ext uri="{BB962C8B-B14F-4D97-AF65-F5344CB8AC3E}">
        <p14:creationId xmlns:p14="http://schemas.microsoft.com/office/powerpoint/2010/main" val="28712299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Imagen que contiene texto&#10;&#10;Descripción generada automáticamente">
            <a:extLst>
              <a:ext uri="{FF2B5EF4-FFF2-40B4-BE49-F238E27FC236}">
                <a16:creationId xmlns:a16="http://schemas.microsoft.com/office/drawing/2014/main" id="{77593E91-F356-4955-AFE1-F9FB77D3C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550" y="0"/>
            <a:ext cx="6953842" cy="5143500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E01DD097-F8A1-4788-AEB3-A27932952FDC}"/>
              </a:ext>
            </a:extLst>
          </p:cNvPr>
          <p:cNvSpPr/>
          <p:nvPr/>
        </p:nvSpPr>
        <p:spPr>
          <a:xfrm>
            <a:off x="5258683" y="1419621"/>
            <a:ext cx="1099684" cy="244826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E50BFBD-448B-446D-9461-BDD08BA03395}"/>
              </a:ext>
            </a:extLst>
          </p:cNvPr>
          <p:cNvSpPr txBox="1"/>
          <p:nvPr/>
        </p:nvSpPr>
        <p:spPr>
          <a:xfrm>
            <a:off x="6372154" y="816498"/>
            <a:ext cx="255711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Reverse Guidance Box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F0EE074C-3572-4FFC-8844-01EFA33A8EA7}"/>
              </a:ext>
            </a:extLst>
          </p:cNvPr>
          <p:cNvCxnSpPr>
            <a:cxnSpLocks/>
          </p:cNvCxnSpPr>
          <p:nvPr/>
        </p:nvCxnSpPr>
        <p:spPr>
          <a:xfrm flipH="1">
            <a:off x="6388897" y="1185830"/>
            <a:ext cx="415351" cy="49046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55DE239-2782-4B5C-971C-4F8FCF30EB57}"/>
              </a:ext>
            </a:extLst>
          </p:cNvPr>
          <p:cNvCxnSpPr>
            <a:cxnSpLocks/>
          </p:cNvCxnSpPr>
          <p:nvPr/>
        </p:nvCxnSpPr>
        <p:spPr>
          <a:xfrm>
            <a:off x="2555776" y="1059582"/>
            <a:ext cx="2988224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F3B74192-6977-442C-90F8-1F62E21B96F3}"/>
              </a:ext>
            </a:extLst>
          </p:cNvPr>
          <p:cNvCxnSpPr>
            <a:cxnSpLocks/>
          </p:cNvCxnSpPr>
          <p:nvPr/>
        </p:nvCxnSpPr>
        <p:spPr>
          <a:xfrm>
            <a:off x="5544000" y="1059582"/>
            <a:ext cx="0" cy="648072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E8F4231-0624-41BD-BA68-93FA1EDA009D}"/>
              </a:ext>
            </a:extLst>
          </p:cNvPr>
          <p:cNvCxnSpPr>
            <a:cxnSpLocks/>
          </p:cNvCxnSpPr>
          <p:nvPr/>
        </p:nvCxnSpPr>
        <p:spPr>
          <a:xfrm>
            <a:off x="5832000" y="1584000"/>
            <a:ext cx="0" cy="123654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6EB10487-5AD6-4678-9267-B99943F5D349}"/>
              </a:ext>
            </a:extLst>
          </p:cNvPr>
          <p:cNvCxnSpPr>
            <a:cxnSpLocks/>
          </p:cNvCxnSpPr>
          <p:nvPr/>
        </p:nvCxnSpPr>
        <p:spPr>
          <a:xfrm>
            <a:off x="5544000" y="1584000"/>
            <a:ext cx="288000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9729626-CF27-44D7-8EAE-65584DE7C0B6}"/>
              </a:ext>
            </a:extLst>
          </p:cNvPr>
          <p:cNvSpPr txBox="1"/>
          <p:nvPr/>
        </p:nvSpPr>
        <p:spPr>
          <a:xfrm>
            <a:off x="72008" y="4155926"/>
            <a:ext cx="1574470" cy="58477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KG: Guidance</a:t>
            </a: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Selector Relay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EDAEA453-2C96-4E23-A6EC-645DD9C31275}"/>
              </a:ext>
            </a:extLst>
          </p:cNvPr>
          <p:cNvCxnSpPr>
            <a:cxnSpLocks/>
          </p:cNvCxnSpPr>
          <p:nvPr/>
        </p:nvCxnSpPr>
        <p:spPr>
          <a:xfrm>
            <a:off x="1646478" y="4335363"/>
            <a:ext cx="138675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5E612671-AC1D-474B-9BEC-23903092E6D1}"/>
              </a:ext>
            </a:extLst>
          </p:cNvPr>
          <p:cNvCxnSpPr>
            <a:cxnSpLocks/>
          </p:cNvCxnSpPr>
          <p:nvPr/>
        </p:nvCxnSpPr>
        <p:spPr>
          <a:xfrm flipV="1">
            <a:off x="1646478" y="2571750"/>
            <a:ext cx="1386752" cy="158417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F032CC11-725A-4600-97EC-9A1F21769975}"/>
              </a:ext>
            </a:extLst>
          </p:cNvPr>
          <p:cNvSpPr txBox="1"/>
          <p:nvPr/>
        </p:nvSpPr>
        <p:spPr>
          <a:xfrm>
            <a:off x="61775" y="2089180"/>
            <a:ext cx="1691360" cy="338554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C000"/>
                </a:solidFill>
              </a:rPr>
              <a:t>Reverse    0 Volt</a:t>
            </a: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A350F7D7-84A9-4959-BC46-BFC33982D1A2}"/>
              </a:ext>
            </a:extLst>
          </p:cNvPr>
          <p:cNvCxnSpPr>
            <a:cxnSpLocks/>
          </p:cNvCxnSpPr>
          <p:nvPr/>
        </p:nvCxnSpPr>
        <p:spPr>
          <a:xfrm>
            <a:off x="1753135" y="2258457"/>
            <a:ext cx="730633" cy="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1164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Imagen que contiene texto&#10;&#10;Descripción generada automáticamente">
            <a:extLst>
              <a:ext uri="{FF2B5EF4-FFF2-40B4-BE49-F238E27FC236}">
                <a16:creationId xmlns:a16="http://schemas.microsoft.com/office/drawing/2014/main" id="{77593E91-F356-4955-AFE1-F9FB77D3C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550" y="0"/>
            <a:ext cx="6953842" cy="5143500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55DE239-2782-4B5C-971C-4F8FCF30EB57}"/>
              </a:ext>
            </a:extLst>
          </p:cNvPr>
          <p:cNvCxnSpPr>
            <a:cxnSpLocks/>
          </p:cNvCxnSpPr>
          <p:nvPr/>
        </p:nvCxnSpPr>
        <p:spPr>
          <a:xfrm>
            <a:off x="2555776" y="1059582"/>
            <a:ext cx="2988224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F3B74192-6977-442C-90F8-1F62E21B96F3}"/>
              </a:ext>
            </a:extLst>
          </p:cNvPr>
          <p:cNvCxnSpPr>
            <a:cxnSpLocks/>
          </p:cNvCxnSpPr>
          <p:nvPr/>
        </p:nvCxnSpPr>
        <p:spPr>
          <a:xfrm>
            <a:off x="5544000" y="1059582"/>
            <a:ext cx="0" cy="648072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E8F4231-0624-41BD-BA68-93FA1EDA009D}"/>
              </a:ext>
            </a:extLst>
          </p:cNvPr>
          <p:cNvCxnSpPr>
            <a:cxnSpLocks/>
          </p:cNvCxnSpPr>
          <p:nvPr/>
        </p:nvCxnSpPr>
        <p:spPr>
          <a:xfrm>
            <a:off x="5832000" y="1584000"/>
            <a:ext cx="0" cy="123654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6EB10487-5AD6-4678-9267-B99943F5D349}"/>
              </a:ext>
            </a:extLst>
          </p:cNvPr>
          <p:cNvCxnSpPr>
            <a:cxnSpLocks/>
          </p:cNvCxnSpPr>
          <p:nvPr/>
        </p:nvCxnSpPr>
        <p:spPr>
          <a:xfrm>
            <a:off x="5544000" y="1584000"/>
            <a:ext cx="288000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F032CC11-725A-4600-97EC-9A1F21769975}"/>
              </a:ext>
            </a:extLst>
          </p:cNvPr>
          <p:cNvSpPr txBox="1"/>
          <p:nvPr/>
        </p:nvSpPr>
        <p:spPr>
          <a:xfrm>
            <a:off x="61775" y="2089180"/>
            <a:ext cx="1691360" cy="338554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C000"/>
                </a:solidFill>
              </a:rPr>
              <a:t>Reverse    0 Volt</a:t>
            </a: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A350F7D7-84A9-4959-BC46-BFC33982D1A2}"/>
              </a:ext>
            </a:extLst>
          </p:cNvPr>
          <p:cNvCxnSpPr>
            <a:cxnSpLocks/>
          </p:cNvCxnSpPr>
          <p:nvPr/>
        </p:nvCxnSpPr>
        <p:spPr>
          <a:xfrm>
            <a:off x="1753135" y="2258457"/>
            <a:ext cx="730633" cy="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FEB7767-018A-4768-B8F9-86325487640B}"/>
              </a:ext>
            </a:extLst>
          </p:cNvPr>
          <p:cNvCxnSpPr>
            <a:cxnSpLocks/>
          </p:cNvCxnSpPr>
          <p:nvPr/>
        </p:nvCxnSpPr>
        <p:spPr>
          <a:xfrm flipH="1">
            <a:off x="3456016" y="2232000"/>
            <a:ext cx="2340120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F941047-6166-4F83-8C62-9320B36BB8D2}"/>
              </a:ext>
            </a:extLst>
          </p:cNvPr>
          <p:cNvCxnSpPr>
            <a:cxnSpLocks/>
          </p:cNvCxnSpPr>
          <p:nvPr/>
        </p:nvCxnSpPr>
        <p:spPr>
          <a:xfrm>
            <a:off x="5788422" y="1851670"/>
            <a:ext cx="0" cy="38033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7FC35800-1E30-4793-B8BD-D60A9ED81644}"/>
              </a:ext>
            </a:extLst>
          </p:cNvPr>
          <p:cNvCxnSpPr>
            <a:cxnSpLocks/>
          </p:cNvCxnSpPr>
          <p:nvPr/>
        </p:nvCxnSpPr>
        <p:spPr>
          <a:xfrm>
            <a:off x="5508104" y="1840692"/>
            <a:ext cx="0" cy="288032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909F66A-C98A-4034-AA38-19317EF072D6}"/>
              </a:ext>
            </a:extLst>
          </p:cNvPr>
          <p:cNvCxnSpPr>
            <a:cxnSpLocks/>
          </p:cNvCxnSpPr>
          <p:nvPr/>
        </p:nvCxnSpPr>
        <p:spPr>
          <a:xfrm flipH="1">
            <a:off x="3196742" y="2128724"/>
            <a:ext cx="2311362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1C974DB8-94D1-4A14-8B65-445487E92CC2}"/>
              </a:ext>
            </a:extLst>
          </p:cNvPr>
          <p:cNvCxnSpPr>
            <a:cxnSpLocks/>
          </p:cNvCxnSpPr>
          <p:nvPr/>
        </p:nvCxnSpPr>
        <p:spPr>
          <a:xfrm>
            <a:off x="3456016" y="2232000"/>
            <a:ext cx="0" cy="195734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DD3A615F-E99C-46A1-A901-6B084DD5B0BC}"/>
              </a:ext>
            </a:extLst>
          </p:cNvPr>
          <p:cNvCxnSpPr>
            <a:cxnSpLocks/>
          </p:cNvCxnSpPr>
          <p:nvPr/>
        </p:nvCxnSpPr>
        <p:spPr>
          <a:xfrm>
            <a:off x="3190950" y="2139702"/>
            <a:ext cx="0" cy="267144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4F6F0C3D-3FAE-4F5D-8194-4C97186AE54E}"/>
              </a:ext>
            </a:extLst>
          </p:cNvPr>
          <p:cNvCxnSpPr>
            <a:cxnSpLocks/>
          </p:cNvCxnSpPr>
          <p:nvPr/>
        </p:nvCxnSpPr>
        <p:spPr>
          <a:xfrm>
            <a:off x="3419872" y="2478256"/>
            <a:ext cx="0" cy="309518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889B511D-A750-49B6-AC81-781C88204012}"/>
              </a:ext>
            </a:extLst>
          </p:cNvPr>
          <p:cNvCxnSpPr>
            <a:cxnSpLocks/>
          </p:cNvCxnSpPr>
          <p:nvPr/>
        </p:nvCxnSpPr>
        <p:spPr>
          <a:xfrm>
            <a:off x="3131840" y="2478256"/>
            <a:ext cx="0" cy="23751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891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Conector recto 181">
            <a:extLst>
              <a:ext uri="{FF2B5EF4-FFF2-40B4-BE49-F238E27FC236}">
                <a16:creationId xmlns:a16="http://schemas.microsoft.com/office/drawing/2014/main" id="{026E217E-4EA7-4A9F-85C1-EF7C01D6A6C3}"/>
              </a:ext>
            </a:extLst>
          </p:cNvPr>
          <p:cNvCxnSpPr>
            <a:cxnSpLocks/>
          </p:cNvCxnSpPr>
          <p:nvPr/>
        </p:nvCxnSpPr>
        <p:spPr>
          <a:xfrm>
            <a:off x="2024329" y="0"/>
            <a:ext cx="14886" cy="469598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Grupo 179">
            <a:extLst>
              <a:ext uri="{FF2B5EF4-FFF2-40B4-BE49-F238E27FC236}">
                <a16:creationId xmlns:a16="http://schemas.microsoft.com/office/drawing/2014/main" id="{3D930823-B5BD-4274-AFB8-45E9F17FA213}"/>
              </a:ext>
            </a:extLst>
          </p:cNvPr>
          <p:cNvGrpSpPr/>
          <p:nvPr/>
        </p:nvGrpSpPr>
        <p:grpSpPr>
          <a:xfrm>
            <a:off x="1915887" y="4039739"/>
            <a:ext cx="5622183" cy="234047"/>
            <a:chOff x="1915887" y="3825602"/>
            <a:chExt cx="5622183" cy="234047"/>
          </a:xfrm>
        </p:grpSpPr>
        <p:grpSp>
          <p:nvGrpSpPr>
            <p:cNvPr id="3" name="Group 77">
              <a:extLst>
                <a:ext uri="{FF2B5EF4-FFF2-40B4-BE49-F238E27FC236}">
                  <a16:creationId xmlns:a16="http://schemas.microsoft.com/office/drawing/2014/main" id="{427B9A5A-58A5-423E-B9CC-44B3A3EAF4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2120" y="3825602"/>
              <a:ext cx="1885950" cy="228600"/>
              <a:chOff x="1872" y="2160"/>
              <a:chExt cx="3456" cy="528"/>
            </a:xfrm>
          </p:grpSpPr>
          <p:grpSp>
            <p:nvGrpSpPr>
              <p:cNvPr id="4" name="Group 10">
                <a:extLst>
                  <a:ext uri="{FF2B5EF4-FFF2-40B4-BE49-F238E27FC236}">
                    <a16:creationId xmlns:a16="http://schemas.microsoft.com/office/drawing/2014/main" id="{A4508DC3-E445-4C4F-B4BF-1D98F11F77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45" name="Arc 5">
                  <a:extLst>
                    <a:ext uri="{FF2B5EF4-FFF2-40B4-BE49-F238E27FC236}">
                      <a16:creationId xmlns:a16="http://schemas.microsoft.com/office/drawing/2014/main" id="{3A0CBF5B-7BD5-4AB6-BAB1-62757093EF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6" name="Arc 6">
                  <a:extLst>
                    <a:ext uri="{FF2B5EF4-FFF2-40B4-BE49-F238E27FC236}">
                      <a16:creationId xmlns:a16="http://schemas.microsoft.com/office/drawing/2014/main" id="{8BC5DE0E-278F-4596-83B5-2B295E5DE6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5" name="Group 9">
                <a:extLst>
                  <a:ext uri="{FF2B5EF4-FFF2-40B4-BE49-F238E27FC236}">
                    <a16:creationId xmlns:a16="http://schemas.microsoft.com/office/drawing/2014/main" id="{CAB85BD9-789E-4134-8AC7-5C4E6CC11C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43" name="Arc 7">
                  <a:extLst>
                    <a:ext uri="{FF2B5EF4-FFF2-40B4-BE49-F238E27FC236}">
                      <a16:creationId xmlns:a16="http://schemas.microsoft.com/office/drawing/2014/main" id="{1BAE59FA-6026-4378-9F02-97234239E1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" name="Arc 8">
                  <a:extLst>
                    <a:ext uri="{FF2B5EF4-FFF2-40B4-BE49-F238E27FC236}">
                      <a16:creationId xmlns:a16="http://schemas.microsoft.com/office/drawing/2014/main" id="{E3DCD426-B540-4EFB-B7E4-5FAE85FADD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6" name="Line 12">
                <a:extLst>
                  <a:ext uri="{FF2B5EF4-FFF2-40B4-BE49-F238E27FC236}">
                    <a16:creationId xmlns:a16="http://schemas.microsoft.com/office/drawing/2014/main" id="{DC96CA83-434E-4E2D-8046-FBAB51554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7" name="Group 56">
                <a:extLst>
                  <a:ext uri="{FF2B5EF4-FFF2-40B4-BE49-F238E27FC236}">
                    <a16:creationId xmlns:a16="http://schemas.microsoft.com/office/drawing/2014/main" id="{43AAC5EB-C25B-44E4-B689-E6D315994C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39" name="Line 15">
                  <a:extLst>
                    <a:ext uri="{FF2B5EF4-FFF2-40B4-BE49-F238E27FC236}">
                      <a16:creationId xmlns:a16="http://schemas.microsoft.com/office/drawing/2014/main" id="{C3995371-8007-43D8-8223-5B4977F246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" name="Line 16">
                  <a:extLst>
                    <a:ext uri="{FF2B5EF4-FFF2-40B4-BE49-F238E27FC236}">
                      <a16:creationId xmlns:a16="http://schemas.microsoft.com/office/drawing/2014/main" id="{92DB2B01-2D9C-4BA3-B76F-B228175800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" name="Line 17">
                  <a:extLst>
                    <a:ext uri="{FF2B5EF4-FFF2-40B4-BE49-F238E27FC236}">
                      <a16:creationId xmlns:a16="http://schemas.microsoft.com/office/drawing/2014/main" id="{367E90BE-6562-4A82-AC20-A6FAC2880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2" name="Line 18">
                  <a:extLst>
                    <a:ext uri="{FF2B5EF4-FFF2-40B4-BE49-F238E27FC236}">
                      <a16:creationId xmlns:a16="http://schemas.microsoft.com/office/drawing/2014/main" id="{200B8F51-07A5-467D-A908-D190D7CBC5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8" name="Line 43">
                <a:extLst>
                  <a:ext uri="{FF2B5EF4-FFF2-40B4-BE49-F238E27FC236}">
                    <a16:creationId xmlns:a16="http://schemas.microsoft.com/office/drawing/2014/main" id="{6DCC0198-F0FC-41CE-B568-49647473A5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" name="Line 44">
                <a:extLst>
                  <a:ext uri="{FF2B5EF4-FFF2-40B4-BE49-F238E27FC236}">
                    <a16:creationId xmlns:a16="http://schemas.microsoft.com/office/drawing/2014/main" id="{E9681665-B00D-443F-A7DB-6C0797D5C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" name="Line 45">
                <a:extLst>
                  <a:ext uri="{FF2B5EF4-FFF2-40B4-BE49-F238E27FC236}">
                    <a16:creationId xmlns:a16="http://schemas.microsoft.com/office/drawing/2014/main" id="{4C13B563-5497-4181-BD6A-05DA3030A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" name="Line 46">
                <a:extLst>
                  <a:ext uri="{FF2B5EF4-FFF2-40B4-BE49-F238E27FC236}">
                    <a16:creationId xmlns:a16="http://schemas.microsoft.com/office/drawing/2014/main" id="{BB2D3E74-35CD-41E6-917D-839094FAB6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2" name="Line 47">
                <a:extLst>
                  <a:ext uri="{FF2B5EF4-FFF2-40B4-BE49-F238E27FC236}">
                    <a16:creationId xmlns:a16="http://schemas.microsoft.com/office/drawing/2014/main" id="{80725343-70C5-4082-B675-02046C4B92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3" name="Line 48">
                <a:extLst>
                  <a:ext uri="{FF2B5EF4-FFF2-40B4-BE49-F238E27FC236}">
                    <a16:creationId xmlns:a16="http://schemas.microsoft.com/office/drawing/2014/main" id="{967E91C2-389C-419E-B2FA-965D00455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" name="Line 50">
                <a:extLst>
                  <a:ext uri="{FF2B5EF4-FFF2-40B4-BE49-F238E27FC236}">
                    <a16:creationId xmlns:a16="http://schemas.microsoft.com/office/drawing/2014/main" id="{C6FC4871-B6AF-4F52-B203-5B5F50993E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5" name="Line 51">
                <a:extLst>
                  <a:ext uri="{FF2B5EF4-FFF2-40B4-BE49-F238E27FC236}">
                    <a16:creationId xmlns:a16="http://schemas.microsoft.com/office/drawing/2014/main" id="{00AD0469-5077-4C6C-A3BB-AC313F9E97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" name="Line 52">
                <a:extLst>
                  <a:ext uri="{FF2B5EF4-FFF2-40B4-BE49-F238E27FC236}">
                    <a16:creationId xmlns:a16="http://schemas.microsoft.com/office/drawing/2014/main" id="{D8D96CD6-3C3C-4DB2-B7F7-D84BC72F4A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" name="AutoShape 53" descr="Wide downward diagonal">
                <a:extLst>
                  <a:ext uri="{FF2B5EF4-FFF2-40B4-BE49-F238E27FC236}">
                    <a16:creationId xmlns:a16="http://schemas.microsoft.com/office/drawing/2014/main" id="{680DAA6C-2A35-420E-8553-B37DCD81A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8" name="AutoShape 54" descr="Wide downward diagonal">
                <a:extLst>
                  <a:ext uri="{FF2B5EF4-FFF2-40B4-BE49-F238E27FC236}">
                    <a16:creationId xmlns:a16="http://schemas.microsoft.com/office/drawing/2014/main" id="{1506FB64-7E06-485C-B78C-8F8D46194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9" name="Group 57">
                <a:extLst>
                  <a:ext uri="{FF2B5EF4-FFF2-40B4-BE49-F238E27FC236}">
                    <a16:creationId xmlns:a16="http://schemas.microsoft.com/office/drawing/2014/main" id="{E377CBF8-ABBE-450A-A3A1-CD4BFEF89A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35" name="Line 58">
                  <a:extLst>
                    <a:ext uri="{FF2B5EF4-FFF2-40B4-BE49-F238E27FC236}">
                      <a16:creationId xmlns:a16="http://schemas.microsoft.com/office/drawing/2014/main" id="{622ED985-A2F2-4BE8-9F77-9E1BBF9160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6" name="Line 59">
                  <a:extLst>
                    <a:ext uri="{FF2B5EF4-FFF2-40B4-BE49-F238E27FC236}">
                      <a16:creationId xmlns:a16="http://schemas.microsoft.com/office/drawing/2014/main" id="{3F953F05-8B3F-42E7-B081-D51084642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7" name="Line 60">
                  <a:extLst>
                    <a:ext uri="{FF2B5EF4-FFF2-40B4-BE49-F238E27FC236}">
                      <a16:creationId xmlns:a16="http://schemas.microsoft.com/office/drawing/2014/main" id="{22D0FC71-E1AF-4D3D-A27A-5FD9574297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8" name="Line 61">
                  <a:extLst>
                    <a:ext uri="{FF2B5EF4-FFF2-40B4-BE49-F238E27FC236}">
                      <a16:creationId xmlns:a16="http://schemas.microsoft.com/office/drawing/2014/main" id="{A9B568AB-20E4-4307-9D86-1C3422C870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0" name="Group 62">
                <a:extLst>
                  <a:ext uri="{FF2B5EF4-FFF2-40B4-BE49-F238E27FC236}">
                    <a16:creationId xmlns:a16="http://schemas.microsoft.com/office/drawing/2014/main" id="{3A282A75-5496-41E8-9AB5-F8E4BA859F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31" name="Line 63">
                  <a:extLst>
                    <a:ext uri="{FF2B5EF4-FFF2-40B4-BE49-F238E27FC236}">
                      <a16:creationId xmlns:a16="http://schemas.microsoft.com/office/drawing/2014/main" id="{84AFF24A-8759-47F4-9D2B-4274ADE310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" name="Line 64">
                  <a:extLst>
                    <a:ext uri="{FF2B5EF4-FFF2-40B4-BE49-F238E27FC236}">
                      <a16:creationId xmlns:a16="http://schemas.microsoft.com/office/drawing/2014/main" id="{DB018066-6B0E-441F-9E6C-82771043B3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3" name="Line 65">
                  <a:extLst>
                    <a:ext uri="{FF2B5EF4-FFF2-40B4-BE49-F238E27FC236}">
                      <a16:creationId xmlns:a16="http://schemas.microsoft.com/office/drawing/2014/main" id="{B4E14B46-1D84-4B88-A47F-B7F45EEB27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4" name="Line 66">
                  <a:extLst>
                    <a:ext uri="{FF2B5EF4-FFF2-40B4-BE49-F238E27FC236}">
                      <a16:creationId xmlns:a16="http://schemas.microsoft.com/office/drawing/2014/main" id="{7C55C04F-38B2-4475-8185-22CFB692B1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1" name="Group 67">
                <a:extLst>
                  <a:ext uri="{FF2B5EF4-FFF2-40B4-BE49-F238E27FC236}">
                    <a16:creationId xmlns:a16="http://schemas.microsoft.com/office/drawing/2014/main" id="{9B562D04-AF6F-483B-8CB2-D48EC3511D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7" name="Line 68">
                  <a:extLst>
                    <a:ext uri="{FF2B5EF4-FFF2-40B4-BE49-F238E27FC236}">
                      <a16:creationId xmlns:a16="http://schemas.microsoft.com/office/drawing/2014/main" id="{DE00A8AB-CA8F-4977-9CF0-64D84FE3BA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" name="Line 69">
                  <a:extLst>
                    <a:ext uri="{FF2B5EF4-FFF2-40B4-BE49-F238E27FC236}">
                      <a16:creationId xmlns:a16="http://schemas.microsoft.com/office/drawing/2014/main" id="{576B0717-7758-411F-894E-D5BE455B41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A7D8C475-295F-4E1A-BBDF-699F18BFB4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0" name="Line 71">
                  <a:extLst>
                    <a:ext uri="{FF2B5EF4-FFF2-40B4-BE49-F238E27FC236}">
                      <a16:creationId xmlns:a16="http://schemas.microsoft.com/office/drawing/2014/main" id="{2FF08205-5527-440C-8C3B-B62C1D0936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" name="Group 72">
                <a:extLst>
                  <a:ext uri="{FF2B5EF4-FFF2-40B4-BE49-F238E27FC236}">
                    <a16:creationId xmlns:a16="http://schemas.microsoft.com/office/drawing/2014/main" id="{3A9D7441-5B58-4DE3-96F3-58A37BF2B0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3" name="Line 73">
                  <a:extLst>
                    <a:ext uri="{FF2B5EF4-FFF2-40B4-BE49-F238E27FC236}">
                      <a16:creationId xmlns:a16="http://schemas.microsoft.com/office/drawing/2014/main" id="{94A6C4EA-F544-4403-8509-08B68DE670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" name="Line 74">
                  <a:extLst>
                    <a:ext uri="{FF2B5EF4-FFF2-40B4-BE49-F238E27FC236}">
                      <a16:creationId xmlns:a16="http://schemas.microsoft.com/office/drawing/2014/main" id="{60C66506-2377-4B4D-AEC3-9C4800BF96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5" name="Line 75">
                  <a:extLst>
                    <a:ext uri="{FF2B5EF4-FFF2-40B4-BE49-F238E27FC236}">
                      <a16:creationId xmlns:a16="http://schemas.microsoft.com/office/drawing/2014/main" id="{77CAE46B-1320-4D2B-8EF9-039B434C05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" name="Line 76">
                  <a:extLst>
                    <a:ext uri="{FF2B5EF4-FFF2-40B4-BE49-F238E27FC236}">
                      <a16:creationId xmlns:a16="http://schemas.microsoft.com/office/drawing/2014/main" id="{50D5E31D-618A-449B-8473-E5A94ED923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47" name="Group 77">
              <a:extLst>
                <a:ext uri="{FF2B5EF4-FFF2-40B4-BE49-F238E27FC236}">
                  <a16:creationId xmlns:a16="http://schemas.microsoft.com/office/drawing/2014/main" id="{74108F16-FC0C-49FD-B661-DD9EE53587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7399" y="3826882"/>
              <a:ext cx="1885950" cy="228600"/>
              <a:chOff x="1872" y="2160"/>
              <a:chExt cx="3456" cy="528"/>
            </a:xfrm>
          </p:grpSpPr>
          <p:grpSp>
            <p:nvGrpSpPr>
              <p:cNvPr id="48" name="Group 10">
                <a:extLst>
                  <a:ext uri="{FF2B5EF4-FFF2-40B4-BE49-F238E27FC236}">
                    <a16:creationId xmlns:a16="http://schemas.microsoft.com/office/drawing/2014/main" id="{B13B6B9B-36BD-4F93-9D1E-C61E23709D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89" name="Arc 5">
                  <a:extLst>
                    <a:ext uri="{FF2B5EF4-FFF2-40B4-BE49-F238E27FC236}">
                      <a16:creationId xmlns:a16="http://schemas.microsoft.com/office/drawing/2014/main" id="{68BA63F1-6DF5-4A51-BB13-C60D8AABD5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90" name="Arc 6">
                  <a:extLst>
                    <a:ext uri="{FF2B5EF4-FFF2-40B4-BE49-F238E27FC236}">
                      <a16:creationId xmlns:a16="http://schemas.microsoft.com/office/drawing/2014/main" id="{A1067F58-8B5A-4955-90FC-0952C4AE26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49" name="Group 9">
                <a:extLst>
                  <a:ext uri="{FF2B5EF4-FFF2-40B4-BE49-F238E27FC236}">
                    <a16:creationId xmlns:a16="http://schemas.microsoft.com/office/drawing/2014/main" id="{CD3EFBF8-83A0-4CF9-A3CD-DB8E67A153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87" name="Arc 7">
                  <a:extLst>
                    <a:ext uri="{FF2B5EF4-FFF2-40B4-BE49-F238E27FC236}">
                      <a16:creationId xmlns:a16="http://schemas.microsoft.com/office/drawing/2014/main" id="{947A8E94-0831-449A-9895-3B45D07D5C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88" name="Arc 8">
                  <a:extLst>
                    <a:ext uri="{FF2B5EF4-FFF2-40B4-BE49-F238E27FC236}">
                      <a16:creationId xmlns:a16="http://schemas.microsoft.com/office/drawing/2014/main" id="{E13462E0-060F-4846-829A-1EC1408B24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50" name="Line 12">
                <a:extLst>
                  <a:ext uri="{FF2B5EF4-FFF2-40B4-BE49-F238E27FC236}">
                    <a16:creationId xmlns:a16="http://schemas.microsoft.com/office/drawing/2014/main" id="{06E33F54-1FE4-437A-BB18-4B528D147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51" name="Group 56">
                <a:extLst>
                  <a:ext uri="{FF2B5EF4-FFF2-40B4-BE49-F238E27FC236}">
                    <a16:creationId xmlns:a16="http://schemas.microsoft.com/office/drawing/2014/main" id="{D889849C-9EA5-4EE2-AECD-28CBF5237C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83" name="Line 15">
                  <a:extLst>
                    <a:ext uri="{FF2B5EF4-FFF2-40B4-BE49-F238E27FC236}">
                      <a16:creationId xmlns:a16="http://schemas.microsoft.com/office/drawing/2014/main" id="{CD9FF0B6-4FC0-42A6-8BCF-8E6012A7F8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4" name="Line 16">
                  <a:extLst>
                    <a:ext uri="{FF2B5EF4-FFF2-40B4-BE49-F238E27FC236}">
                      <a16:creationId xmlns:a16="http://schemas.microsoft.com/office/drawing/2014/main" id="{A3D39CA4-95C4-4CB9-822C-6B78F2CC2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5" name="Line 17">
                  <a:extLst>
                    <a:ext uri="{FF2B5EF4-FFF2-40B4-BE49-F238E27FC236}">
                      <a16:creationId xmlns:a16="http://schemas.microsoft.com/office/drawing/2014/main" id="{1B77DFAB-D1A6-4540-8AB2-7DC1B612C8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6" name="Line 18">
                  <a:extLst>
                    <a:ext uri="{FF2B5EF4-FFF2-40B4-BE49-F238E27FC236}">
                      <a16:creationId xmlns:a16="http://schemas.microsoft.com/office/drawing/2014/main" id="{8B823563-3978-418A-AAC0-A95C889970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52" name="Line 43">
                <a:extLst>
                  <a:ext uri="{FF2B5EF4-FFF2-40B4-BE49-F238E27FC236}">
                    <a16:creationId xmlns:a16="http://schemas.microsoft.com/office/drawing/2014/main" id="{8AEB6FB6-A9FC-40B5-BFA2-00BF55648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" name="Line 44">
                <a:extLst>
                  <a:ext uri="{FF2B5EF4-FFF2-40B4-BE49-F238E27FC236}">
                    <a16:creationId xmlns:a16="http://schemas.microsoft.com/office/drawing/2014/main" id="{F49102F1-F3BD-44F2-BE41-545708D5CA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4" name="Line 45">
                <a:extLst>
                  <a:ext uri="{FF2B5EF4-FFF2-40B4-BE49-F238E27FC236}">
                    <a16:creationId xmlns:a16="http://schemas.microsoft.com/office/drawing/2014/main" id="{B4906DF4-E045-4A33-9961-D71138240D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5" name="Line 46">
                <a:extLst>
                  <a:ext uri="{FF2B5EF4-FFF2-40B4-BE49-F238E27FC236}">
                    <a16:creationId xmlns:a16="http://schemas.microsoft.com/office/drawing/2014/main" id="{4976B827-D836-4FB5-B001-A71D4CEEA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6" name="Line 47">
                <a:extLst>
                  <a:ext uri="{FF2B5EF4-FFF2-40B4-BE49-F238E27FC236}">
                    <a16:creationId xmlns:a16="http://schemas.microsoft.com/office/drawing/2014/main" id="{651ABC65-B332-457E-B12D-FF06A1BC3C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" name="Line 48">
                <a:extLst>
                  <a:ext uri="{FF2B5EF4-FFF2-40B4-BE49-F238E27FC236}">
                    <a16:creationId xmlns:a16="http://schemas.microsoft.com/office/drawing/2014/main" id="{F6BC7C03-BC59-425A-9567-736AB5B65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" name="Line 50">
                <a:extLst>
                  <a:ext uri="{FF2B5EF4-FFF2-40B4-BE49-F238E27FC236}">
                    <a16:creationId xmlns:a16="http://schemas.microsoft.com/office/drawing/2014/main" id="{F9693EB0-59A5-4780-AB86-AB200E6982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9" name="Line 51">
                <a:extLst>
                  <a:ext uri="{FF2B5EF4-FFF2-40B4-BE49-F238E27FC236}">
                    <a16:creationId xmlns:a16="http://schemas.microsoft.com/office/drawing/2014/main" id="{29923DC8-80F4-4E5F-82B3-47F8E9C12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0" name="Line 52">
                <a:extLst>
                  <a:ext uri="{FF2B5EF4-FFF2-40B4-BE49-F238E27FC236}">
                    <a16:creationId xmlns:a16="http://schemas.microsoft.com/office/drawing/2014/main" id="{A5D023BF-2479-4107-AD72-A6B409952F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1" name="AutoShape 53" descr="Wide downward diagonal">
                <a:extLst>
                  <a:ext uri="{FF2B5EF4-FFF2-40B4-BE49-F238E27FC236}">
                    <a16:creationId xmlns:a16="http://schemas.microsoft.com/office/drawing/2014/main" id="{73328271-E963-4D8C-8199-0E0131E0C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62" name="AutoShape 54" descr="Wide downward diagonal">
                <a:extLst>
                  <a:ext uri="{FF2B5EF4-FFF2-40B4-BE49-F238E27FC236}">
                    <a16:creationId xmlns:a16="http://schemas.microsoft.com/office/drawing/2014/main" id="{08F410EF-1154-4487-A26B-CDE7E4042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63" name="Group 57">
                <a:extLst>
                  <a:ext uri="{FF2B5EF4-FFF2-40B4-BE49-F238E27FC236}">
                    <a16:creationId xmlns:a16="http://schemas.microsoft.com/office/drawing/2014/main" id="{9F40ED7B-0EB0-400A-9C28-5A091C5BDB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79" name="Line 58">
                  <a:extLst>
                    <a:ext uri="{FF2B5EF4-FFF2-40B4-BE49-F238E27FC236}">
                      <a16:creationId xmlns:a16="http://schemas.microsoft.com/office/drawing/2014/main" id="{EBC81EFD-C586-4180-A74D-2A9115EA1A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0" name="Line 59">
                  <a:extLst>
                    <a:ext uri="{FF2B5EF4-FFF2-40B4-BE49-F238E27FC236}">
                      <a16:creationId xmlns:a16="http://schemas.microsoft.com/office/drawing/2014/main" id="{42C93F10-E239-414C-BF44-881B3B8437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1" name="Line 60">
                  <a:extLst>
                    <a:ext uri="{FF2B5EF4-FFF2-40B4-BE49-F238E27FC236}">
                      <a16:creationId xmlns:a16="http://schemas.microsoft.com/office/drawing/2014/main" id="{4D04A4E7-A8E5-4530-826C-34C188D6FF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2" name="Line 61">
                  <a:extLst>
                    <a:ext uri="{FF2B5EF4-FFF2-40B4-BE49-F238E27FC236}">
                      <a16:creationId xmlns:a16="http://schemas.microsoft.com/office/drawing/2014/main" id="{1CCBB668-568F-4AD2-8B3E-2B5CC6F3B0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4" name="Group 62">
                <a:extLst>
                  <a:ext uri="{FF2B5EF4-FFF2-40B4-BE49-F238E27FC236}">
                    <a16:creationId xmlns:a16="http://schemas.microsoft.com/office/drawing/2014/main" id="{4A413A78-9CAC-460E-81EE-8A3DBA4E7A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75" name="Line 63">
                  <a:extLst>
                    <a:ext uri="{FF2B5EF4-FFF2-40B4-BE49-F238E27FC236}">
                      <a16:creationId xmlns:a16="http://schemas.microsoft.com/office/drawing/2014/main" id="{A542F2A2-5991-4B74-9DE3-D676AA0A82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6" name="Line 64">
                  <a:extLst>
                    <a:ext uri="{FF2B5EF4-FFF2-40B4-BE49-F238E27FC236}">
                      <a16:creationId xmlns:a16="http://schemas.microsoft.com/office/drawing/2014/main" id="{E2B48CAD-B54A-47F6-A171-211D27643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7" name="Line 65">
                  <a:extLst>
                    <a:ext uri="{FF2B5EF4-FFF2-40B4-BE49-F238E27FC236}">
                      <a16:creationId xmlns:a16="http://schemas.microsoft.com/office/drawing/2014/main" id="{97EB65D2-CD45-4DBC-9BEE-6C2139277B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8" name="Line 66">
                  <a:extLst>
                    <a:ext uri="{FF2B5EF4-FFF2-40B4-BE49-F238E27FC236}">
                      <a16:creationId xmlns:a16="http://schemas.microsoft.com/office/drawing/2014/main" id="{B6EB2FA7-D3A3-46F0-AB4A-1B463440EB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5" name="Group 67">
                <a:extLst>
                  <a:ext uri="{FF2B5EF4-FFF2-40B4-BE49-F238E27FC236}">
                    <a16:creationId xmlns:a16="http://schemas.microsoft.com/office/drawing/2014/main" id="{F6EA329E-7003-4FF4-ADBE-3F21926D0E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71" name="Line 68">
                  <a:extLst>
                    <a:ext uri="{FF2B5EF4-FFF2-40B4-BE49-F238E27FC236}">
                      <a16:creationId xmlns:a16="http://schemas.microsoft.com/office/drawing/2014/main" id="{7B66C20F-73E9-4E7C-9359-66ED85D24D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2" name="Line 69">
                  <a:extLst>
                    <a:ext uri="{FF2B5EF4-FFF2-40B4-BE49-F238E27FC236}">
                      <a16:creationId xmlns:a16="http://schemas.microsoft.com/office/drawing/2014/main" id="{D2701A5D-022B-4E72-A971-40E1DE2FBC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3" name="Line 70">
                  <a:extLst>
                    <a:ext uri="{FF2B5EF4-FFF2-40B4-BE49-F238E27FC236}">
                      <a16:creationId xmlns:a16="http://schemas.microsoft.com/office/drawing/2014/main" id="{DE310500-EB95-4A4B-8CB4-29638ECC9E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4" name="Line 71">
                  <a:extLst>
                    <a:ext uri="{FF2B5EF4-FFF2-40B4-BE49-F238E27FC236}">
                      <a16:creationId xmlns:a16="http://schemas.microsoft.com/office/drawing/2014/main" id="{A2101B2D-8C6B-432C-9134-04C8C03975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6" name="Group 72">
                <a:extLst>
                  <a:ext uri="{FF2B5EF4-FFF2-40B4-BE49-F238E27FC236}">
                    <a16:creationId xmlns:a16="http://schemas.microsoft.com/office/drawing/2014/main" id="{3D47904C-2797-4916-8BF3-3084F456BB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67" name="Line 73">
                  <a:extLst>
                    <a:ext uri="{FF2B5EF4-FFF2-40B4-BE49-F238E27FC236}">
                      <a16:creationId xmlns:a16="http://schemas.microsoft.com/office/drawing/2014/main" id="{4C8F99FE-1515-4180-8120-BC844D455E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8" name="Line 74">
                  <a:extLst>
                    <a:ext uri="{FF2B5EF4-FFF2-40B4-BE49-F238E27FC236}">
                      <a16:creationId xmlns:a16="http://schemas.microsoft.com/office/drawing/2014/main" id="{FC28D43F-E1DD-4074-812D-E2F03AD808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9" name="Line 75">
                  <a:extLst>
                    <a:ext uri="{FF2B5EF4-FFF2-40B4-BE49-F238E27FC236}">
                      <a16:creationId xmlns:a16="http://schemas.microsoft.com/office/drawing/2014/main" id="{D8AB5095-BFDD-475B-9CA5-E7AD2A9167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0" name="Line 76">
                  <a:extLst>
                    <a:ext uri="{FF2B5EF4-FFF2-40B4-BE49-F238E27FC236}">
                      <a16:creationId xmlns:a16="http://schemas.microsoft.com/office/drawing/2014/main" id="{A06305CA-6C0A-4CC1-BE45-2D2882E0FE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91" name="Group 77">
              <a:extLst>
                <a:ext uri="{FF2B5EF4-FFF2-40B4-BE49-F238E27FC236}">
                  <a16:creationId xmlns:a16="http://schemas.microsoft.com/office/drawing/2014/main" id="{D9348F2A-414F-430D-ABEF-C02AB886F693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915887" y="3831049"/>
              <a:ext cx="1885950" cy="228600"/>
              <a:chOff x="1872" y="2160"/>
              <a:chExt cx="3456" cy="528"/>
            </a:xfrm>
          </p:grpSpPr>
          <p:grpSp>
            <p:nvGrpSpPr>
              <p:cNvPr id="92" name="Group 10">
                <a:extLst>
                  <a:ext uri="{FF2B5EF4-FFF2-40B4-BE49-F238E27FC236}">
                    <a16:creationId xmlns:a16="http://schemas.microsoft.com/office/drawing/2014/main" id="{50CCEC5D-4999-4C0D-A730-2A21090296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133" name="Arc 5">
                  <a:extLst>
                    <a:ext uri="{FF2B5EF4-FFF2-40B4-BE49-F238E27FC236}">
                      <a16:creationId xmlns:a16="http://schemas.microsoft.com/office/drawing/2014/main" id="{271EE402-80F0-4147-853B-9191512891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4" name="Arc 6">
                  <a:extLst>
                    <a:ext uri="{FF2B5EF4-FFF2-40B4-BE49-F238E27FC236}">
                      <a16:creationId xmlns:a16="http://schemas.microsoft.com/office/drawing/2014/main" id="{23041494-9D79-4EB7-BC4F-E037D0899F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93" name="Group 9">
                <a:extLst>
                  <a:ext uri="{FF2B5EF4-FFF2-40B4-BE49-F238E27FC236}">
                    <a16:creationId xmlns:a16="http://schemas.microsoft.com/office/drawing/2014/main" id="{A68EEAB9-771F-410E-9BD3-F4B964B051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131" name="Arc 7">
                  <a:extLst>
                    <a:ext uri="{FF2B5EF4-FFF2-40B4-BE49-F238E27FC236}">
                      <a16:creationId xmlns:a16="http://schemas.microsoft.com/office/drawing/2014/main" id="{06A43F26-1BC4-45EE-A6FF-09EC09E338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2" name="Arc 8">
                  <a:extLst>
                    <a:ext uri="{FF2B5EF4-FFF2-40B4-BE49-F238E27FC236}">
                      <a16:creationId xmlns:a16="http://schemas.microsoft.com/office/drawing/2014/main" id="{5CCC99F3-053B-482B-A377-A0BC444E3B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94" name="Line 12">
                <a:extLst>
                  <a:ext uri="{FF2B5EF4-FFF2-40B4-BE49-F238E27FC236}">
                    <a16:creationId xmlns:a16="http://schemas.microsoft.com/office/drawing/2014/main" id="{196B036E-9C59-4CA1-A270-4AF8F79F4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95" name="Group 56">
                <a:extLst>
                  <a:ext uri="{FF2B5EF4-FFF2-40B4-BE49-F238E27FC236}">
                    <a16:creationId xmlns:a16="http://schemas.microsoft.com/office/drawing/2014/main" id="{3864A783-A7C9-4F15-B9C8-2EDD39565A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127" name="Line 15">
                  <a:extLst>
                    <a:ext uri="{FF2B5EF4-FFF2-40B4-BE49-F238E27FC236}">
                      <a16:creationId xmlns:a16="http://schemas.microsoft.com/office/drawing/2014/main" id="{85687701-4CBA-48A7-BD07-4F7A236CBB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8" name="Line 16">
                  <a:extLst>
                    <a:ext uri="{FF2B5EF4-FFF2-40B4-BE49-F238E27FC236}">
                      <a16:creationId xmlns:a16="http://schemas.microsoft.com/office/drawing/2014/main" id="{E0DD94A9-D0B2-4DD3-BF7C-E3F19DC9F9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9" name="Line 17">
                  <a:extLst>
                    <a:ext uri="{FF2B5EF4-FFF2-40B4-BE49-F238E27FC236}">
                      <a16:creationId xmlns:a16="http://schemas.microsoft.com/office/drawing/2014/main" id="{9EEA98A0-AC72-4F91-8CD5-5169F50866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30" name="Line 18">
                  <a:extLst>
                    <a:ext uri="{FF2B5EF4-FFF2-40B4-BE49-F238E27FC236}">
                      <a16:creationId xmlns:a16="http://schemas.microsoft.com/office/drawing/2014/main" id="{AF69DC25-B49D-4832-A5C9-390AFB4D12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96" name="Line 43">
                <a:extLst>
                  <a:ext uri="{FF2B5EF4-FFF2-40B4-BE49-F238E27FC236}">
                    <a16:creationId xmlns:a16="http://schemas.microsoft.com/office/drawing/2014/main" id="{F2875A7A-E7BB-41DE-9E08-DFAEE082E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7" name="Line 44">
                <a:extLst>
                  <a:ext uri="{FF2B5EF4-FFF2-40B4-BE49-F238E27FC236}">
                    <a16:creationId xmlns:a16="http://schemas.microsoft.com/office/drawing/2014/main" id="{79CB4FC4-7531-48DC-883A-3D86272040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8" name="Line 45">
                <a:extLst>
                  <a:ext uri="{FF2B5EF4-FFF2-40B4-BE49-F238E27FC236}">
                    <a16:creationId xmlns:a16="http://schemas.microsoft.com/office/drawing/2014/main" id="{E21BEC4C-2929-4BC2-9995-CDE7A07247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9" name="Line 46">
                <a:extLst>
                  <a:ext uri="{FF2B5EF4-FFF2-40B4-BE49-F238E27FC236}">
                    <a16:creationId xmlns:a16="http://schemas.microsoft.com/office/drawing/2014/main" id="{F548EEBB-2D20-46B1-AF56-208932F03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0" name="Line 47">
                <a:extLst>
                  <a:ext uri="{FF2B5EF4-FFF2-40B4-BE49-F238E27FC236}">
                    <a16:creationId xmlns:a16="http://schemas.microsoft.com/office/drawing/2014/main" id="{81CC1977-BB8A-45A8-9B18-B57311D551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1" name="Line 48">
                <a:extLst>
                  <a:ext uri="{FF2B5EF4-FFF2-40B4-BE49-F238E27FC236}">
                    <a16:creationId xmlns:a16="http://schemas.microsoft.com/office/drawing/2014/main" id="{EF71754A-FB61-4220-8855-C424D9CC41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2" name="Line 50">
                <a:extLst>
                  <a:ext uri="{FF2B5EF4-FFF2-40B4-BE49-F238E27FC236}">
                    <a16:creationId xmlns:a16="http://schemas.microsoft.com/office/drawing/2014/main" id="{05F25472-20CB-438D-B793-6E87F42FB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3" name="Line 51">
                <a:extLst>
                  <a:ext uri="{FF2B5EF4-FFF2-40B4-BE49-F238E27FC236}">
                    <a16:creationId xmlns:a16="http://schemas.microsoft.com/office/drawing/2014/main" id="{CABF8106-498B-4C27-A872-3B90DE6CE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4" name="Line 52">
                <a:extLst>
                  <a:ext uri="{FF2B5EF4-FFF2-40B4-BE49-F238E27FC236}">
                    <a16:creationId xmlns:a16="http://schemas.microsoft.com/office/drawing/2014/main" id="{8B6FD917-BDA4-4C8C-896F-BF1ACCCCA0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5" name="AutoShape 53" descr="Wide downward diagonal">
                <a:extLst>
                  <a:ext uri="{FF2B5EF4-FFF2-40B4-BE49-F238E27FC236}">
                    <a16:creationId xmlns:a16="http://schemas.microsoft.com/office/drawing/2014/main" id="{36EEFF33-D2EE-40BB-8655-8D4EEF8B49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06" name="AutoShape 54" descr="Wide downward diagonal">
                <a:extLst>
                  <a:ext uri="{FF2B5EF4-FFF2-40B4-BE49-F238E27FC236}">
                    <a16:creationId xmlns:a16="http://schemas.microsoft.com/office/drawing/2014/main" id="{69D7D0A2-0938-408B-9048-64DCF083B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07" name="Group 57">
                <a:extLst>
                  <a:ext uri="{FF2B5EF4-FFF2-40B4-BE49-F238E27FC236}">
                    <a16:creationId xmlns:a16="http://schemas.microsoft.com/office/drawing/2014/main" id="{300B04F8-1CDA-43D4-99AB-73949F62DF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123" name="Line 58">
                  <a:extLst>
                    <a:ext uri="{FF2B5EF4-FFF2-40B4-BE49-F238E27FC236}">
                      <a16:creationId xmlns:a16="http://schemas.microsoft.com/office/drawing/2014/main" id="{1DF59556-578A-4E37-8188-5234B9F06B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4" name="Line 59">
                  <a:extLst>
                    <a:ext uri="{FF2B5EF4-FFF2-40B4-BE49-F238E27FC236}">
                      <a16:creationId xmlns:a16="http://schemas.microsoft.com/office/drawing/2014/main" id="{FF9DB8D6-080A-4102-B198-4AD957B99A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5" name="Line 60">
                  <a:extLst>
                    <a:ext uri="{FF2B5EF4-FFF2-40B4-BE49-F238E27FC236}">
                      <a16:creationId xmlns:a16="http://schemas.microsoft.com/office/drawing/2014/main" id="{E9DE33AD-EBFD-43F0-8482-A4F22BA593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6" name="Line 61">
                  <a:extLst>
                    <a:ext uri="{FF2B5EF4-FFF2-40B4-BE49-F238E27FC236}">
                      <a16:creationId xmlns:a16="http://schemas.microsoft.com/office/drawing/2014/main" id="{E6B94BA4-2E40-4A32-8121-FF7BA44377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8" name="Group 62">
                <a:extLst>
                  <a:ext uri="{FF2B5EF4-FFF2-40B4-BE49-F238E27FC236}">
                    <a16:creationId xmlns:a16="http://schemas.microsoft.com/office/drawing/2014/main" id="{ECCEA954-96EE-435F-AF0C-2AC2A32DB9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119" name="Line 63">
                  <a:extLst>
                    <a:ext uri="{FF2B5EF4-FFF2-40B4-BE49-F238E27FC236}">
                      <a16:creationId xmlns:a16="http://schemas.microsoft.com/office/drawing/2014/main" id="{0E78BE06-AC13-4B91-93CF-47CB4A4C47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0" name="Line 64">
                  <a:extLst>
                    <a:ext uri="{FF2B5EF4-FFF2-40B4-BE49-F238E27FC236}">
                      <a16:creationId xmlns:a16="http://schemas.microsoft.com/office/drawing/2014/main" id="{F253D55C-39DE-43D0-9EA8-1BF0E47294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1" name="Line 65">
                  <a:extLst>
                    <a:ext uri="{FF2B5EF4-FFF2-40B4-BE49-F238E27FC236}">
                      <a16:creationId xmlns:a16="http://schemas.microsoft.com/office/drawing/2014/main" id="{4CA9FD4F-8C4E-420C-A941-90CE36E95C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2" name="Line 66">
                  <a:extLst>
                    <a:ext uri="{FF2B5EF4-FFF2-40B4-BE49-F238E27FC236}">
                      <a16:creationId xmlns:a16="http://schemas.microsoft.com/office/drawing/2014/main" id="{2A2CD4C3-A7E4-4859-B866-0C2493D531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9" name="Group 67">
                <a:extLst>
                  <a:ext uri="{FF2B5EF4-FFF2-40B4-BE49-F238E27FC236}">
                    <a16:creationId xmlns:a16="http://schemas.microsoft.com/office/drawing/2014/main" id="{48117412-D296-4C60-8E98-E25022A7BD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115" name="Line 68">
                  <a:extLst>
                    <a:ext uri="{FF2B5EF4-FFF2-40B4-BE49-F238E27FC236}">
                      <a16:creationId xmlns:a16="http://schemas.microsoft.com/office/drawing/2014/main" id="{158827B4-4D36-44CD-94A1-C9F19F965A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6" name="Line 69">
                  <a:extLst>
                    <a:ext uri="{FF2B5EF4-FFF2-40B4-BE49-F238E27FC236}">
                      <a16:creationId xmlns:a16="http://schemas.microsoft.com/office/drawing/2014/main" id="{E6F19F08-BE55-4950-ACCD-BD093C1C35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7" name="Line 70">
                  <a:extLst>
                    <a:ext uri="{FF2B5EF4-FFF2-40B4-BE49-F238E27FC236}">
                      <a16:creationId xmlns:a16="http://schemas.microsoft.com/office/drawing/2014/main" id="{6E12FE96-4B17-4357-9107-7A77B4982C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8" name="Line 71">
                  <a:extLst>
                    <a:ext uri="{FF2B5EF4-FFF2-40B4-BE49-F238E27FC236}">
                      <a16:creationId xmlns:a16="http://schemas.microsoft.com/office/drawing/2014/main" id="{985CF519-0239-43AD-A4D1-AA88F4C38A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10" name="Group 72">
                <a:extLst>
                  <a:ext uri="{FF2B5EF4-FFF2-40B4-BE49-F238E27FC236}">
                    <a16:creationId xmlns:a16="http://schemas.microsoft.com/office/drawing/2014/main" id="{C76BC46D-150E-4DFD-BE7D-139541DF53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111" name="Line 73">
                  <a:extLst>
                    <a:ext uri="{FF2B5EF4-FFF2-40B4-BE49-F238E27FC236}">
                      <a16:creationId xmlns:a16="http://schemas.microsoft.com/office/drawing/2014/main" id="{8D3ABAA6-BEDE-42CA-B175-76D3F0CB3A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2" name="Line 74">
                  <a:extLst>
                    <a:ext uri="{FF2B5EF4-FFF2-40B4-BE49-F238E27FC236}">
                      <a16:creationId xmlns:a16="http://schemas.microsoft.com/office/drawing/2014/main" id="{1715D152-0F7E-4EB8-8921-971DA9E71E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3" name="Line 75">
                  <a:extLst>
                    <a:ext uri="{FF2B5EF4-FFF2-40B4-BE49-F238E27FC236}">
                      <a16:creationId xmlns:a16="http://schemas.microsoft.com/office/drawing/2014/main" id="{4839D98D-3346-41AA-821D-1CE1DF260D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4" name="Line 76">
                  <a:extLst>
                    <a:ext uri="{FF2B5EF4-FFF2-40B4-BE49-F238E27FC236}">
                      <a16:creationId xmlns:a16="http://schemas.microsoft.com/office/drawing/2014/main" id="{FEB7D4B3-28E2-44D4-B62D-456701061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79" name="Grupo 178">
              <a:extLst>
                <a:ext uri="{FF2B5EF4-FFF2-40B4-BE49-F238E27FC236}">
                  <a16:creationId xmlns:a16="http://schemas.microsoft.com/office/drawing/2014/main" id="{1AB806D3-6F27-4406-B95D-0465A512CEA9}"/>
                </a:ext>
              </a:extLst>
            </p:cNvPr>
            <p:cNvGrpSpPr/>
            <p:nvPr/>
          </p:nvGrpSpPr>
          <p:grpSpPr>
            <a:xfrm rot="10800000">
              <a:off x="3786232" y="3831049"/>
              <a:ext cx="231924" cy="228600"/>
              <a:chOff x="5643563" y="1257300"/>
              <a:chExt cx="231924" cy="228600"/>
            </a:xfrm>
          </p:grpSpPr>
          <p:sp>
            <p:nvSpPr>
              <p:cNvPr id="140" name="Line 43">
                <a:extLst>
                  <a:ext uri="{FF2B5EF4-FFF2-40B4-BE49-F238E27FC236}">
                    <a16:creationId xmlns:a16="http://schemas.microsoft.com/office/drawing/2014/main" id="{9BB72249-4331-48B6-BE6F-F6EBFC70A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21462" y="1279381"/>
                <a:ext cx="0" cy="184439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1" name="Line 44">
                <a:extLst>
                  <a:ext uri="{FF2B5EF4-FFF2-40B4-BE49-F238E27FC236}">
                    <a16:creationId xmlns:a16="http://schemas.microsoft.com/office/drawing/2014/main" id="{CDB85C93-21C7-44C0-8D7C-D9FCB7D59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74531" y="1278082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2" name="Line 45">
                <a:extLst>
                  <a:ext uri="{FF2B5EF4-FFF2-40B4-BE49-F238E27FC236}">
                    <a16:creationId xmlns:a16="http://schemas.microsoft.com/office/drawing/2014/main" id="{5A5D46CB-0F08-4373-8028-B50B16D75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8188" y="1373765"/>
                <a:ext cx="57299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3" name="Line 46">
                <a:extLst>
                  <a:ext uri="{FF2B5EF4-FFF2-40B4-BE49-F238E27FC236}">
                    <a16:creationId xmlns:a16="http://schemas.microsoft.com/office/drawing/2014/main" id="{62B7679D-382C-4E30-AB08-0597F7B4F7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6005" y="1280247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4" name="Line 47">
                <a:extLst>
                  <a:ext uri="{FF2B5EF4-FFF2-40B4-BE49-F238E27FC236}">
                    <a16:creationId xmlns:a16="http://schemas.microsoft.com/office/drawing/2014/main" id="{04568921-7D3B-4E5E-A1EC-12C300BF48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6346" y="1373332"/>
                <a:ext cx="57845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5" name="Line 48">
                <a:extLst>
                  <a:ext uri="{FF2B5EF4-FFF2-40B4-BE49-F238E27FC236}">
                    <a16:creationId xmlns:a16="http://schemas.microsoft.com/office/drawing/2014/main" id="{384CBE60-0297-40E0-BD0B-C9E2E835D5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3563" y="137419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6" name="Line 50">
                <a:extLst>
                  <a:ext uri="{FF2B5EF4-FFF2-40B4-BE49-F238E27FC236}">
                    <a16:creationId xmlns:a16="http://schemas.microsoft.com/office/drawing/2014/main" id="{4EF2A389-CDD2-4BCA-991C-8D2298159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51202" y="135081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7" name="Line 51">
                <a:extLst>
                  <a:ext uri="{FF2B5EF4-FFF2-40B4-BE49-F238E27FC236}">
                    <a16:creationId xmlns:a16="http://schemas.microsoft.com/office/drawing/2014/main" id="{0E436068-A6B9-412C-A20A-CE981DEC7F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5077" y="1351251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8" name="Line 52">
                <a:extLst>
                  <a:ext uri="{FF2B5EF4-FFF2-40B4-BE49-F238E27FC236}">
                    <a16:creationId xmlns:a16="http://schemas.microsoft.com/office/drawing/2014/main" id="{9A3D9E29-41C3-4ECD-A184-E265887CEC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6168" y="1394980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9" name="AutoShape 53" descr="Wide downward diagonal">
                <a:extLst>
                  <a:ext uri="{FF2B5EF4-FFF2-40B4-BE49-F238E27FC236}">
                    <a16:creationId xmlns:a16="http://schemas.microsoft.com/office/drawing/2014/main" id="{C422EF11-3AF2-4B69-8206-18731D3B3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430482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50" name="AutoShape 54" descr="Wide downward diagonal">
                <a:extLst>
                  <a:ext uri="{FF2B5EF4-FFF2-40B4-BE49-F238E27FC236}">
                    <a16:creationId xmlns:a16="http://schemas.microsoft.com/office/drawing/2014/main" id="{CA37CCDD-5334-43F6-B4F6-6C63DF3D9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257300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cxnSp>
        <p:nvCxnSpPr>
          <p:cNvPr id="185" name="Conector recto de flecha 184">
            <a:extLst>
              <a:ext uri="{FF2B5EF4-FFF2-40B4-BE49-F238E27FC236}">
                <a16:creationId xmlns:a16="http://schemas.microsoft.com/office/drawing/2014/main" id="{E70A90BD-6C19-42A1-BB4D-0BFE43AE9D86}"/>
              </a:ext>
            </a:extLst>
          </p:cNvPr>
          <p:cNvCxnSpPr>
            <a:cxnSpLocks/>
          </p:cNvCxnSpPr>
          <p:nvPr/>
        </p:nvCxnSpPr>
        <p:spPr>
          <a:xfrm flipH="1" flipV="1">
            <a:off x="2044524" y="3793999"/>
            <a:ext cx="1" cy="292344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FA6D84F1-78C5-4D25-B474-4AD563BC9AFD}"/>
              </a:ext>
            </a:extLst>
          </p:cNvPr>
          <p:cNvCxnSpPr>
            <a:cxnSpLocks/>
          </p:cNvCxnSpPr>
          <p:nvPr/>
        </p:nvCxnSpPr>
        <p:spPr>
          <a:xfrm flipH="1">
            <a:off x="2044127" y="4240630"/>
            <a:ext cx="1" cy="275336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onector recto 340">
            <a:extLst>
              <a:ext uri="{FF2B5EF4-FFF2-40B4-BE49-F238E27FC236}">
                <a16:creationId xmlns:a16="http://schemas.microsoft.com/office/drawing/2014/main" id="{F8A6ADD3-7E0F-4486-9FA5-E14A33991796}"/>
              </a:ext>
            </a:extLst>
          </p:cNvPr>
          <p:cNvCxnSpPr>
            <a:cxnSpLocks/>
          </p:cNvCxnSpPr>
          <p:nvPr/>
        </p:nvCxnSpPr>
        <p:spPr>
          <a:xfrm flipV="1">
            <a:off x="1915886" y="3561960"/>
            <a:ext cx="0" cy="589423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Conector recto 344">
            <a:extLst>
              <a:ext uri="{FF2B5EF4-FFF2-40B4-BE49-F238E27FC236}">
                <a16:creationId xmlns:a16="http://schemas.microsoft.com/office/drawing/2014/main" id="{7230E42F-7021-4466-9C43-4CAE1F275848}"/>
              </a:ext>
            </a:extLst>
          </p:cNvPr>
          <p:cNvCxnSpPr>
            <a:cxnSpLocks/>
          </p:cNvCxnSpPr>
          <p:nvPr/>
        </p:nvCxnSpPr>
        <p:spPr>
          <a:xfrm flipV="1">
            <a:off x="7538070" y="3561960"/>
            <a:ext cx="0" cy="589423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4B17F4FA-7546-4916-823E-FD568CF978F4}"/>
              </a:ext>
            </a:extLst>
          </p:cNvPr>
          <p:cNvCxnSpPr>
            <a:cxnSpLocks/>
          </p:cNvCxnSpPr>
          <p:nvPr/>
        </p:nvCxnSpPr>
        <p:spPr>
          <a:xfrm>
            <a:off x="1691680" y="3561960"/>
            <a:ext cx="60486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C0D35398-F956-4B8F-B37C-5F47D101CD55}"/>
              </a:ext>
            </a:extLst>
          </p:cNvPr>
          <p:cNvSpPr txBox="1"/>
          <p:nvPr/>
        </p:nvSpPr>
        <p:spPr>
          <a:xfrm>
            <a:off x="1525659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34RPM</a:t>
            </a:r>
          </a:p>
        </p:txBody>
      </p:sp>
      <p:sp>
        <p:nvSpPr>
          <p:cNvPr id="352" name="CuadroTexto 351">
            <a:extLst>
              <a:ext uri="{FF2B5EF4-FFF2-40B4-BE49-F238E27FC236}">
                <a16:creationId xmlns:a16="http://schemas.microsoft.com/office/drawing/2014/main" id="{0E658F3A-5D13-4924-AE6B-FCAFD8F9A59B}"/>
              </a:ext>
            </a:extLst>
          </p:cNvPr>
          <p:cNvSpPr txBox="1"/>
          <p:nvPr/>
        </p:nvSpPr>
        <p:spPr>
          <a:xfrm>
            <a:off x="3296939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44RPM</a:t>
            </a:r>
          </a:p>
        </p:txBody>
      </p:sp>
      <p:sp>
        <p:nvSpPr>
          <p:cNvPr id="353" name="CuadroTexto 352">
            <a:extLst>
              <a:ext uri="{FF2B5EF4-FFF2-40B4-BE49-F238E27FC236}">
                <a16:creationId xmlns:a16="http://schemas.microsoft.com/office/drawing/2014/main" id="{35339FA0-EDD0-419C-AEF2-E7B5D666CC45}"/>
              </a:ext>
            </a:extLst>
          </p:cNvPr>
          <p:cNvSpPr txBox="1"/>
          <p:nvPr/>
        </p:nvSpPr>
        <p:spPr>
          <a:xfrm>
            <a:off x="5264764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68RPM</a:t>
            </a:r>
          </a:p>
        </p:txBody>
      </p:sp>
      <p:sp>
        <p:nvSpPr>
          <p:cNvPr id="354" name="CuadroTexto 353">
            <a:extLst>
              <a:ext uri="{FF2B5EF4-FFF2-40B4-BE49-F238E27FC236}">
                <a16:creationId xmlns:a16="http://schemas.microsoft.com/office/drawing/2014/main" id="{8507A6E5-ED35-4ADC-9706-A0BDC318E5CC}"/>
              </a:ext>
            </a:extLst>
          </p:cNvPr>
          <p:cNvSpPr txBox="1"/>
          <p:nvPr/>
        </p:nvSpPr>
        <p:spPr>
          <a:xfrm>
            <a:off x="7158408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34RPM</a:t>
            </a:r>
          </a:p>
        </p:txBody>
      </p:sp>
      <p:sp>
        <p:nvSpPr>
          <p:cNvPr id="359" name="CuadroTexto 358">
            <a:extLst>
              <a:ext uri="{FF2B5EF4-FFF2-40B4-BE49-F238E27FC236}">
                <a16:creationId xmlns:a16="http://schemas.microsoft.com/office/drawing/2014/main" id="{BEF64CD6-92EA-4FB8-B7D9-E0F5A08A202F}"/>
              </a:ext>
            </a:extLst>
          </p:cNvPr>
          <p:cNvSpPr txBox="1"/>
          <p:nvPr/>
        </p:nvSpPr>
        <p:spPr>
          <a:xfrm>
            <a:off x="1022124" y="3728301"/>
            <a:ext cx="895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%T = 50%</a:t>
            </a:r>
          </a:p>
        </p:txBody>
      </p:sp>
      <p:sp>
        <p:nvSpPr>
          <p:cNvPr id="360" name="CuadroTexto 359">
            <a:extLst>
              <a:ext uri="{FF2B5EF4-FFF2-40B4-BE49-F238E27FC236}">
                <a16:creationId xmlns:a16="http://schemas.microsoft.com/office/drawing/2014/main" id="{B423BA9A-217E-40D6-B522-44B7CC57DF72}"/>
              </a:ext>
            </a:extLst>
          </p:cNvPr>
          <p:cNvSpPr txBox="1"/>
          <p:nvPr/>
        </p:nvSpPr>
        <p:spPr>
          <a:xfrm>
            <a:off x="7511760" y="3752440"/>
            <a:ext cx="895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%T = 50%</a:t>
            </a:r>
          </a:p>
        </p:txBody>
      </p:sp>
    </p:spTree>
    <p:extLst>
      <p:ext uri="{BB962C8B-B14F-4D97-AF65-F5344CB8AC3E}">
        <p14:creationId xmlns:p14="http://schemas.microsoft.com/office/powerpoint/2010/main" val="16217335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Imagen que contiene texto&#10;&#10;Descripción generada automáticamente">
            <a:extLst>
              <a:ext uri="{FF2B5EF4-FFF2-40B4-BE49-F238E27FC236}">
                <a16:creationId xmlns:a16="http://schemas.microsoft.com/office/drawing/2014/main" id="{77593E91-F356-4955-AFE1-F9FB77D3C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550" y="0"/>
            <a:ext cx="6953842" cy="5143500"/>
          </a:xfrm>
          <a:prstGeom prst="rect">
            <a:avLst/>
          </a:prstGeom>
        </p:spPr>
      </p:pic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0C4062F2-6B94-47F9-BA6D-FEB950423EF6}"/>
              </a:ext>
            </a:extLst>
          </p:cNvPr>
          <p:cNvCxnSpPr>
            <a:cxnSpLocks/>
          </p:cNvCxnSpPr>
          <p:nvPr/>
        </p:nvCxnSpPr>
        <p:spPr>
          <a:xfrm flipV="1">
            <a:off x="3132000" y="2387198"/>
            <a:ext cx="58756" cy="10383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C41B4CC1-638D-4C18-8DEB-65161F034DD0}"/>
              </a:ext>
            </a:extLst>
          </p:cNvPr>
          <p:cNvCxnSpPr>
            <a:cxnSpLocks/>
          </p:cNvCxnSpPr>
          <p:nvPr/>
        </p:nvCxnSpPr>
        <p:spPr>
          <a:xfrm flipV="1">
            <a:off x="3420000" y="2387198"/>
            <a:ext cx="58756" cy="10383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D172245-0FED-4557-936C-E72E0071A2DC}"/>
              </a:ext>
            </a:extLst>
          </p:cNvPr>
          <p:cNvSpPr/>
          <p:nvPr/>
        </p:nvSpPr>
        <p:spPr>
          <a:xfrm>
            <a:off x="3844800" y="1116000"/>
            <a:ext cx="936104" cy="275189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C63E5FE-A57B-4DBC-95A8-429EFD2BF36F}"/>
              </a:ext>
            </a:extLst>
          </p:cNvPr>
          <p:cNvSpPr txBox="1"/>
          <p:nvPr/>
        </p:nvSpPr>
        <p:spPr>
          <a:xfrm>
            <a:off x="6372200" y="315916"/>
            <a:ext cx="2544286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Forward Guidance Box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D94D8C21-013A-4A79-982B-6C1DFAB501C7}"/>
              </a:ext>
            </a:extLst>
          </p:cNvPr>
          <p:cNvCxnSpPr>
            <a:stCxn id="22" idx="1"/>
          </p:cNvCxnSpPr>
          <p:nvPr/>
        </p:nvCxnSpPr>
        <p:spPr>
          <a:xfrm flipH="1">
            <a:off x="4804721" y="500582"/>
            <a:ext cx="1567479" cy="113506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AB4884B1-F6E2-4ABD-9C1D-ACBA8B4057AA}"/>
              </a:ext>
            </a:extLst>
          </p:cNvPr>
          <p:cNvCxnSpPr>
            <a:cxnSpLocks/>
          </p:cNvCxnSpPr>
          <p:nvPr/>
        </p:nvCxnSpPr>
        <p:spPr>
          <a:xfrm flipH="1" flipV="1">
            <a:off x="3491880" y="4236318"/>
            <a:ext cx="18120" cy="7698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D3A96590-A729-4C67-82CF-41B06E58C746}"/>
              </a:ext>
            </a:extLst>
          </p:cNvPr>
          <p:cNvCxnSpPr>
            <a:cxnSpLocks/>
          </p:cNvCxnSpPr>
          <p:nvPr/>
        </p:nvCxnSpPr>
        <p:spPr>
          <a:xfrm flipV="1">
            <a:off x="3518384" y="4236318"/>
            <a:ext cx="58756" cy="10383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9E044DA4-C3CD-49B8-8176-87D52C938265}"/>
              </a:ext>
            </a:extLst>
          </p:cNvPr>
          <p:cNvCxnSpPr>
            <a:cxnSpLocks/>
          </p:cNvCxnSpPr>
          <p:nvPr/>
        </p:nvCxnSpPr>
        <p:spPr>
          <a:xfrm>
            <a:off x="2520000" y="1190205"/>
            <a:ext cx="1763968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16BE076-699A-4BA3-8395-1FD79A6D71D8}"/>
              </a:ext>
            </a:extLst>
          </p:cNvPr>
          <p:cNvCxnSpPr>
            <a:cxnSpLocks/>
          </p:cNvCxnSpPr>
          <p:nvPr/>
        </p:nvCxnSpPr>
        <p:spPr>
          <a:xfrm>
            <a:off x="4283968" y="1190205"/>
            <a:ext cx="0" cy="545928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20BCC54E-0660-48BD-808A-56E6E6B82186}"/>
              </a:ext>
            </a:extLst>
          </p:cNvPr>
          <p:cNvCxnSpPr>
            <a:cxnSpLocks/>
          </p:cNvCxnSpPr>
          <p:nvPr/>
        </p:nvCxnSpPr>
        <p:spPr>
          <a:xfrm flipH="1">
            <a:off x="4569258" y="1584000"/>
            <a:ext cx="2742" cy="152133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3EEE780C-C2B5-40C7-A801-00ED51F0B75A}"/>
              </a:ext>
            </a:extLst>
          </p:cNvPr>
          <p:cNvCxnSpPr>
            <a:cxnSpLocks/>
          </p:cNvCxnSpPr>
          <p:nvPr/>
        </p:nvCxnSpPr>
        <p:spPr>
          <a:xfrm>
            <a:off x="4284000" y="1584000"/>
            <a:ext cx="288000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DEC3B0A-7881-4CC3-BDC2-A6258254B43C}"/>
              </a:ext>
            </a:extLst>
          </p:cNvPr>
          <p:cNvSpPr txBox="1"/>
          <p:nvPr/>
        </p:nvSpPr>
        <p:spPr>
          <a:xfrm>
            <a:off x="0" y="4147215"/>
            <a:ext cx="1574470" cy="58477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KG: Guidance</a:t>
            </a: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Selector Relay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33E3F281-A50A-4FC2-BFFE-8189D0D2E869}"/>
              </a:ext>
            </a:extLst>
          </p:cNvPr>
          <p:cNvCxnSpPr>
            <a:cxnSpLocks/>
          </p:cNvCxnSpPr>
          <p:nvPr/>
        </p:nvCxnSpPr>
        <p:spPr>
          <a:xfrm>
            <a:off x="1574470" y="4326652"/>
            <a:ext cx="148536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F78EDC90-8B3B-454F-A480-0FEEA2D068DA}"/>
              </a:ext>
            </a:extLst>
          </p:cNvPr>
          <p:cNvCxnSpPr>
            <a:cxnSpLocks/>
          </p:cNvCxnSpPr>
          <p:nvPr/>
        </p:nvCxnSpPr>
        <p:spPr>
          <a:xfrm flipV="1">
            <a:off x="1574470" y="2563039"/>
            <a:ext cx="1386752" cy="158417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CAF5B7C-6822-47E4-B948-0EECB113A822}"/>
              </a:ext>
            </a:extLst>
          </p:cNvPr>
          <p:cNvSpPr txBox="1"/>
          <p:nvPr/>
        </p:nvSpPr>
        <p:spPr>
          <a:xfrm>
            <a:off x="61775" y="2139702"/>
            <a:ext cx="1719381" cy="338554"/>
          </a:xfrm>
          <a:prstGeom prst="rect">
            <a:avLst/>
          </a:prstGeom>
          <a:noFill/>
          <a:ln w="19050">
            <a:solidFill>
              <a:srgbClr val="4C260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C2600"/>
                </a:solidFill>
              </a:rPr>
              <a:t>Forward 110 Volt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3263B38D-F2B7-41F0-ACA8-222C53E055FA}"/>
              </a:ext>
            </a:extLst>
          </p:cNvPr>
          <p:cNvCxnSpPr>
            <a:cxnSpLocks/>
          </p:cNvCxnSpPr>
          <p:nvPr/>
        </p:nvCxnSpPr>
        <p:spPr>
          <a:xfrm>
            <a:off x="1781156" y="2286000"/>
            <a:ext cx="702612" cy="0"/>
          </a:xfrm>
          <a:prstGeom prst="straightConnector1">
            <a:avLst/>
          </a:prstGeom>
          <a:ln w="19050">
            <a:solidFill>
              <a:srgbClr val="4C2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41579585-23B9-49B4-8E94-B82624B264AF}"/>
              </a:ext>
            </a:extLst>
          </p:cNvPr>
          <p:cNvCxnSpPr>
            <a:cxnSpLocks/>
          </p:cNvCxnSpPr>
          <p:nvPr/>
        </p:nvCxnSpPr>
        <p:spPr>
          <a:xfrm flipH="1">
            <a:off x="2555776" y="2286000"/>
            <a:ext cx="331424" cy="0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F1F113FE-9A69-4955-A8AC-362B02EA3E6D}"/>
              </a:ext>
            </a:extLst>
          </p:cNvPr>
          <p:cNvCxnSpPr>
            <a:cxnSpLocks/>
          </p:cNvCxnSpPr>
          <p:nvPr/>
        </p:nvCxnSpPr>
        <p:spPr>
          <a:xfrm flipV="1">
            <a:off x="2887200" y="2286000"/>
            <a:ext cx="0" cy="114626"/>
          </a:xfrm>
          <a:prstGeom prst="line">
            <a:avLst/>
          </a:prstGeom>
          <a:ln w="19050">
            <a:solidFill>
              <a:srgbClr val="4C26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8125187A-BE31-447A-92ED-15C72381DA6B}"/>
              </a:ext>
            </a:extLst>
          </p:cNvPr>
          <p:cNvCxnSpPr>
            <a:cxnSpLocks/>
          </p:cNvCxnSpPr>
          <p:nvPr/>
        </p:nvCxnSpPr>
        <p:spPr>
          <a:xfrm flipH="1" flipV="1">
            <a:off x="3118588" y="2387198"/>
            <a:ext cx="18120" cy="7698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9FE60BEC-A9CD-466E-9630-AC28D14D5A29}"/>
              </a:ext>
            </a:extLst>
          </p:cNvPr>
          <p:cNvCxnSpPr>
            <a:cxnSpLocks/>
          </p:cNvCxnSpPr>
          <p:nvPr/>
        </p:nvCxnSpPr>
        <p:spPr>
          <a:xfrm flipH="1" flipV="1">
            <a:off x="3406620" y="2387198"/>
            <a:ext cx="18120" cy="7698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842D810A-3ADD-44C0-954F-B54A43D59C49}"/>
              </a:ext>
            </a:extLst>
          </p:cNvPr>
          <p:cNvCxnSpPr>
            <a:cxnSpLocks/>
          </p:cNvCxnSpPr>
          <p:nvPr/>
        </p:nvCxnSpPr>
        <p:spPr>
          <a:xfrm>
            <a:off x="2520000" y="1127783"/>
            <a:ext cx="0" cy="62422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2772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Imagen que contiene texto&#10;&#10;Descripción generada automáticamente">
            <a:extLst>
              <a:ext uri="{FF2B5EF4-FFF2-40B4-BE49-F238E27FC236}">
                <a16:creationId xmlns:a16="http://schemas.microsoft.com/office/drawing/2014/main" id="{77593E91-F356-4955-AFE1-F9FB77D3C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550" y="0"/>
            <a:ext cx="6953842" cy="5143500"/>
          </a:xfrm>
          <a:prstGeom prst="rect">
            <a:avLst/>
          </a:prstGeom>
        </p:spPr>
      </p:pic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0C4062F2-6B94-47F9-BA6D-FEB950423EF6}"/>
              </a:ext>
            </a:extLst>
          </p:cNvPr>
          <p:cNvCxnSpPr>
            <a:cxnSpLocks/>
          </p:cNvCxnSpPr>
          <p:nvPr/>
        </p:nvCxnSpPr>
        <p:spPr>
          <a:xfrm flipV="1">
            <a:off x="3132000" y="2387198"/>
            <a:ext cx="58756" cy="10383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C41B4CC1-638D-4C18-8DEB-65161F034DD0}"/>
              </a:ext>
            </a:extLst>
          </p:cNvPr>
          <p:cNvCxnSpPr>
            <a:cxnSpLocks/>
          </p:cNvCxnSpPr>
          <p:nvPr/>
        </p:nvCxnSpPr>
        <p:spPr>
          <a:xfrm flipV="1">
            <a:off x="3420000" y="2387198"/>
            <a:ext cx="58756" cy="10383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AB4884B1-F6E2-4ABD-9C1D-ACBA8B4057AA}"/>
              </a:ext>
            </a:extLst>
          </p:cNvPr>
          <p:cNvCxnSpPr>
            <a:cxnSpLocks/>
          </p:cNvCxnSpPr>
          <p:nvPr/>
        </p:nvCxnSpPr>
        <p:spPr>
          <a:xfrm flipH="1" flipV="1">
            <a:off x="3491880" y="4236318"/>
            <a:ext cx="18120" cy="7698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D3A96590-A729-4C67-82CF-41B06E58C746}"/>
              </a:ext>
            </a:extLst>
          </p:cNvPr>
          <p:cNvCxnSpPr>
            <a:cxnSpLocks/>
          </p:cNvCxnSpPr>
          <p:nvPr/>
        </p:nvCxnSpPr>
        <p:spPr>
          <a:xfrm flipV="1">
            <a:off x="3518384" y="4236318"/>
            <a:ext cx="58756" cy="10383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9E044DA4-C3CD-49B8-8176-87D52C938265}"/>
              </a:ext>
            </a:extLst>
          </p:cNvPr>
          <p:cNvCxnSpPr>
            <a:cxnSpLocks/>
          </p:cNvCxnSpPr>
          <p:nvPr/>
        </p:nvCxnSpPr>
        <p:spPr>
          <a:xfrm>
            <a:off x="2520000" y="1190205"/>
            <a:ext cx="1763968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16BE076-699A-4BA3-8395-1FD79A6D71D8}"/>
              </a:ext>
            </a:extLst>
          </p:cNvPr>
          <p:cNvCxnSpPr>
            <a:cxnSpLocks/>
          </p:cNvCxnSpPr>
          <p:nvPr/>
        </p:nvCxnSpPr>
        <p:spPr>
          <a:xfrm>
            <a:off x="4283968" y="1190205"/>
            <a:ext cx="0" cy="545928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20BCC54E-0660-48BD-808A-56E6E6B82186}"/>
              </a:ext>
            </a:extLst>
          </p:cNvPr>
          <p:cNvCxnSpPr>
            <a:cxnSpLocks/>
          </p:cNvCxnSpPr>
          <p:nvPr/>
        </p:nvCxnSpPr>
        <p:spPr>
          <a:xfrm flipH="1">
            <a:off x="4569258" y="1584000"/>
            <a:ext cx="2742" cy="152133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3EEE780C-C2B5-40C7-A801-00ED51F0B75A}"/>
              </a:ext>
            </a:extLst>
          </p:cNvPr>
          <p:cNvCxnSpPr>
            <a:cxnSpLocks/>
          </p:cNvCxnSpPr>
          <p:nvPr/>
        </p:nvCxnSpPr>
        <p:spPr>
          <a:xfrm>
            <a:off x="4284000" y="1584000"/>
            <a:ext cx="288000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DEC3B0A-7881-4CC3-BDC2-A6258254B43C}"/>
              </a:ext>
            </a:extLst>
          </p:cNvPr>
          <p:cNvSpPr txBox="1"/>
          <p:nvPr/>
        </p:nvSpPr>
        <p:spPr>
          <a:xfrm>
            <a:off x="0" y="4147215"/>
            <a:ext cx="1574470" cy="58477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KG: Guidance</a:t>
            </a: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Selector Relay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33E3F281-A50A-4FC2-BFFE-8189D0D2E869}"/>
              </a:ext>
            </a:extLst>
          </p:cNvPr>
          <p:cNvCxnSpPr>
            <a:cxnSpLocks/>
          </p:cNvCxnSpPr>
          <p:nvPr/>
        </p:nvCxnSpPr>
        <p:spPr>
          <a:xfrm>
            <a:off x="1574470" y="4326652"/>
            <a:ext cx="148536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F78EDC90-8B3B-454F-A480-0FEEA2D068DA}"/>
              </a:ext>
            </a:extLst>
          </p:cNvPr>
          <p:cNvCxnSpPr>
            <a:cxnSpLocks/>
          </p:cNvCxnSpPr>
          <p:nvPr/>
        </p:nvCxnSpPr>
        <p:spPr>
          <a:xfrm flipV="1">
            <a:off x="1574470" y="2563039"/>
            <a:ext cx="1386752" cy="158417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CAF5B7C-6822-47E4-B948-0EECB113A822}"/>
              </a:ext>
            </a:extLst>
          </p:cNvPr>
          <p:cNvSpPr txBox="1"/>
          <p:nvPr/>
        </p:nvSpPr>
        <p:spPr>
          <a:xfrm>
            <a:off x="61775" y="2139702"/>
            <a:ext cx="1719381" cy="338554"/>
          </a:xfrm>
          <a:prstGeom prst="rect">
            <a:avLst/>
          </a:prstGeom>
          <a:noFill/>
          <a:ln w="19050">
            <a:solidFill>
              <a:srgbClr val="4C260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C2600"/>
                </a:solidFill>
              </a:rPr>
              <a:t>Forward 110 Volt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3263B38D-F2B7-41F0-ACA8-222C53E055FA}"/>
              </a:ext>
            </a:extLst>
          </p:cNvPr>
          <p:cNvCxnSpPr>
            <a:cxnSpLocks/>
          </p:cNvCxnSpPr>
          <p:nvPr/>
        </p:nvCxnSpPr>
        <p:spPr>
          <a:xfrm>
            <a:off x="1781156" y="2286000"/>
            <a:ext cx="702612" cy="0"/>
          </a:xfrm>
          <a:prstGeom prst="straightConnector1">
            <a:avLst/>
          </a:prstGeom>
          <a:ln w="19050">
            <a:solidFill>
              <a:srgbClr val="4C2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41579585-23B9-49B4-8E94-B82624B264AF}"/>
              </a:ext>
            </a:extLst>
          </p:cNvPr>
          <p:cNvCxnSpPr>
            <a:cxnSpLocks/>
          </p:cNvCxnSpPr>
          <p:nvPr/>
        </p:nvCxnSpPr>
        <p:spPr>
          <a:xfrm flipH="1">
            <a:off x="2555776" y="2286000"/>
            <a:ext cx="331424" cy="0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F1F113FE-9A69-4955-A8AC-362B02EA3E6D}"/>
              </a:ext>
            </a:extLst>
          </p:cNvPr>
          <p:cNvCxnSpPr>
            <a:cxnSpLocks/>
          </p:cNvCxnSpPr>
          <p:nvPr/>
        </p:nvCxnSpPr>
        <p:spPr>
          <a:xfrm flipV="1">
            <a:off x="2887200" y="2286000"/>
            <a:ext cx="0" cy="114626"/>
          </a:xfrm>
          <a:prstGeom prst="line">
            <a:avLst/>
          </a:prstGeom>
          <a:ln w="19050">
            <a:solidFill>
              <a:srgbClr val="4C26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8125187A-BE31-447A-92ED-15C72381DA6B}"/>
              </a:ext>
            </a:extLst>
          </p:cNvPr>
          <p:cNvCxnSpPr>
            <a:cxnSpLocks/>
          </p:cNvCxnSpPr>
          <p:nvPr/>
        </p:nvCxnSpPr>
        <p:spPr>
          <a:xfrm flipH="1" flipV="1">
            <a:off x="3118588" y="2387198"/>
            <a:ext cx="18120" cy="7698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9FE60BEC-A9CD-466E-9630-AC28D14D5A29}"/>
              </a:ext>
            </a:extLst>
          </p:cNvPr>
          <p:cNvCxnSpPr>
            <a:cxnSpLocks/>
          </p:cNvCxnSpPr>
          <p:nvPr/>
        </p:nvCxnSpPr>
        <p:spPr>
          <a:xfrm flipH="1" flipV="1">
            <a:off x="3406620" y="2387198"/>
            <a:ext cx="18120" cy="7698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842D810A-3ADD-44C0-954F-B54A43D59C49}"/>
              </a:ext>
            </a:extLst>
          </p:cNvPr>
          <p:cNvCxnSpPr>
            <a:cxnSpLocks/>
          </p:cNvCxnSpPr>
          <p:nvPr/>
        </p:nvCxnSpPr>
        <p:spPr>
          <a:xfrm>
            <a:off x="2520000" y="1127783"/>
            <a:ext cx="0" cy="62422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5CF15319-5F48-4834-A215-E2B433FFC471}"/>
              </a:ext>
            </a:extLst>
          </p:cNvPr>
          <p:cNvCxnSpPr>
            <a:cxnSpLocks/>
          </p:cNvCxnSpPr>
          <p:nvPr/>
        </p:nvCxnSpPr>
        <p:spPr>
          <a:xfrm flipH="1" flipV="1">
            <a:off x="3364992" y="2062886"/>
            <a:ext cx="1135000" cy="4808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539F6A6D-1B66-4EA1-929E-4F6F8BAE7212}"/>
              </a:ext>
            </a:extLst>
          </p:cNvPr>
          <p:cNvCxnSpPr>
            <a:cxnSpLocks/>
          </p:cNvCxnSpPr>
          <p:nvPr/>
        </p:nvCxnSpPr>
        <p:spPr>
          <a:xfrm>
            <a:off x="4518985" y="1851670"/>
            <a:ext cx="0" cy="216024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6FF2964D-4CE4-413B-8163-748BE495A102}"/>
              </a:ext>
            </a:extLst>
          </p:cNvPr>
          <p:cNvCxnSpPr>
            <a:cxnSpLocks/>
          </p:cNvCxnSpPr>
          <p:nvPr/>
        </p:nvCxnSpPr>
        <p:spPr>
          <a:xfrm>
            <a:off x="4246195" y="1851670"/>
            <a:ext cx="0" cy="85367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22702FA7-239C-4CA3-B2B2-45753D67F713}"/>
              </a:ext>
            </a:extLst>
          </p:cNvPr>
          <p:cNvCxnSpPr>
            <a:cxnSpLocks/>
          </p:cNvCxnSpPr>
          <p:nvPr/>
        </p:nvCxnSpPr>
        <p:spPr>
          <a:xfrm flipH="1">
            <a:off x="3086877" y="1944000"/>
            <a:ext cx="1152128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F2BEF76E-0E23-4691-80A6-CA554CA28794}"/>
              </a:ext>
            </a:extLst>
          </p:cNvPr>
          <p:cNvCxnSpPr>
            <a:cxnSpLocks/>
          </p:cNvCxnSpPr>
          <p:nvPr/>
        </p:nvCxnSpPr>
        <p:spPr>
          <a:xfrm>
            <a:off x="3393722" y="2067694"/>
            <a:ext cx="0" cy="328215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544C486E-A8EA-42C8-BE3F-392E25B7A6E4}"/>
              </a:ext>
            </a:extLst>
          </p:cNvPr>
          <p:cNvCxnSpPr>
            <a:cxnSpLocks/>
          </p:cNvCxnSpPr>
          <p:nvPr/>
        </p:nvCxnSpPr>
        <p:spPr>
          <a:xfrm>
            <a:off x="3086877" y="1937037"/>
            <a:ext cx="0" cy="472231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36842A0B-E321-424A-881B-9CCE014170B6}"/>
              </a:ext>
            </a:extLst>
          </p:cNvPr>
          <p:cNvCxnSpPr>
            <a:cxnSpLocks/>
          </p:cNvCxnSpPr>
          <p:nvPr/>
        </p:nvCxnSpPr>
        <p:spPr>
          <a:xfrm>
            <a:off x="3419872" y="2478256"/>
            <a:ext cx="0" cy="23751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BE60A46D-32D5-4DE0-A5E3-998627BAED57}"/>
              </a:ext>
            </a:extLst>
          </p:cNvPr>
          <p:cNvCxnSpPr>
            <a:cxnSpLocks/>
          </p:cNvCxnSpPr>
          <p:nvPr/>
        </p:nvCxnSpPr>
        <p:spPr>
          <a:xfrm>
            <a:off x="3131840" y="2478256"/>
            <a:ext cx="0" cy="23751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9925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Conector recto 181">
            <a:extLst>
              <a:ext uri="{FF2B5EF4-FFF2-40B4-BE49-F238E27FC236}">
                <a16:creationId xmlns:a16="http://schemas.microsoft.com/office/drawing/2014/main" id="{026E217E-4EA7-4A9F-85C1-EF7C01D6A6C3}"/>
              </a:ext>
            </a:extLst>
          </p:cNvPr>
          <p:cNvCxnSpPr>
            <a:cxnSpLocks/>
          </p:cNvCxnSpPr>
          <p:nvPr/>
        </p:nvCxnSpPr>
        <p:spPr>
          <a:xfrm>
            <a:off x="2024329" y="0"/>
            <a:ext cx="14886" cy="469598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Grupo 179">
            <a:extLst>
              <a:ext uri="{FF2B5EF4-FFF2-40B4-BE49-F238E27FC236}">
                <a16:creationId xmlns:a16="http://schemas.microsoft.com/office/drawing/2014/main" id="{3D930823-B5BD-4274-AFB8-45E9F17FA213}"/>
              </a:ext>
            </a:extLst>
          </p:cNvPr>
          <p:cNvGrpSpPr/>
          <p:nvPr/>
        </p:nvGrpSpPr>
        <p:grpSpPr>
          <a:xfrm>
            <a:off x="1915887" y="4039739"/>
            <a:ext cx="5622183" cy="234047"/>
            <a:chOff x="1915887" y="3825602"/>
            <a:chExt cx="5622183" cy="234047"/>
          </a:xfrm>
        </p:grpSpPr>
        <p:grpSp>
          <p:nvGrpSpPr>
            <p:cNvPr id="3" name="Group 77">
              <a:extLst>
                <a:ext uri="{FF2B5EF4-FFF2-40B4-BE49-F238E27FC236}">
                  <a16:creationId xmlns:a16="http://schemas.microsoft.com/office/drawing/2014/main" id="{427B9A5A-58A5-423E-B9CC-44B3A3EAF4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2120" y="3825602"/>
              <a:ext cx="1885950" cy="228600"/>
              <a:chOff x="1872" y="2160"/>
              <a:chExt cx="3456" cy="528"/>
            </a:xfrm>
          </p:grpSpPr>
          <p:grpSp>
            <p:nvGrpSpPr>
              <p:cNvPr id="4" name="Group 10">
                <a:extLst>
                  <a:ext uri="{FF2B5EF4-FFF2-40B4-BE49-F238E27FC236}">
                    <a16:creationId xmlns:a16="http://schemas.microsoft.com/office/drawing/2014/main" id="{A4508DC3-E445-4C4F-B4BF-1D98F11F77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45" name="Arc 5">
                  <a:extLst>
                    <a:ext uri="{FF2B5EF4-FFF2-40B4-BE49-F238E27FC236}">
                      <a16:creationId xmlns:a16="http://schemas.microsoft.com/office/drawing/2014/main" id="{3A0CBF5B-7BD5-4AB6-BAB1-62757093EF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6" name="Arc 6">
                  <a:extLst>
                    <a:ext uri="{FF2B5EF4-FFF2-40B4-BE49-F238E27FC236}">
                      <a16:creationId xmlns:a16="http://schemas.microsoft.com/office/drawing/2014/main" id="{8BC5DE0E-278F-4596-83B5-2B295E5DE6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5" name="Group 9">
                <a:extLst>
                  <a:ext uri="{FF2B5EF4-FFF2-40B4-BE49-F238E27FC236}">
                    <a16:creationId xmlns:a16="http://schemas.microsoft.com/office/drawing/2014/main" id="{CAB85BD9-789E-4134-8AC7-5C4E6CC11C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43" name="Arc 7">
                  <a:extLst>
                    <a:ext uri="{FF2B5EF4-FFF2-40B4-BE49-F238E27FC236}">
                      <a16:creationId xmlns:a16="http://schemas.microsoft.com/office/drawing/2014/main" id="{1BAE59FA-6026-4378-9F02-97234239E1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" name="Arc 8">
                  <a:extLst>
                    <a:ext uri="{FF2B5EF4-FFF2-40B4-BE49-F238E27FC236}">
                      <a16:creationId xmlns:a16="http://schemas.microsoft.com/office/drawing/2014/main" id="{E3DCD426-B540-4EFB-B7E4-5FAE85FADD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6" name="Line 12">
                <a:extLst>
                  <a:ext uri="{FF2B5EF4-FFF2-40B4-BE49-F238E27FC236}">
                    <a16:creationId xmlns:a16="http://schemas.microsoft.com/office/drawing/2014/main" id="{DC96CA83-434E-4E2D-8046-FBAB51554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7" name="Group 56">
                <a:extLst>
                  <a:ext uri="{FF2B5EF4-FFF2-40B4-BE49-F238E27FC236}">
                    <a16:creationId xmlns:a16="http://schemas.microsoft.com/office/drawing/2014/main" id="{43AAC5EB-C25B-44E4-B689-E6D315994C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39" name="Line 15">
                  <a:extLst>
                    <a:ext uri="{FF2B5EF4-FFF2-40B4-BE49-F238E27FC236}">
                      <a16:creationId xmlns:a16="http://schemas.microsoft.com/office/drawing/2014/main" id="{C3995371-8007-43D8-8223-5B4977F246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" name="Line 16">
                  <a:extLst>
                    <a:ext uri="{FF2B5EF4-FFF2-40B4-BE49-F238E27FC236}">
                      <a16:creationId xmlns:a16="http://schemas.microsoft.com/office/drawing/2014/main" id="{92DB2B01-2D9C-4BA3-B76F-B228175800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" name="Line 17">
                  <a:extLst>
                    <a:ext uri="{FF2B5EF4-FFF2-40B4-BE49-F238E27FC236}">
                      <a16:creationId xmlns:a16="http://schemas.microsoft.com/office/drawing/2014/main" id="{367E90BE-6562-4A82-AC20-A6FAC2880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2" name="Line 18">
                  <a:extLst>
                    <a:ext uri="{FF2B5EF4-FFF2-40B4-BE49-F238E27FC236}">
                      <a16:creationId xmlns:a16="http://schemas.microsoft.com/office/drawing/2014/main" id="{200B8F51-07A5-467D-A908-D190D7CBC5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8" name="Line 43">
                <a:extLst>
                  <a:ext uri="{FF2B5EF4-FFF2-40B4-BE49-F238E27FC236}">
                    <a16:creationId xmlns:a16="http://schemas.microsoft.com/office/drawing/2014/main" id="{6DCC0198-F0FC-41CE-B568-49647473A5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" name="Line 44">
                <a:extLst>
                  <a:ext uri="{FF2B5EF4-FFF2-40B4-BE49-F238E27FC236}">
                    <a16:creationId xmlns:a16="http://schemas.microsoft.com/office/drawing/2014/main" id="{E9681665-B00D-443F-A7DB-6C0797D5C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" name="Line 45">
                <a:extLst>
                  <a:ext uri="{FF2B5EF4-FFF2-40B4-BE49-F238E27FC236}">
                    <a16:creationId xmlns:a16="http://schemas.microsoft.com/office/drawing/2014/main" id="{4C13B563-5497-4181-BD6A-05DA3030A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" name="Line 46">
                <a:extLst>
                  <a:ext uri="{FF2B5EF4-FFF2-40B4-BE49-F238E27FC236}">
                    <a16:creationId xmlns:a16="http://schemas.microsoft.com/office/drawing/2014/main" id="{BB2D3E74-35CD-41E6-917D-839094FAB6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2" name="Line 47">
                <a:extLst>
                  <a:ext uri="{FF2B5EF4-FFF2-40B4-BE49-F238E27FC236}">
                    <a16:creationId xmlns:a16="http://schemas.microsoft.com/office/drawing/2014/main" id="{80725343-70C5-4082-B675-02046C4B92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3" name="Line 48">
                <a:extLst>
                  <a:ext uri="{FF2B5EF4-FFF2-40B4-BE49-F238E27FC236}">
                    <a16:creationId xmlns:a16="http://schemas.microsoft.com/office/drawing/2014/main" id="{967E91C2-389C-419E-B2FA-965D00455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" name="Line 50">
                <a:extLst>
                  <a:ext uri="{FF2B5EF4-FFF2-40B4-BE49-F238E27FC236}">
                    <a16:creationId xmlns:a16="http://schemas.microsoft.com/office/drawing/2014/main" id="{C6FC4871-B6AF-4F52-B203-5B5F50993E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5" name="Line 51">
                <a:extLst>
                  <a:ext uri="{FF2B5EF4-FFF2-40B4-BE49-F238E27FC236}">
                    <a16:creationId xmlns:a16="http://schemas.microsoft.com/office/drawing/2014/main" id="{00AD0469-5077-4C6C-A3BB-AC313F9E97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" name="Line 52">
                <a:extLst>
                  <a:ext uri="{FF2B5EF4-FFF2-40B4-BE49-F238E27FC236}">
                    <a16:creationId xmlns:a16="http://schemas.microsoft.com/office/drawing/2014/main" id="{D8D96CD6-3C3C-4DB2-B7F7-D84BC72F4A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" name="AutoShape 53" descr="Wide downward diagonal">
                <a:extLst>
                  <a:ext uri="{FF2B5EF4-FFF2-40B4-BE49-F238E27FC236}">
                    <a16:creationId xmlns:a16="http://schemas.microsoft.com/office/drawing/2014/main" id="{680DAA6C-2A35-420E-8553-B37DCD81A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8" name="AutoShape 54" descr="Wide downward diagonal">
                <a:extLst>
                  <a:ext uri="{FF2B5EF4-FFF2-40B4-BE49-F238E27FC236}">
                    <a16:creationId xmlns:a16="http://schemas.microsoft.com/office/drawing/2014/main" id="{1506FB64-7E06-485C-B78C-8F8D46194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9" name="Group 57">
                <a:extLst>
                  <a:ext uri="{FF2B5EF4-FFF2-40B4-BE49-F238E27FC236}">
                    <a16:creationId xmlns:a16="http://schemas.microsoft.com/office/drawing/2014/main" id="{E377CBF8-ABBE-450A-A3A1-CD4BFEF89A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35" name="Line 58">
                  <a:extLst>
                    <a:ext uri="{FF2B5EF4-FFF2-40B4-BE49-F238E27FC236}">
                      <a16:creationId xmlns:a16="http://schemas.microsoft.com/office/drawing/2014/main" id="{622ED985-A2F2-4BE8-9F77-9E1BBF9160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6" name="Line 59">
                  <a:extLst>
                    <a:ext uri="{FF2B5EF4-FFF2-40B4-BE49-F238E27FC236}">
                      <a16:creationId xmlns:a16="http://schemas.microsoft.com/office/drawing/2014/main" id="{3F953F05-8B3F-42E7-B081-D51084642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7" name="Line 60">
                  <a:extLst>
                    <a:ext uri="{FF2B5EF4-FFF2-40B4-BE49-F238E27FC236}">
                      <a16:creationId xmlns:a16="http://schemas.microsoft.com/office/drawing/2014/main" id="{22D0FC71-E1AF-4D3D-A27A-5FD9574297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8" name="Line 61">
                  <a:extLst>
                    <a:ext uri="{FF2B5EF4-FFF2-40B4-BE49-F238E27FC236}">
                      <a16:creationId xmlns:a16="http://schemas.microsoft.com/office/drawing/2014/main" id="{A9B568AB-20E4-4307-9D86-1C3422C870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0" name="Group 62">
                <a:extLst>
                  <a:ext uri="{FF2B5EF4-FFF2-40B4-BE49-F238E27FC236}">
                    <a16:creationId xmlns:a16="http://schemas.microsoft.com/office/drawing/2014/main" id="{3A282A75-5496-41E8-9AB5-F8E4BA859F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31" name="Line 63">
                  <a:extLst>
                    <a:ext uri="{FF2B5EF4-FFF2-40B4-BE49-F238E27FC236}">
                      <a16:creationId xmlns:a16="http://schemas.microsoft.com/office/drawing/2014/main" id="{84AFF24A-8759-47F4-9D2B-4274ADE310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" name="Line 64">
                  <a:extLst>
                    <a:ext uri="{FF2B5EF4-FFF2-40B4-BE49-F238E27FC236}">
                      <a16:creationId xmlns:a16="http://schemas.microsoft.com/office/drawing/2014/main" id="{DB018066-6B0E-441F-9E6C-82771043B3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3" name="Line 65">
                  <a:extLst>
                    <a:ext uri="{FF2B5EF4-FFF2-40B4-BE49-F238E27FC236}">
                      <a16:creationId xmlns:a16="http://schemas.microsoft.com/office/drawing/2014/main" id="{B4E14B46-1D84-4B88-A47F-B7F45EEB27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4" name="Line 66">
                  <a:extLst>
                    <a:ext uri="{FF2B5EF4-FFF2-40B4-BE49-F238E27FC236}">
                      <a16:creationId xmlns:a16="http://schemas.microsoft.com/office/drawing/2014/main" id="{7C55C04F-38B2-4475-8185-22CFB692B1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1" name="Group 67">
                <a:extLst>
                  <a:ext uri="{FF2B5EF4-FFF2-40B4-BE49-F238E27FC236}">
                    <a16:creationId xmlns:a16="http://schemas.microsoft.com/office/drawing/2014/main" id="{9B562D04-AF6F-483B-8CB2-D48EC3511D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7" name="Line 68">
                  <a:extLst>
                    <a:ext uri="{FF2B5EF4-FFF2-40B4-BE49-F238E27FC236}">
                      <a16:creationId xmlns:a16="http://schemas.microsoft.com/office/drawing/2014/main" id="{DE00A8AB-CA8F-4977-9CF0-64D84FE3BA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" name="Line 69">
                  <a:extLst>
                    <a:ext uri="{FF2B5EF4-FFF2-40B4-BE49-F238E27FC236}">
                      <a16:creationId xmlns:a16="http://schemas.microsoft.com/office/drawing/2014/main" id="{576B0717-7758-411F-894E-D5BE455B41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A7D8C475-295F-4E1A-BBDF-699F18BFB4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0" name="Line 71">
                  <a:extLst>
                    <a:ext uri="{FF2B5EF4-FFF2-40B4-BE49-F238E27FC236}">
                      <a16:creationId xmlns:a16="http://schemas.microsoft.com/office/drawing/2014/main" id="{2FF08205-5527-440C-8C3B-B62C1D0936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" name="Group 72">
                <a:extLst>
                  <a:ext uri="{FF2B5EF4-FFF2-40B4-BE49-F238E27FC236}">
                    <a16:creationId xmlns:a16="http://schemas.microsoft.com/office/drawing/2014/main" id="{3A9D7441-5B58-4DE3-96F3-58A37BF2B0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3" name="Line 73">
                  <a:extLst>
                    <a:ext uri="{FF2B5EF4-FFF2-40B4-BE49-F238E27FC236}">
                      <a16:creationId xmlns:a16="http://schemas.microsoft.com/office/drawing/2014/main" id="{94A6C4EA-F544-4403-8509-08B68DE670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" name="Line 74">
                  <a:extLst>
                    <a:ext uri="{FF2B5EF4-FFF2-40B4-BE49-F238E27FC236}">
                      <a16:creationId xmlns:a16="http://schemas.microsoft.com/office/drawing/2014/main" id="{60C66506-2377-4B4D-AEC3-9C4800BF96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5" name="Line 75">
                  <a:extLst>
                    <a:ext uri="{FF2B5EF4-FFF2-40B4-BE49-F238E27FC236}">
                      <a16:creationId xmlns:a16="http://schemas.microsoft.com/office/drawing/2014/main" id="{77CAE46B-1320-4D2B-8EF9-039B434C05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" name="Line 76">
                  <a:extLst>
                    <a:ext uri="{FF2B5EF4-FFF2-40B4-BE49-F238E27FC236}">
                      <a16:creationId xmlns:a16="http://schemas.microsoft.com/office/drawing/2014/main" id="{50D5E31D-618A-449B-8473-E5A94ED923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47" name="Group 77">
              <a:extLst>
                <a:ext uri="{FF2B5EF4-FFF2-40B4-BE49-F238E27FC236}">
                  <a16:creationId xmlns:a16="http://schemas.microsoft.com/office/drawing/2014/main" id="{74108F16-FC0C-49FD-B661-DD9EE53587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7399" y="3826882"/>
              <a:ext cx="1885950" cy="228600"/>
              <a:chOff x="1872" y="2160"/>
              <a:chExt cx="3456" cy="528"/>
            </a:xfrm>
          </p:grpSpPr>
          <p:grpSp>
            <p:nvGrpSpPr>
              <p:cNvPr id="48" name="Group 10">
                <a:extLst>
                  <a:ext uri="{FF2B5EF4-FFF2-40B4-BE49-F238E27FC236}">
                    <a16:creationId xmlns:a16="http://schemas.microsoft.com/office/drawing/2014/main" id="{B13B6B9B-36BD-4F93-9D1E-C61E23709D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89" name="Arc 5">
                  <a:extLst>
                    <a:ext uri="{FF2B5EF4-FFF2-40B4-BE49-F238E27FC236}">
                      <a16:creationId xmlns:a16="http://schemas.microsoft.com/office/drawing/2014/main" id="{68BA63F1-6DF5-4A51-BB13-C60D8AABD5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90" name="Arc 6">
                  <a:extLst>
                    <a:ext uri="{FF2B5EF4-FFF2-40B4-BE49-F238E27FC236}">
                      <a16:creationId xmlns:a16="http://schemas.microsoft.com/office/drawing/2014/main" id="{A1067F58-8B5A-4955-90FC-0952C4AE26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49" name="Group 9">
                <a:extLst>
                  <a:ext uri="{FF2B5EF4-FFF2-40B4-BE49-F238E27FC236}">
                    <a16:creationId xmlns:a16="http://schemas.microsoft.com/office/drawing/2014/main" id="{CD3EFBF8-83A0-4CF9-A3CD-DB8E67A153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87" name="Arc 7">
                  <a:extLst>
                    <a:ext uri="{FF2B5EF4-FFF2-40B4-BE49-F238E27FC236}">
                      <a16:creationId xmlns:a16="http://schemas.microsoft.com/office/drawing/2014/main" id="{947A8E94-0831-449A-9895-3B45D07D5C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88" name="Arc 8">
                  <a:extLst>
                    <a:ext uri="{FF2B5EF4-FFF2-40B4-BE49-F238E27FC236}">
                      <a16:creationId xmlns:a16="http://schemas.microsoft.com/office/drawing/2014/main" id="{E13462E0-060F-4846-829A-1EC1408B24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50" name="Line 12">
                <a:extLst>
                  <a:ext uri="{FF2B5EF4-FFF2-40B4-BE49-F238E27FC236}">
                    <a16:creationId xmlns:a16="http://schemas.microsoft.com/office/drawing/2014/main" id="{06E33F54-1FE4-437A-BB18-4B528D147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51" name="Group 56">
                <a:extLst>
                  <a:ext uri="{FF2B5EF4-FFF2-40B4-BE49-F238E27FC236}">
                    <a16:creationId xmlns:a16="http://schemas.microsoft.com/office/drawing/2014/main" id="{D889849C-9EA5-4EE2-AECD-28CBF5237C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83" name="Line 15">
                  <a:extLst>
                    <a:ext uri="{FF2B5EF4-FFF2-40B4-BE49-F238E27FC236}">
                      <a16:creationId xmlns:a16="http://schemas.microsoft.com/office/drawing/2014/main" id="{CD9FF0B6-4FC0-42A6-8BCF-8E6012A7F8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4" name="Line 16">
                  <a:extLst>
                    <a:ext uri="{FF2B5EF4-FFF2-40B4-BE49-F238E27FC236}">
                      <a16:creationId xmlns:a16="http://schemas.microsoft.com/office/drawing/2014/main" id="{A3D39CA4-95C4-4CB9-822C-6B78F2CC2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5" name="Line 17">
                  <a:extLst>
                    <a:ext uri="{FF2B5EF4-FFF2-40B4-BE49-F238E27FC236}">
                      <a16:creationId xmlns:a16="http://schemas.microsoft.com/office/drawing/2014/main" id="{1B77DFAB-D1A6-4540-8AB2-7DC1B612C8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6" name="Line 18">
                  <a:extLst>
                    <a:ext uri="{FF2B5EF4-FFF2-40B4-BE49-F238E27FC236}">
                      <a16:creationId xmlns:a16="http://schemas.microsoft.com/office/drawing/2014/main" id="{8B823563-3978-418A-AAC0-A95C889970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52" name="Line 43">
                <a:extLst>
                  <a:ext uri="{FF2B5EF4-FFF2-40B4-BE49-F238E27FC236}">
                    <a16:creationId xmlns:a16="http://schemas.microsoft.com/office/drawing/2014/main" id="{8AEB6FB6-A9FC-40B5-BFA2-00BF55648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" name="Line 44">
                <a:extLst>
                  <a:ext uri="{FF2B5EF4-FFF2-40B4-BE49-F238E27FC236}">
                    <a16:creationId xmlns:a16="http://schemas.microsoft.com/office/drawing/2014/main" id="{F49102F1-F3BD-44F2-BE41-545708D5CA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4" name="Line 45">
                <a:extLst>
                  <a:ext uri="{FF2B5EF4-FFF2-40B4-BE49-F238E27FC236}">
                    <a16:creationId xmlns:a16="http://schemas.microsoft.com/office/drawing/2014/main" id="{B4906DF4-E045-4A33-9961-D71138240D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5" name="Line 46">
                <a:extLst>
                  <a:ext uri="{FF2B5EF4-FFF2-40B4-BE49-F238E27FC236}">
                    <a16:creationId xmlns:a16="http://schemas.microsoft.com/office/drawing/2014/main" id="{4976B827-D836-4FB5-B001-A71D4CEEA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6" name="Line 47">
                <a:extLst>
                  <a:ext uri="{FF2B5EF4-FFF2-40B4-BE49-F238E27FC236}">
                    <a16:creationId xmlns:a16="http://schemas.microsoft.com/office/drawing/2014/main" id="{651ABC65-B332-457E-B12D-FF06A1BC3C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" name="Line 48">
                <a:extLst>
                  <a:ext uri="{FF2B5EF4-FFF2-40B4-BE49-F238E27FC236}">
                    <a16:creationId xmlns:a16="http://schemas.microsoft.com/office/drawing/2014/main" id="{F6BC7C03-BC59-425A-9567-736AB5B65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" name="Line 50">
                <a:extLst>
                  <a:ext uri="{FF2B5EF4-FFF2-40B4-BE49-F238E27FC236}">
                    <a16:creationId xmlns:a16="http://schemas.microsoft.com/office/drawing/2014/main" id="{F9693EB0-59A5-4780-AB86-AB200E6982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9" name="Line 51">
                <a:extLst>
                  <a:ext uri="{FF2B5EF4-FFF2-40B4-BE49-F238E27FC236}">
                    <a16:creationId xmlns:a16="http://schemas.microsoft.com/office/drawing/2014/main" id="{29923DC8-80F4-4E5F-82B3-47F8E9C12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0" name="Line 52">
                <a:extLst>
                  <a:ext uri="{FF2B5EF4-FFF2-40B4-BE49-F238E27FC236}">
                    <a16:creationId xmlns:a16="http://schemas.microsoft.com/office/drawing/2014/main" id="{A5D023BF-2479-4107-AD72-A6B409952F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1" name="AutoShape 53" descr="Wide downward diagonal">
                <a:extLst>
                  <a:ext uri="{FF2B5EF4-FFF2-40B4-BE49-F238E27FC236}">
                    <a16:creationId xmlns:a16="http://schemas.microsoft.com/office/drawing/2014/main" id="{73328271-E963-4D8C-8199-0E0131E0C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62" name="AutoShape 54" descr="Wide downward diagonal">
                <a:extLst>
                  <a:ext uri="{FF2B5EF4-FFF2-40B4-BE49-F238E27FC236}">
                    <a16:creationId xmlns:a16="http://schemas.microsoft.com/office/drawing/2014/main" id="{08F410EF-1154-4487-A26B-CDE7E4042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63" name="Group 57">
                <a:extLst>
                  <a:ext uri="{FF2B5EF4-FFF2-40B4-BE49-F238E27FC236}">
                    <a16:creationId xmlns:a16="http://schemas.microsoft.com/office/drawing/2014/main" id="{9F40ED7B-0EB0-400A-9C28-5A091C5BDB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79" name="Line 58">
                  <a:extLst>
                    <a:ext uri="{FF2B5EF4-FFF2-40B4-BE49-F238E27FC236}">
                      <a16:creationId xmlns:a16="http://schemas.microsoft.com/office/drawing/2014/main" id="{EBC81EFD-C586-4180-A74D-2A9115EA1A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0" name="Line 59">
                  <a:extLst>
                    <a:ext uri="{FF2B5EF4-FFF2-40B4-BE49-F238E27FC236}">
                      <a16:creationId xmlns:a16="http://schemas.microsoft.com/office/drawing/2014/main" id="{42C93F10-E239-414C-BF44-881B3B8437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1" name="Line 60">
                  <a:extLst>
                    <a:ext uri="{FF2B5EF4-FFF2-40B4-BE49-F238E27FC236}">
                      <a16:creationId xmlns:a16="http://schemas.microsoft.com/office/drawing/2014/main" id="{4D04A4E7-A8E5-4530-826C-34C188D6FF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2" name="Line 61">
                  <a:extLst>
                    <a:ext uri="{FF2B5EF4-FFF2-40B4-BE49-F238E27FC236}">
                      <a16:creationId xmlns:a16="http://schemas.microsoft.com/office/drawing/2014/main" id="{1CCBB668-568F-4AD2-8B3E-2B5CC6F3B0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4" name="Group 62">
                <a:extLst>
                  <a:ext uri="{FF2B5EF4-FFF2-40B4-BE49-F238E27FC236}">
                    <a16:creationId xmlns:a16="http://schemas.microsoft.com/office/drawing/2014/main" id="{4A413A78-9CAC-460E-81EE-8A3DBA4E7A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75" name="Line 63">
                  <a:extLst>
                    <a:ext uri="{FF2B5EF4-FFF2-40B4-BE49-F238E27FC236}">
                      <a16:creationId xmlns:a16="http://schemas.microsoft.com/office/drawing/2014/main" id="{A542F2A2-5991-4B74-9DE3-D676AA0A82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6" name="Line 64">
                  <a:extLst>
                    <a:ext uri="{FF2B5EF4-FFF2-40B4-BE49-F238E27FC236}">
                      <a16:creationId xmlns:a16="http://schemas.microsoft.com/office/drawing/2014/main" id="{E2B48CAD-B54A-47F6-A171-211D27643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7" name="Line 65">
                  <a:extLst>
                    <a:ext uri="{FF2B5EF4-FFF2-40B4-BE49-F238E27FC236}">
                      <a16:creationId xmlns:a16="http://schemas.microsoft.com/office/drawing/2014/main" id="{97EB65D2-CD45-4DBC-9BEE-6C2139277B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8" name="Line 66">
                  <a:extLst>
                    <a:ext uri="{FF2B5EF4-FFF2-40B4-BE49-F238E27FC236}">
                      <a16:creationId xmlns:a16="http://schemas.microsoft.com/office/drawing/2014/main" id="{B6EB2FA7-D3A3-46F0-AB4A-1B463440EB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5" name="Group 67">
                <a:extLst>
                  <a:ext uri="{FF2B5EF4-FFF2-40B4-BE49-F238E27FC236}">
                    <a16:creationId xmlns:a16="http://schemas.microsoft.com/office/drawing/2014/main" id="{F6EA329E-7003-4FF4-ADBE-3F21926D0E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71" name="Line 68">
                  <a:extLst>
                    <a:ext uri="{FF2B5EF4-FFF2-40B4-BE49-F238E27FC236}">
                      <a16:creationId xmlns:a16="http://schemas.microsoft.com/office/drawing/2014/main" id="{7B66C20F-73E9-4E7C-9359-66ED85D24D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2" name="Line 69">
                  <a:extLst>
                    <a:ext uri="{FF2B5EF4-FFF2-40B4-BE49-F238E27FC236}">
                      <a16:creationId xmlns:a16="http://schemas.microsoft.com/office/drawing/2014/main" id="{D2701A5D-022B-4E72-A971-40E1DE2FBC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3" name="Line 70">
                  <a:extLst>
                    <a:ext uri="{FF2B5EF4-FFF2-40B4-BE49-F238E27FC236}">
                      <a16:creationId xmlns:a16="http://schemas.microsoft.com/office/drawing/2014/main" id="{DE310500-EB95-4A4B-8CB4-29638ECC9E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4" name="Line 71">
                  <a:extLst>
                    <a:ext uri="{FF2B5EF4-FFF2-40B4-BE49-F238E27FC236}">
                      <a16:creationId xmlns:a16="http://schemas.microsoft.com/office/drawing/2014/main" id="{A2101B2D-8C6B-432C-9134-04C8C03975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6" name="Group 72">
                <a:extLst>
                  <a:ext uri="{FF2B5EF4-FFF2-40B4-BE49-F238E27FC236}">
                    <a16:creationId xmlns:a16="http://schemas.microsoft.com/office/drawing/2014/main" id="{3D47904C-2797-4916-8BF3-3084F456BB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67" name="Line 73">
                  <a:extLst>
                    <a:ext uri="{FF2B5EF4-FFF2-40B4-BE49-F238E27FC236}">
                      <a16:creationId xmlns:a16="http://schemas.microsoft.com/office/drawing/2014/main" id="{4C8F99FE-1515-4180-8120-BC844D455E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8" name="Line 74">
                  <a:extLst>
                    <a:ext uri="{FF2B5EF4-FFF2-40B4-BE49-F238E27FC236}">
                      <a16:creationId xmlns:a16="http://schemas.microsoft.com/office/drawing/2014/main" id="{FC28D43F-E1DD-4074-812D-E2F03AD808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9" name="Line 75">
                  <a:extLst>
                    <a:ext uri="{FF2B5EF4-FFF2-40B4-BE49-F238E27FC236}">
                      <a16:creationId xmlns:a16="http://schemas.microsoft.com/office/drawing/2014/main" id="{D8AB5095-BFDD-475B-9CA5-E7AD2A9167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0" name="Line 76">
                  <a:extLst>
                    <a:ext uri="{FF2B5EF4-FFF2-40B4-BE49-F238E27FC236}">
                      <a16:creationId xmlns:a16="http://schemas.microsoft.com/office/drawing/2014/main" id="{A06305CA-6C0A-4CC1-BE45-2D2882E0FE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91" name="Group 77">
              <a:extLst>
                <a:ext uri="{FF2B5EF4-FFF2-40B4-BE49-F238E27FC236}">
                  <a16:creationId xmlns:a16="http://schemas.microsoft.com/office/drawing/2014/main" id="{D9348F2A-414F-430D-ABEF-C02AB886F693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915887" y="3831049"/>
              <a:ext cx="1885950" cy="228600"/>
              <a:chOff x="1872" y="2160"/>
              <a:chExt cx="3456" cy="528"/>
            </a:xfrm>
          </p:grpSpPr>
          <p:grpSp>
            <p:nvGrpSpPr>
              <p:cNvPr id="92" name="Group 10">
                <a:extLst>
                  <a:ext uri="{FF2B5EF4-FFF2-40B4-BE49-F238E27FC236}">
                    <a16:creationId xmlns:a16="http://schemas.microsoft.com/office/drawing/2014/main" id="{50CCEC5D-4999-4C0D-A730-2A21090296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133" name="Arc 5">
                  <a:extLst>
                    <a:ext uri="{FF2B5EF4-FFF2-40B4-BE49-F238E27FC236}">
                      <a16:creationId xmlns:a16="http://schemas.microsoft.com/office/drawing/2014/main" id="{271EE402-80F0-4147-853B-9191512891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4" name="Arc 6">
                  <a:extLst>
                    <a:ext uri="{FF2B5EF4-FFF2-40B4-BE49-F238E27FC236}">
                      <a16:creationId xmlns:a16="http://schemas.microsoft.com/office/drawing/2014/main" id="{23041494-9D79-4EB7-BC4F-E037D0899F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93" name="Group 9">
                <a:extLst>
                  <a:ext uri="{FF2B5EF4-FFF2-40B4-BE49-F238E27FC236}">
                    <a16:creationId xmlns:a16="http://schemas.microsoft.com/office/drawing/2014/main" id="{A68EEAB9-771F-410E-9BD3-F4B964B051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131" name="Arc 7">
                  <a:extLst>
                    <a:ext uri="{FF2B5EF4-FFF2-40B4-BE49-F238E27FC236}">
                      <a16:creationId xmlns:a16="http://schemas.microsoft.com/office/drawing/2014/main" id="{06A43F26-1BC4-45EE-A6FF-09EC09E338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2" name="Arc 8">
                  <a:extLst>
                    <a:ext uri="{FF2B5EF4-FFF2-40B4-BE49-F238E27FC236}">
                      <a16:creationId xmlns:a16="http://schemas.microsoft.com/office/drawing/2014/main" id="{5CCC99F3-053B-482B-A377-A0BC444E3B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94" name="Line 12">
                <a:extLst>
                  <a:ext uri="{FF2B5EF4-FFF2-40B4-BE49-F238E27FC236}">
                    <a16:creationId xmlns:a16="http://schemas.microsoft.com/office/drawing/2014/main" id="{196B036E-9C59-4CA1-A270-4AF8F79F4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95" name="Group 56">
                <a:extLst>
                  <a:ext uri="{FF2B5EF4-FFF2-40B4-BE49-F238E27FC236}">
                    <a16:creationId xmlns:a16="http://schemas.microsoft.com/office/drawing/2014/main" id="{3864A783-A7C9-4F15-B9C8-2EDD39565A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127" name="Line 15">
                  <a:extLst>
                    <a:ext uri="{FF2B5EF4-FFF2-40B4-BE49-F238E27FC236}">
                      <a16:creationId xmlns:a16="http://schemas.microsoft.com/office/drawing/2014/main" id="{85687701-4CBA-48A7-BD07-4F7A236CBB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8" name="Line 16">
                  <a:extLst>
                    <a:ext uri="{FF2B5EF4-FFF2-40B4-BE49-F238E27FC236}">
                      <a16:creationId xmlns:a16="http://schemas.microsoft.com/office/drawing/2014/main" id="{E0DD94A9-D0B2-4DD3-BF7C-E3F19DC9F9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9" name="Line 17">
                  <a:extLst>
                    <a:ext uri="{FF2B5EF4-FFF2-40B4-BE49-F238E27FC236}">
                      <a16:creationId xmlns:a16="http://schemas.microsoft.com/office/drawing/2014/main" id="{9EEA98A0-AC72-4F91-8CD5-5169F50866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30" name="Line 18">
                  <a:extLst>
                    <a:ext uri="{FF2B5EF4-FFF2-40B4-BE49-F238E27FC236}">
                      <a16:creationId xmlns:a16="http://schemas.microsoft.com/office/drawing/2014/main" id="{AF69DC25-B49D-4832-A5C9-390AFB4D12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96" name="Line 43">
                <a:extLst>
                  <a:ext uri="{FF2B5EF4-FFF2-40B4-BE49-F238E27FC236}">
                    <a16:creationId xmlns:a16="http://schemas.microsoft.com/office/drawing/2014/main" id="{F2875A7A-E7BB-41DE-9E08-DFAEE082E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7" name="Line 44">
                <a:extLst>
                  <a:ext uri="{FF2B5EF4-FFF2-40B4-BE49-F238E27FC236}">
                    <a16:creationId xmlns:a16="http://schemas.microsoft.com/office/drawing/2014/main" id="{79CB4FC4-7531-48DC-883A-3D86272040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8" name="Line 45">
                <a:extLst>
                  <a:ext uri="{FF2B5EF4-FFF2-40B4-BE49-F238E27FC236}">
                    <a16:creationId xmlns:a16="http://schemas.microsoft.com/office/drawing/2014/main" id="{E21BEC4C-2929-4BC2-9995-CDE7A07247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9" name="Line 46">
                <a:extLst>
                  <a:ext uri="{FF2B5EF4-FFF2-40B4-BE49-F238E27FC236}">
                    <a16:creationId xmlns:a16="http://schemas.microsoft.com/office/drawing/2014/main" id="{F548EEBB-2D20-46B1-AF56-208932F03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0" name="Line 47">
                <a:extLst>
                  <a:ext uri="{FF2B5EF4-FFF2-40B4-BE49-F238E27FC236}">
                    <a16:creationId xmlns:a16="http://schemas.microsoft.com/office/drawing/2014/main" id="{81CC1977-BB8A-45A8-9B18-B57311D551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1" name="Line 48">
                <a:extLst>
                  <a:ext uri="{FF2B5EF4-FFF2-40B4-BE49-F238E27FC236}">
                    <a16:creationId xmlns:a16="http://schemas.microsoft.com/office/drawing/2014/main" id="{EF71754A-FB61-4220-8855-C424D9CC41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2" name="Line 50">
                <a:extLst>
                  <a:ext uri="{FF2B5EF4-FFF2-40B4-BE49-F238E27FC236}">
                    <a16:creationId xmlns:a16="http://schemas.microsoft.com/office/drawing/2014/main" id="{05F25472-20CB-438D-B793-6E87F42FB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3" name="Line 51">
                <a:extLst>
                  <a:ext uri="{FF2B5EF4-FFF2-40B4-BE49-F238E27FC236}">
                    <a16:creationId xmlns:a16="http://schemas.microsoft.com/office/drawing/2014/main" id="{CABF8106-498B-4C27-A872-3B90DE6CE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4" name="Line 52">
                <a:extLst>
                  <a:ext uri="{FF2B5EF4-FFF2-40B4-BE49-F238E27FC236}">
                    <a16:creationId xmlns:a16="http://schemas.microsoft.com/office/drawing/2014/main" id="{8B6FD917-BDA4-4C8C-896F-BF1ACCCCA0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5" name="AutoShape 53" descr="Wide downward diagonal">
                <a:extLst>
                  <a:ext uri="{FF2B5EF4-FFF2-40B4-BE49-F238E27FC236}">
                    <a16:creationId xmlns:a16="http://schemas.microsoft.com/office/drawing/2014/main" id="{36EEFF33-D2EE-40BB-8655-8D4EEF8B49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06" name="AutoShape 54" descr="Wide downward diagonal">
                <a:extLst>
                  <a:ext uri="{FF2B5EF4-FFF2-40B4-BE49-F238E27FC236}">
                    <a16:creationId xmlns:a16="http://schemas.microsoft.com/office/drawing/2014/main" id="{69D7D0A2-0938-408B-9048-64DCF083B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07" name="Group 57">
                <a:extLst>
                  <a:ext uri="{FF2B5EF4-FFF2-40B4-BE49-F238E27FC236}">
                    <a16:creationId xmlns:a16="http://schemas.microsoft.com/office/drawing/2014/main" id="{300B04F8-1CDA-43D4-99AB-73949F62DF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123" name="Line 58">
                  <a:extLst>
                    <a:ext uri="{FF2B5EF4-FFF2-40B4-BE49-F238E27FC236}">
                      <a16:creationId xmlns:a16="http://schemas.microsoft.com/office/drawing/2014/main" id="{1DF59556-578A-4E37-8188-5234B9F06B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4" name="Line 59">
                  <a:extLst>
                    <a:ext uri="{FF2B5EF4-FFF2-40B4-BE49-F238E27FC236}">
                      <a16:creationId xmlns:a16="http://schemas.microsoft.com/office/drawing/2014/main" id="{FF9DB8D6-080A-4102-B198-4AD957B99A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5" name="Line 60">
                  <a:extLst>
                    <a:ext uri="{FF2B5EF4-FFF2-40B4-BE49-F238E27FC236}">
                      <a16:creationId xmlns:a16="http://schemas.microsoft.com/office/drawing/2014/main" id="{E9DE33AD-EBFD-43F0-8482-A4F22BA593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6" name="Line 61">
                  <a:extLst>
                    <a:ext uri="{FF2B5EF4-FFF2-40B4-BE49-F238E27FC236}">
                      <a16:creationId xmlns:a16="http://schemas.microsoft.com/office/drawing/2014/main" id="{E6B94BA4-2E40-4A32-8121-FF7BA44377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8" name="Group 62">
                <a:extLst>
                  <a:ext uri="{FF2B5EF4-FFF2-40B4-BE49-F238E27FC236}">
                    <a16:creationId xmlns:a16="http://schemas.microsoft.com/office/drawing/2014/main" id="{ECCEA954-96EE-435F-AF0C-2AC2A32DB9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119" name="Line 63">
                  <a:extLst>
                    <a:ext uri="{FF2B5EF4-FFF2-40B4-BE49-F238E27FC236}">
                      <a16:creationId xmlns:a16="http://schemas.microsoft.com/office/drawing/2014/main" id="{0E78BE06-AC13-4B91-93CF-47CB4A4C47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0" name="Line 64">
                  <a:extLst>
                    <a:ext uri="{FF2B5EF4-FFF2-40B4-BE49-F238E27FC236}">
                      <a16:creationId xmlns:a16="http://schemas.microsoft.com/office/drawing/2014/main" id="{F253D55C-39DE-43D0-9EA8-1BF0E47294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1" name="Line 65">
                  <a:extLst>
                    <a:ext uri="{FF2B5EF4-FFF2-40B4-BE49-F238E27FC236}">
                      <a16:creationId xmlns:a16="http://schemas.microsoft.com/office/drawing/2014/main" id="{4CA9FD4F-8C4E-420C-A941-90CE36E95C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2" name="Line 66">
                  <a:extLst>
                    <a:ext uri="{FF2B5EF4-FFF2-40B4-BE49-F238E27FC236}">
                      <a16:creationId xmlns:a16="http://schemas.microsoft.com/office/drawing/2014/main" id="{2A2CD4C3-A7E4-4859-B866-0C2493D531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9" name="Group 67">
                <a:extLst>
                  <a:ext uri="{FF2B5EF4-FFF2-40B4-BE49-F238E27FC236}">
                    <a16:creationId xmlns:a16="http://schemas.microsoft.com/office/drawing/2014/main" id="{48117412-D296-4C60-8E98-E25022A7BD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115" name="Line 68">
                  <a:extLst>
                    <a:ext uri="{FF2B5EF4-FFF2-40B4-BE49-F238E27FC236}">
                      <a16:creationId xmlns:a16="http://schemas.microsoft.com/office/drawing/2014/main" id="{158827B4-4D36-44CD-94A1-C9F19F965A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6" name="Line 69">
                  <a:extLst>
                    <a:ext uri="{FF2B5EF4-FFF2-40B4-BE49-F238E27FC236}">
                      <a16:creationId xmlns:a16="http://schemas.microsoft.com/office/drawing/2014/main" id="{E6F19F08-BE55-4950-ACCD-BD093C1C35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7" name="Line 70">
                  <a:extLst>
                    <a:ext uri="{FF2B5EF4-FFF2-40B4-BE49-F238E27FC236}">
                      <a16:creationId xmlns:a16="http://schemas.microsoft.com/office/drawing/2014/main" id="{6E12FE96-4B17-4357-9107-7A77B4982C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8" name="Line 71">
                  <a:extLst>
                    <a:ext uri="{FF2B5EF4-FFF2-40B4-BE49-F238E27FC236}">
                      <a16:creationId xmlns:a16="http://schemas.microsoft.com/office/drawing/2014/main" id="{985CF519-0239-43AD-A4D1-AA88F4C38A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10" name="Group 72">
                <a:extLst>
                  <a:ext uri="{FF2B5EF4-FFF2-40B4-BE49-F238E27FC236}">
                    <a16:creationId xmlns:a16="http://schemas.microsoft.com/office/drawing/2014/main" id="{C76BC46D-150E-4DFD-BE7D-139541DF53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111" name="Line 73">
                  <a:extLst>
                    <a:ext uri="{FF2B5EF4-FFF2-40B4-BE49-F238E27FC236}">
                      <a16:creationId xmlns:a16="http://schemas.microsoft.com/office/drawing/2014/main" id="{8D3ABAA6-BEDE-42CA-B175-76D3F0CB3A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2" name="Line 74">
                  <a:extLst>
                    <a:ext uri="{FF2B5EF4-FFF2-40B4-BE49-F238E27FC236}">
                      <a16:creationId xmlns:a16="http://schemas.microsoft.com/office/drawing/2014/main" id="{1715D152-0F7E-4EB8-8921-971DA9E71E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3" name="Line 75">
                  <a:extLst>
                    <a:ext uri="{FF2B5EF4-FFF2-40B4-BE49-F238E27FC236}">
                      <a16:creationId xmlns:a16="http://schemas.microsoft.com/office/drawing/2014/main" id="{4839D98D-3346-41AA-821D-1CE1DF260D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4" name="Line 76">
                  <a:extLst>
                    <a:ext uri="{FF2B5EF4-FFF2-40B4-BE49-F238E27FC236}">
                      <a16:creationId xmlns:a16="http://schemas.microsoft.com/office/drawing/2014/main" id="{FEB7D4B3-28E2-44D4-B62D-456701061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79" name="Grupo 178">
              <a:extLst>
                <a:ext uri="{FF2B5EF4-FFF2-40B4-BE49-F238E27FC236}">
                  <a16:creationId xmlns:a16="http://schemas.microsoft.com/office/drawing/2014/main" id="{1AB806D3-6F27-4406-B95D-0465A512CEA9}"/>
                </a:ext>
              </a:extLst>
            </p:cNvPr>
            <p:cNvGrpSpPr/>
            <p:nvPr/>
          </p:nvGrpSpPr>
          <p:grpSpPr>
            <a:xfrm rot="10800000">
              <a:off x="3786232" y="3831049"/>
              <a:ext cx="231924" cy="228600"/>
              <a:chOff x="5643563" y="1257300"/>
              <a:chExt cx="231924" cy="228600"/>
            </a:xfrm>
          </p:grpSpPr>
          <p:sp>
            <p:nvSpPr>
              <p:cNvPr id="140" name="Line 43">
                <a:extLst>
                  <a:ext uri="{FF2B5EF4-FFF2-40B4-BE49-F238E27FC236}">
                    <a16:creationId xmlns:a16="http://schemas.microsoft.com/office/drawing/2014/main" id="{9BB72249-4331-48B6-BE6F-F6EBFC70A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21462" y="1279381"/>
                <a:ext cx="0" cy="184439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1" name="Line 44">
                <a:extLst>
                  <a:ext uri="{FF2B5EF4-FFF2-40B4-BE49-F238E27FC236}">
                    <a16:creationId xmlns:a16="http://schemas.microsoft.com/office/drawing/2014/main" id="{CDB85C93-21C7-44C0-8D7C-D9FCB7D59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74531" y="1278082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2" name="Line 45">
                <a:extLst>
                  <a:ext uri="{FF2B5EF4-FFF2-40B4-BE49-F238E27FC236}">
                    <a16:creationId xmlns:a16="http://schemas.microsoft.com/office/drawing/2014/main" id="{5A5D46CB-0F08-4373-8028-B50B16D75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8188" y="1373765"/>
                <a:ext cx="57299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3" name="Line 46">
                <a:extLst>
                  <a:ext uri="{FF2B5EF4-FFF2-40B4-BE49-F238E27FC236}">
                    <a16:creationId xmlns:a16="http://schemas.microsoft.com/office/drawing/2014/main" id="{62B7679D-382C-4E30-AB08-0597F7B4F7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6005" y="1280247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4" name="Line 47">
                <a:extLst>
                  <a:ext uri="{FF2B5EF4-FFF2-40B4-BE49-F238E27FC236}">
                    <a16:creationId xmlns:a16="http://schemas.microsoft.com/office/drawing/2014/main" id="{04568921-7D3B-4E5E-A1EC-12C300BF48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6346" y="1373332"/>
                <a:ext cx="57845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5" name="Line 48">
                <a:extLst>
                  <a:ext uri="{FF2B5EF4-FFF2-40B4-BE49-F238E27FC236}">
                    <a16:creationId xmlns:a16="http://schemas.microsoft.com/office/drawing/2014/main" id="{384CBE60-0297-40E0-BD0B-C9E2E835D5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3563" y="137419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6" name="Line 50">
                <a:extLst>
                  <a:ext uri="{FF2B5EF4-FFF2-40B4-BE49-F238E27FC236}">
                    <a16:creationId xmlns:a16="http://schemas.microsoft.com/office/drawing/2014/main" id="{4EF2A389-CDD2-4BCA-991C-8D2298159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51202" y="135081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7" name="Line 51">
                <a:extLst>
                  <a:ext uri="{FF2B5EF4-FFF2-40B4-BE49-F238E27FC236}">
                    <a16:creationId xmlns:a16="http://schemas.microsoft.com/office/drawing/2014/main" id="{0E436068-A6B9-412C-A20A-CE981DEC7F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5077" y="1351251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8" name="Line 52">
                <a:extLst>
                  <a:ext uri="{FF2B5EF4-FFF2-40B4-BE49-F238E27FC236}">
                    <a16:creationId xmlns:a16="http://schemas.microsoft.com/office/drawing/2014/main" id="{9A3D9E29-41C3-4ECD-A184-E265887CEC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6168" y="1394980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9" name="AutoShape 53" descr="Wide downward diagonal">
                <a:extLst>
                  <a:ext uri="{FF2B5EF4-FFF2-40B4-BE49-F238E27FC236}">
                    <a16:creationId xmlns:a16="http://schemas.microsoft.com/office/drawing/2014/main" id="{C422EF11-3AF2-4B69-8206-18731D3B3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430482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50" name="AutoShape 54" descr="Wide downward diagonal">
                <a:extLst>
                  <a:ext uri="{FF2B5EF4-FFF2-40B4-BE49-F238E27FC236}">
                    <a16:creationId xmlns:a16="http://schemas.microsoft.com/office/drawing/2014/main" id="{CA37CCDD-5334-43F6-B4F6-6C63DF3D9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257300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cxnSp>
        <p:nvCxnSpPr>
          <p:cNvPr id="185" name="Conector recto de flecha 184">
            <a:extLst>
              <a:ext uri="{FF2B5EF4-FFF2-40B4-BE49-F238E27FC236}">
                <a16:creationId xmlns:a16="http://schemas.microsoft.com/office/drawing/2014/main" id="{E70A90BD-6C19-42A1-BB4D-0BFE43AE9D86}"/>
              </a:ext>
            </a:extLst>
          </p:cNvPr>
          <p:cNvCxnSpPr>
            <a:cxnSpLocks/>
          </p:cNvCxnSpPr>
          <p:nvPr/>
        </p:nvCxnSpPr>
        <p:spPr>
          <a:xfrm flipH="1" flipV="1">
            <a:off x="2044524" y="3793999"/>
            <a:ext cx="1" cy="292344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FA6D84F1-78C5-4D25-B474-4AD563BC9AFD}"/>
              </a:ext>
            </a:extLst>
          </p:cNvPr>
          <p:cNvCxnSpPr>
            <a:cxnSpLocks/>
          </p:cNvCxnSpPr>
          <p:nvPr/>
        </p:nvCxnSpPr>
        <p:spPr>
          <a:xfrm flipH="1">
            <a:off x="2044127" y="4240630"/>
            <a:ext cx="1" cy="275336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onector recto 340">
            <a:extLst>
              <a:ext uri="{FF2B5EF4-FFF2-40B4-BE49-F238E27FC236}">
                <a16:creationId xmlns:a16="http://schemas.microsoft.com/office/drawing/2014/main" id="{F8A6ADD3-7E0F-4486-9FA5-E14A33991796}"/>
              </a:ext>
            </a:extLst>
          </p:cNvPr>
          <p:cNvCxnSpPr>
            <a:cxnSpLocks/>
          </p:cNvCxnSpPr>
          <p:nvPr/>
        </p:nvCxnSpPr>
        <p:spPr>
          <a:xfrm flipV="1">
            <a:off x="1915886" y="3561960"/>
            <a:ext cx="0" cy="589423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Conector recto 344">
            <a:extLst>
              <a:ext uri="{FF2B5EF4-FFF2-40B4-BE49-F238E27FC236}">
                <a16:creationId xmlns:a16="http://schemas.microsoft.com/office/drawing/2014/main" id="{7230E42F-7021-4466-9C43-4CAE1F275848}"/>
              </a:ext>
            </a:extLst>
          </p:cNvPr>
          <p:cNvCxnSpPr>
            <a:cxnSpLocks/>
          </p:cNvCxnSpPr>
          <p:nvPr/>
        </p:nvCxnSpPr>
        <p:spPr>
          <a:xfrm flipV="1">
            <a:off x="7538070" y="3561960"/>
            <a:ext cx="0" cy="589423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4B17F4FA-7546-4916-823E-FD568CF978F4}"/>
              </a:ext>
            </a:extLst>
          </p:cNvPr>
          <p:cNvCxnSpPr>
            <a:cxnSpLocks/>
          </p:cNvCxnSpPr>
          <p:nvPr/>
        </p:nvCxnSpPr>
        <p:spPr>
          <a:xfrm>
            <a:off x="1691680" y="3561960"/>
            <a:ext cx="60486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Conector recto 350">
            <a:extLst>
              <a:ext uri="{FF2B5EF4-FFF2-40B4-BE49-F238E27FC236}">
                <a16:creationId xmlns:a16="http://schemas.microsoft.com/office/drawing/2014/main" id="{3D9B13C5-6FC0-47DC-9EBA-795EF2EB0A43}"/>
              </a:ext>
            </a:extLst>
          </p:cNvPr>
          <p:cNvCxnSpPr>
            <a:cxnSpLocks/>
          </p:cNvCxnSpPr>
          <p:nvPr/>
        </p:nvCxnSpPr>
        <p:spPr>
          <a:xfrm flipV="1">
            <a:off x="5651799" y="3723878"/>
            <a:ext cx="0" cy="40938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C0D35398-F956-4B8F-B37C-5F47D101CD55}"/>
              </a:ext>
            </a:extLst>
          </p:cNvPr>
          <p:cNvSpPr txBox="1"/>
          <p:nvPr/>
        </p:nvSpPr>
        <p:spPr>
          <a:xfrm>
            <a:off x="1525659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34RPM</a:t>
            </a:r>
          </a:p>
        </p:txBody>
      </p:sp>
      <p:sp>
        <p:nvSpPr>
          <p:cNvPr id="352" name="CuadroTexto 351">
            <a:extLst>
              <a:ext uri="{FF2B5EF4-FFF2-40B4-BE49-F238E27FC236}">
                <a16:creationId xmlns:a16="http://schemas.microsoft.com/office/drawing/2014/main" id="{0E658F3A-5D13-4924-AE6B-FCAFD8F9A59B}"/>
              </a:ext>
            </a:extLst>
          </p:cNvPr>
          <p:cNvSpPr txBox="1"/>
          <p:nvPr/>
        </p:nvSpPr>
        <p:spPr>
          <a:xfrm>
            <a:off x="3296939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44RPM</a:t>
            </a:r>
          </a:p>
        </p:txBody>
      </p:sp>
      <p:sp>
        <p:nvSpPr>
          <p:cNvPr id="353" name="CuadroTexto 352">
            <a:extLst>
              <a:ext uri="{FF2B5EF4-FFF2-40B4-BE49-F238E27FC236}">
                <a16:creationId xmlns:a16="http://schemas.microsoft.com/office/drawing/2014/main" id="{35339FA0-EDD0-419C-AEF2-E7B5D666CC45}"/>
              </a:ext>
            </a:extLst>
          </p:cNvPr>
          <p:cNvSpPr txBox="1"/>
          <p:nvPr/>
        </p:nvSpPr>
        <p:spPr>
          <a:xfrm>
            <a:off x="5264764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68RPM</a:t>
            </a:r>
          </a:p>
        </p:txBody>
      </p:sp>
      <p:sp>
        <p:nvSpPr>
          <p:cNvPr id="354" name="CuadroTexto 353">
            <a:extLst>
              <a:ext uri="{FF2B5EF4-FFF2-40B4-BE49-F238E27FC236}">
                <a16:creationId xmlns:a16="http://schemas.microsoft.com/office/drawing/2014/main" id="{8507A6E5-ED35-4ADC-9706-A0BDC318E5CC}"/>
              </a:ext>
            </a:extLst>
          </p:cNvPr>
          <p:cNvSpPr txBox="1"/>
          <p:nvPr/>
        </p:nvSpPr>
        <p:spPr>
          <a:xfrm>
            <a:off x="7158408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34RPM</a:t>
            </a:r>
          </a:p>
        </p:txBody>
      </p:sp>
      <p:sp>
        <p:nvSpPr>
          <p:cNvPr id="359" name="CuadroTexto 358">
            <a:extLst>
              <a:ext uri="{FF2B5EF4-FFF2-40B4-BE49-F238E27FC236}">
                <a16:creationId xmlns:a16="http://schemas.microsoft.com/office/drawing/2014/main" id="{BEF64CD6-92EA-4FB8-B7D9-E0F5A08A202F}"/>
              </a:ext>
            </a:extLst>
          </p:cNvPr>
          <p:cNvSpPr txBox="1"/>
          <p:nvPr/>
        </p:nvSpPr>
        <p:spPr>
          <a:xfrm>
            <a:off x="1022124" y="3728301"/>
            <a:ext cx="895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%T = 50%</a:t>
            </a:r>
          </a:p>
        </p:txBody>
      </p:sp>
      <p:sp>
        <p:nvSpPr>
          <p:cNvPr id="360" name="CuadroTexto 359">
            <a:extLst>
              <a:ext uri="{FF2B5EF4-FFF2-40B4-BE49-F238E27FC236}">
                <a16:creationId xmlns:a16="http://schemas.microsoft.com/office/drawing/2014/main" id="{B423BA9A-217E-40D6-B522-44B7CC57DF72}"/>
              </a:ext>
            </a:extLst>
          </p:cNvPr>
          <p:cNvSpPr txBox="1"/>
          <p:nvPr/>
        </p:nvSpPr>
        <p:spPr>
          <a:xfrm>
            <a:off x="7511760" y="3752440"/>
            <a:ext cx="895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%T = 50%</a:t>
            </a:r>
          </a:p>
        </p:txBody>
      </p:sp>
      <p:cxnSp>
        <p:nvCxnSpPr>
          <p:cNvPr id="363" name="Conector recto 362">
            <a:extLst>
              <a:ext uri="{FF2B5EF4-FFF2-40B4-BE49-F238E27FC236}">
                <a16:creationId xmlns:a16="http://schemas.microsoft.com/office/drawing/2014/main" id="{1977439E-BAA9-46C0-99E8-4ADF1C23962D}"/>
              </a:ext>
            </a:extLst>
          </p:cNvPr>
          <p:cNvCxnSpPr>
            <a:cxnSpLocks/>
          </p:cNvCxnSpPr>
          <p:nvPr/>
        </p:nvCxnSpPr>
        <p:spPr>
          <a:xfrm flipH="1">
            <a:off x="4562453" y="3986250"/>
            <a:ext cx="1003104" cy="9961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CuadroTexto 363">
            <a:extLst>
              <a:ext uri="{FF2B5EF4-FFF2-40B4-BE49-F238E27FC236}">
                <a16:creationId xmlns:a16="http://schemas.microsoft.com/office/drawing/2014/main" id="{51813BE1-707C-487C-B025-235CA9D9EDD7}"/>
              </a:ext>
            </a:extLst>
          </p:cNvPr>
          <p:cNvSpPr txBox="1"/>
          <p:nvPr/>
        </p:nvSpPr>
        <p:spPr>
          <a:xfrm>
            <a:off x="4578204" y="3672082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66FF"/>
                </a:solidFill>
              </a:rPr>
              <a:t>Pulse Signal</a:t>
            </a:r>
          </a:p>
        </p:txBody>
      </p:sp>
    </p:spTree>
    <p:extLst>
      <p:ext uri="{BB962C8B-B14F-4D97-AF65-F5344CB8AC3E}">
        <p14:creationId xmlns:p14="http://schemas.microsoft.com/office/powerpoint/2010/main" val="42160303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Imagen que contiene texto&#10;&#10;Descripción generada automáticamente">
            <a:extLst>
              <a:ext uri="{FF2B5EF4-FFF2-40B4-BE49-F238E27FC236}">
                <a16:creationId xmlns:a16="http://schemas.microsoft.com/office/drawing/2014/main" id="{77593E91-F356-4955-AFE1-F9FB77D3C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550" y="0"/>
            <a:ext cx="6953842" cy="5143500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55DE239-2782-4B5C-971C-4F8FCF30EB57}"/>
              </a:ext>
            </a:extLst>
          </p:cNvPr>
          <p:cNvCxnSpPr>
            <a:cxnSpLocks/>
          </p:cNvCxnSpPr>
          <p:nvPr/>
        </p:nvCxnSpPr>
        <p:spPr>
          <a:xfrm>
            <a:off x="2555776" y="1059582"/>
            <a:ext cx="2988224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F3B74192-6977-442C-90F8-1F62E21B96F3}"/>
              </a:ext>
            </a:extLst>
          </p:cNvPr>
          <p:cNvCxnSpPr>
            <a:cxnSpLocks/>
          </p:cNvCxnSpPr>
          <p:nvPr/>
        </p:nvCxnSpPr>
        <p:spPr>
          <a:xfrm>
            <a:off x="5544000" y="1059582"/>
            <a:ext cx="0" cy="648072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E8F4231-0624-41BD-BA68-93FA1EDA009D}"/>
              </a:ext>
            </a:extLst>
          </p:cNvPr>
          <p:cNvCxnSpPr>
            <a:cxnSpLocks/>
          </p:cNvCxnSpPr>
          <p:nvPr/>
        </p:nvCxnSpPr>
        <p:spPr>
          <a:xfrm>
            <a:off x="5832000" y="1584000"/>
            <a:ext cx="0" cy="123654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6EB10487-5AD6-4678-9267-B99943F5D349}"/>
              </a:ext>
            </a:extLst>
          </p:cNvPr>
          <p:cNvCxnSpPr>
            <a:cxnSpLocks/>
          </p:cNvCxnSpPr>
          <p:nvPr/>
        </p:nvCxnSpPr>
        <p:spPr>
          <a:xfrm>
            <a:off x="5544000" y="1584000"/>
            <a:ext cx="288000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FEB7767-018A-4768-B8F9-86325487640B}"/>
              </a:ext>
            </a:extLst>
          </p:cNvPr>
          <p:cNvCxnSpPr>
            <a:cxnSpLocks/>
          </p:cNvCxnSpPr>
          <p:nvPr/>
        </p:nvCxnSpPr>
        <p:spPr>
          <a:xfrm flipH="1">
            <a:off x="3456016" y="2232000"/>
            <a:ext cx="2340120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F941047-6166-4F83-8C62-9320B36BB8D2}"/>
              </a:ext>
            </a:extLst>
          </p:cNvPr>
          <p:cNvCxnSpPr>
            <a:cxnSpLocks/>
          </p:cNvCxnSpPr>
          <p:nvPr/>
        </p:nvCxnSpPr>
        <p:spPr>
          <a:xfrm>
            <a:off x="5788422" y="1851670"/>
            <a:ext cx="0" cy="38033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7FC35800-1E30-4793-B8BD-D60A9ED81644}"/>
              </a:ext>
            </a:extLst>
          </p:cNvPr>
          <p:cNvCxnSpPr>
            <a:cxnSpLocks/>
          </p:cNvCxnSpPr>
          <p:nvPr/>
        </p:nvCxnSpPr>
        <p:spPr>
          <a:xfrm>
            <a:off x="5508104" y="1840692"/>
            <a:ext cx="0" cy="288032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909F66A-C98A-4034-AA38-19317EF072D6}"/>
              </a:ext>
            </a:extLst>
          </p:cNvPr>
          <p:cNvCxnSpPr>
            <a:cxnSpLocks/>
          </p:cNvCxnSpPr>
          <p:nvPr/>
        </p:nvCxnSpPr>
        <p:spPr>
          <a:xfrm flipH="1">
            <a:off x="3190950" y="2128724"/>
            <a:ext cx="2317154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1C974DB8-94D1-4A14-8B65-445487E92CC2}"/>
              </a:ext>
            </a:extLst>
          </p:cNvPr>
          <p:cNvCxnSpPr>
            <a:cxnSpLocks/>
          </p:cNvCxnSpPr>
          <p:nvPr/>
        </p:nvCxnSpPr>
        <p:spPr>
          <a:xfrm>
            <a:off x="3456016" y="2232000"/>
            <a:ext cx="0" cy="123726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DD3A615F-E99C-46A1-A901-6B084DD5B0BC}"/>
              </a:ext>
            </a:extLst>
          </p:cNvPr>
          <p:cNvCxnSpPr>
            <a:cxnSpLocks/>
          </p:cNvCxnSpPr>
          <p:nvPr/>
        </p:nvCxnSpPr>
        <p:spPr>
          <a:xfrm>
            <a:off x="3190950" y="2139702"/>
            <a:ext cx="0" cy="216024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4F6F0C3D-3FAE-4F5D-8194-4C97186AE54E}"/>
              </a:ext>
            </a:extLst>
          </p:cNvPr>
          <p:cNvCxnSpPr>
            <a:cxnSpLocks/>
          </p:cNvCxnSpPr>
          <p:nvPr/>
        </p:nvCxnSpPr>
        <p:spPr>
          <a:xfrm>
            <a:off x="3419872" y="2478256"/>
            <a:ext cx="0" cy="309518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889B511D-A750-49B6-AC81-781C88204012}"/>
              </a:ext>
            </a:extLst>
          </p:cNvPr>
          <p:cNvCxnSpPr>
            <a:cxnSpLocks/>
          </p:cNvCxnSpPr>
          <p:nvPr/>
        </p:nvCxnSpPr>
        <p:spPr>
          <a:xfrm>
            <a:off x="3131840" y="2478256"/>
            <a:ext cx="0" cy="23751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06409C3-02A0-4223-8AEB-6D30A986D421}"/>
              </a:ext>
            </a:extLst>
          </p:cNvPr>
          <p:cNvCxnSpPr>
            <a:cxnSpLocks/>
          </p:cNvCxnSpPr>
          <p:nvPr/>
        </p:nvCxnSpPr>
        <p:spPr>
          <a:xfrm>
            <a:off x="1763688" y="1328968"/>
            <a:ext cx="720080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CC818597-48DC-44CD-A912-8F25047F5A9E}"/>
              </a:ext>
            </a:extLst>
          </p:cNvPr>
          <p:cNvCxnSpPr>
            <a:cxnSpLocks/>
          </p:cNvCxnSpPr>
          <p:nvPr/>
        </p:nvCxnSpPr>
        <p:spPr>
          <a:xfrm>
            <a:off x="107504" y="915566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BB9E0243-95F0-4036-B5A0-ECA6F798D3DE}"/>
              </a:ext>
            </a:extLst>
          </p:cNvPr>
          <p:cNvCxnSpPr>
            <a:cxnSpLocks/>
          </p:cNvCxnSpPr>
          <p:nvPr/>
        </p:nvCxnSpPr>
        <p:spPr>
          <a:xfrm flipV="1">
            <a:off x="107504" y="483518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A8AACD36-4180-47E5-9616-A622BFFF48B0}"/>
              </a:ext>
            </a:extLst>
          </p:cNvPr>
          <p:cNvCxnSpPr>
            <a:cxnSpLocks/>
          </p:cNvCxnSpPr>
          <p:nvPr/>
        </p:nvCxnSpPr>
        <p:spPr>
          <a:xfrm>
            <a:off x="107504" y="1620000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166EC83E-89D3-42F3-A614-7E35FBAA05C6}"/>
              </a:ext>
            </a:extLst>
          </p:cNvPr>
          <p:cNvCxnSpPr>
            <a:cxnSpLocks/>
          </p:cNvCxnSpPr>
          <p:nvPr/>
        </p:nvCxnSpPr>
        <p:spPr>
          <a:xfrm flipV="1">
            <a:off x="107504" y="1187952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85027308-54DE-4C57-BE26-F3A74B39B1F7}"/>
              </a:ext>
            </a:extLst>
          </p:cNvPr>
          <p:cNvCxnSpPr>
            <a:cxnSpLocks/>
          </p:cNvCxnSpPr>
          <p:nvPr/>
        </p:nvCxnSpPr>
        <p:spPr>
          <a:xfrm>
            <a:off x="107504" y="627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733371F7-98B1-49D4-9C34-0A004D4357ED}"/>
              </a:ext>
            </a:extLst>
          </p:cNvPr>
          <p:cNvCxnSpPr>
            <a:cxnSpLocks/>
          </p:cNvCxnSpPr>
          <p:nvPr/>
        </p:nvCxnSpPr>
        <p:spPr>
          <a:xfrm>
            <a:off x="251520" y="915565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858BC8CD-A617-4A77-B007-FB3C68B21700}"/>
              </a:ext>
            </a:extLst>
          </p:cNvPr>
          <p:cNvCxnSpPr>
            <a:cxnSpLocks/>
          </p:cNvCxnSpPr>
          <p:nvPr/>
        </p:nvCxnSpPr>
        <p:spPr>
          <a:xfrm>
            <a:off x="395536" y="627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78EDC4A4-ABCC-4E0D-9CF9-D466011385D1}"/>
              </a:ext>
            </a:extLst>
          </p:cNvPr>
          <p:cNvCxnSpPr>
            <a:cxnSpLocks/>
          </p:cNvCxnSpPr>
          <p:nvPr/>
        </p:nvCxnSpPr>
        <p:spPr>
          <a:xfrm>
            <a:off x="539552" y="915565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DBF7C51-CB58-48F3-B101-95A2E285DF1F}"/>
              </a:ext>
            </a:extLst>
          </p:cNvPr>
          <p:cNvCxnSpPr>
            <a:cxnSpLocks/>
          </p:cNvCxnSpPr>
          <p:nvPr/>
        </p:nvCxnSpPr>
        <p:spPr>
          <a:xfrm flipH="1">
            <a:off x="683568" y="624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437ECDC8-067E-4172-A941-4FBF62F83918}"/>
              </a:ext>
            </a:extLst>
          </p:cNvPr>
          <p:cNvCxnSpPr>
            <a:cxnSpLocks/>
          </p:cNvCxnSpPr>
          <p:nvPr/>
        </p:nvCxnSpPr>
        <p:spPr>
          <a:xfrm flipV="1">
            <a:off x="251520" y="624533"/>
            <a:ext cx="0" cy="291034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80039D4C-62DB-4F54-BBCB-948F624E0A52}"/>
              </a:ext>
            </a:extLst>
          </p:cNvPr>
          <p:cNvCxnSpPr>
            <a:cxnSpLocks/>
          </p:cNvCxnSpPr>
          <p:nvPr/>
        </p:nvCxnSpPr>
        <p:spPr>
          <a:xfrm flipV="1">
            <a:off x="395536" y="627535"/>
            <a:ext cx="0" cy="28803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B39C5CCA-BE08-415E-93AF-CDC6AC161168}"/>
              </a:ext>
            </a:extLst>
          </p:cNvPr>
          <p:cNvCxnSpPr>
            <a:cxnSpLocks/>
          </p:cNvCxnSpPr>
          <p:nvPr/>
        </p:nvCxnSpPr>
        <p:spPr>
          <a:xfrm flipV="1">
            <a:off x="539552" y="627534"/>
            <a:ext cx="0" cy="28803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F6B23612-7868-4C6F-A5DB-DC83DAE2F4E3}"/>
              </a:ext>
            </a:extLst>
          </p:cNvPr>
          <p:cNvCxnSpPr>
            <a:cxnSpLocks/>
          </p:cNvCxnSpPr>
          <p:nvPr/>
        </p:nvCxnSpPr>
        <p:spPr>
          <a:xfrm flipV="1">
            <a:off x="683568" y="624533"/>
            <a:ext cx="0" cy="291032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D5A9AF93-F685-475A-AD4E-E5B417D0092A}"/>
              </a:ext>
            </a:extLst>
          </p:cNvPr>
          <p:cNvCxnSpPr>
            <a:cxnSpLocks/>
          </p:cNvCxnSpPr>
          <p:nvPr/>
        </p:nvCxnSpPr>
        <p:spPr>
          <a:xfrm flipV="1">
            <a:off x="179512" y="1337309"/>
            <a:ext cx="68645" cy="1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A4ABB85A-C221-423A-B752-DE01719AF4D6}"/>
              </a:ext>
            </a:extLst>
          </p:cNvPr>
          <p:cNvCxnSpPr>
            <a:cxnSpLocks/>
          </p:cNvCxnSpPr>
          <p:nvPr/>
        </p:nvCxnSpPr>
        <p:spPr>
          <a:xfrm>
            <a:off x="248157" y="1620000"/>
            <a:ext cx="155700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5A9F3F19-ED88-4D9A-ADF2-5902AD37DF33}"/>
              </a:ext>
            </a:extLst>
          </p:cNvPr>
          <p:cNvCxnSpPr>
            <a:cxnSpLocks/>
          </p:cNvCxnSpPr>
          <p:nvPr/>
        </p:nvCxnSpPr>
        <p:spPr>
          <a:xfrm>
            <a:off x="403857" y="1337309"/>
            <a:ext cx="63687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295C8F6B-9808-460E-82D6-0BC7C3128817}"/>
              </a:ext>
            </a:extLst>
          </p:cNvPr>
          <p:cNvCxnSpPr>
            <a:cxnSpLocks/>
          </p:cNvCxnSpPr>
          <p:nvPr/>
        </p:nvCxnSpPr>
        <p:spPr>
          <a:xfrm>
            <a:off x="467544" y="1620000"/>
            <a:ext cx="144016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73145E0F-B3C7-443C-BAFA-FAEAF1C48A48}"/>
              </a:ext>
            </a:extLst>
          </p:cNvPr>
          <p:cNvCxnSpPr>
            <a:cxnSpLocks/>
          </p:cNvCxnSpPr>
          <p:nvPr/>
        </p:nvCxnSpPr>
        <p:spPr>
          <a:xfrm flipH="1">
            <a:off x="611562" y="1328968"/>
            <a:ext cx="72006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80EC9527-77E0-4278-BCC8-3709DC2B34F5}"/>
              </a:ext>
            </a:extLst>
          </p:cNvPr>
          <p:cNvCxnSpPr>
            <a:cxnSpLocks/>
          </p:cNvCxnSpPr>
          <p:nvPr/>
        </p:nvCxnSpPr>
        <p:spPr>
          <a:xfrm flipV="1">
            <a:off x="248157" y="1328968"/>
            <a:ext cx="0" cy="291034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8BE56997-86FA-4567-98F0-56B84816D5F7}"/>
              </a:ext>
            </a:extLst>
          </p:cNvPr>
          <p:cNvCxnSpPr>
            <a:cxnSpLocks/>
          </p:cNvCxnSpPr>
          <p:nvPr/>
        </p:nvCxnSpPr>
        <p:spPr>
          <a:xfrm flipV="1">
            <a:off x="403857" y="1331970"/>
            <a:ext cx="0" cy="28803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C73D8EC9-A68E-43D3-8DF8-40D858C09E5C}"/>
              </a:ext>
            </a:extLst>
          </p:cNvPr>
          <p:cNvCxnSpPr>
            <a:cxnSpLocks/>
          </p:cNvCxnSpPr>
          <p:nvPr/>
        </p:nvCxnSpPr>
        <p:spPr>
          <a:xfrm flipV="1">
            <a:off x="467544" y="1328968"/>
            <a:ext cx="0" cy="288031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DD278182-9FDE-41BB-B1D5-537852606079}"/>
              </a:ext>
            </a:extLst>
          </p:cNvPr>
          <p:cNvCxnSpPr>
            <a:cxnSpLocks/>
          </p:cNvCxnSpPr>
          <p:nvPr/>
        </p:nvCxnSpPr>
        <p:spPr>
          <a:xfrm flipV="1">
            <a:off x="611560" y="1328968"/>
            <a:ext cx="0" cy="291032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3E8590DB-83C8-4F56-987F-538887CE9CF9}"/>
              </a:ext>
            </a:extLst>
          </p:cNvPr>
          <p:cNvCxnSpPr>
            <a:cxnSpLocks/>
          </p:cNvCxnSpPr>
          <p:nvPr/>
        </p:nvCxnSpPr>
        <p:spPr>
          <a:xfrm flipV="1">
            <a:off x="179512" y="1328968"/>
            <a:ext cx="0" cy="291034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398F6C29-CE5F-4D88-AB69-1620F11C4D8F}"/>
              </a:ext>
            </a:extLst>
          </p:cNvPr>
          <p:cNvCxnSpPr>
            <a:cxnSpLocks/>
          </p:cNvCxnSpPr>
          <p:nvPr/>
        </p:nvCxnSpPr>
        <p:spPr>
          <a:xfrm flipV="1">
            <a:off x="689325" y="1328968"/>
            <a:ext cx="0" cy="291032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57F28F5F-333A-4B6F-B6D5-767ED47E8D7D}"/>
              </a:ext>
            </a:extLst>
          </p:cNvPr>
          <p:cNvCxnSpPr>
            <a:cxnSpLocks/>
          </p:cNvCxnSpPr>
          <p:nvPr/>
        </p:nvCxnSpPr>
        <p:spPr>
          <a:xfrm>
            <a:off x="689325" y="1618832"/>
            <a:ext cx="138259" cy="1168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0C293B12-D4FA-4FE0-9998-B924D8469FD9}"/>
              </a:ext>
            </a:extLst>
          </p:cNvPr>
          <p:cNvCxnSpPr>
            <a:cxnSpLocks/>
          </p:cNvCxnSpPr>
          <p:nvPr/>
        </p:nvCxnSpPr>
        <p:spPr>
          <a:xfrm>
            <a:off x="113664" y="1616999"/>
            <a:ext cx="65848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5205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Imagen que contiene texto&#10;&#10;Descripción generada automáticamente">
            <a:extLst>
              <a:ext uri="{FF2B5EF4-FFF2-40B4-BE49-F238E27FC236}">
                <a16:creationId xmlns:a16="http://schemas.microsoft.com/office/drawing/2014/main" id="{77593E91-F356-4955-AFE1-F9FB77D3C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550" y="0"/>
            <a:ext cx="6953842" cy="5143500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55DE239-2782-4B5C-971C-4F8FCF30EB57}"/>
              </a:ext>
            </a:extLst>
          </p:cNvPr>
          <p:cNvCxnSpPr>
            <a:cxnSpLocks/>
          </p:cNvCxnSpPr>
          <p:nvPr/>
        </p:nvCxnSpPr>
        <p:spPr>
          <a:xfrm>
            <a:off x="2555776" y="1059582"/>
            <a:ext cx="2988224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F3B74192-6977-442C-90F8-1F62E21B96F3}"/>
              </a:ext>
            </a:extLst>
          </p:cNvPr>
          <p:cNvCxnSpPr>
            <a:cxnSpLocks/>
          </p:cNvCxnSpPr>
          <p:nvPr/>
        </p:nvCxnSpPr>
        <p:spPr>
          <a:xfrm>
            <a:off x="5544000" y="1059582"/>
            <a:ext cx="0" cy="648072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E8F4231-0624-41BD-BA68-93FA1EDA009D}"/>
              </a:ext>
            </a:extLst>
          </p:cNvPr>
          <p:cNvCxnSpPr>
            <a:cxnSpLocks/>
          </p:cNvCxnSpPr>
          <p:nvPr/>
        </p:nvCxnSpPr>
        <p:spPr>
          <a:xfrm>
            <a:off x="5832000" y="1584000"/>
            <a:ext cx="0" cy="123654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6EB10487-5AD6-4678-9267-B99943F5D349}"/>
              </a:ext>
            </a:extLst>
          </p:cNvPr>
          <p:cNvCxnSpPr>
            <a:cxnSpLocks/>
          </p:cNvCxnSpPr>
          <p:nvPr/>
        </p:nvCxnSpPr>
        <p:spPr>
          <a:xfrm>
            <a:off x="5544000" y="1584000"/>
            <a:ext cx="288000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FEB7767-018A-4768-B8F9-86325487640B}"/>
              </a:ext>
            </a:extLst>
          </p:cNvPr>
          <p:cNvCxnSpPr>
            <a:cxnSpLocks/>
          </p:cNvCxnSpPr>
          <p:nvPr/>
        </p:nvCxnSpPr>
        <p:spPr>
          <a:xfrm flipH="1">
            <a:off x="3456016" y="2232000"/>
            <a:ext cx="2340120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F941047-6166-4F83-8C62-9320B36BB8D2}"/>
              </a:ext>
            </a:extLst>
          </p:cNvPr>
          <p:cNvCxnSpPr>
            <a:cxnSpLocks/>
          </p:cNvCxnSpPr>
          <p:nvPr/>
        </p:nvCxnSpPr>
        <p:spPr>
          <a:xfrm>
            <a:off x="5788422" y="1851670"/>
            <a:ext cx="0" cy="38033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7FC35800-1E30-4793-B8BD-D60A9ED81644}"/>
              </a:ext>
            </a:extLst>
          </p:cNvPr>
          <p:cNvCxnSpPr>
            <a:cxnSpLocks/>
          </p:cNvCxnSpPr>
          <p:nvPr/>
        </p:nvCxnSpPr>
        <p:spPr>
          <a:xfrm>
            <a:off x="5508104" y="1840692"/>
            <a:ext cx="0" cy="288032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909F66A-C98A-4034-AA38-19317EF072D6}"/>
              </a:ext>
            </a:extLst>
          </p:cNvPr>
          <p:cNvCxnSpPr>
            <a:cxnSpLocks/>
          </p:cNvCxnSpPr>
          <p:nvPr/>
        </p:nvCxnSpPr>
        <p:spPr>
          <a:xfrm flipH="1">
            <a:off x="3190950" y="2128724"/>
            <a:ext cx="2317154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1C974DB8-94D1-4A14-8B65-445487E92CC2}"/>
              </a:ext>
            </a:extLst>
          </p:cNvPr>
          <p:cNvCxnSpPr>
            <a:cxnSpLocks/>
          </p:cNvCxnSpPr>
          <p:nvPr/>
        </p:nvCxnSpPr>
        <p:spPr>
          <a:xfrm>
            <a:off x="3456016" y="2232000"/>
            <a:ext cx="0" cy="123726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DD3A615F-E99C-46A1-A901-6B084DD5B0BC}"/>
              </a:ext>
            </a:extLst>
          </p:cNvPr>
          <p:cNvCxnSpPr>
            <a:cxnSpLocks/>
          </p:cNvCxnSpPr>
          <p:nvPr/>
        </p:nvCxnSpPr>
        <p:spPr>
          <a:xfrm>
            <a:off x="3190950" y="2139702"/>
            <a:ext cx="0" cy="216024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4F6F0C3D-3FAE-4F5D-8194-4C97186AE54E}"/>
              </a:ext>
            </a:extLst>
          </p:cNvPr>
          <p:cNvCxnSpPr>
            <a:cxnSpLocks/>
          </p:cNvCxnSpPr>
          <p:nvPr/>
        </p:nvCxnSpPr>
        <p:spPr>
          <a:xfrm>
            <a:off x="3419872" y="2478256"/>
            <a:ext cx="0" cy="309518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889B511D-A750-49B6-AC81-781C88204012}"/>
              </a:ext>
            </a:extLst>
          </p:cNvPr>
          <p:cNvCxnSpPr>
            <a:cxnSpLocks/>
          </p:cNvCxnSpPr>
          <p:nvPr/>
        </p:nvCxnSpPr>
        <p:spPr>
          <a:xfrm>
            <a:off x="3131840" y="2478256"/>
            <a:ext cx="0" cy="23751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06409C3-02A0-4223-8AEB-6D30A986D421}"/>
              </a:ext>
            </a:extLst>
          </p:cNvPr>
          <p:cNvCxnSpPr>
            <a:cxnSpLocks/>
          </p:cNvCxnSpPr>
          <p:nvPr/>
        </p:nvCxnSpPr>
        <p:spPr>
          <a:xfrm>
            <a:off x="1763688" y="1328968"/>
            <a:ext cx="720080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CC818597-48DC-44CD-A912-8F25047F5A9E}"/>
              </a:ext>
            </a:extLst>
          </p:cNvPr>
          <p:cNvCxnSpPr>
            <a:cxnSpLocks/>
          </p:cNvCxnSpPr>
          <p:nvPr/>
        </p:nvCxnSpPr>
        <p:spPr>
          <a:xfrm>
            <a:off x="107504" y="915566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BB9E0243-95F0-4036-B5A0-ECA6F798D3DE}"/>
              </a:ext>
            </a:extLst>
          </p:cNvPr>
          <p:cNvCxnSpPr>
            <a:cxnSpLocks/>
          </p:cNvCxnSpPr>
          <p:nvPr/>
        </p:nvCxnSpPr>
        <p:spPr>
          <a:xfrm flipV="1">
            <a:off x="107504" y="483518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A8AACD36-4180-47E5-9616-A622BFFF48B0}"/>
              </a:ext>
            </a:extLst>
          </p:cNvPr>
          <p:cNvCxnSpPr>
            <a:cxnSpLocks/>
          </p:cNvCxnSpPr>
          <p:nvPr/>
        </p:nvCxnSpPr>
        <p:spPr>
          <a:xfrm>
            <a:off x="107504" y="1620000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166EC83E-89D3-42F3-A614-7E35FBAA05C6}"/>
              </a:ext>
            </a:extLst>
          </p:cNvPr>
          <p:cNvCxnSpPr>
            <a:cxnSpLocks/>
          </p:cNvCxnSpPr>
          <p:nvPr/>
        </p:nvCxnSpPr>
        <p:spPr>
          <a:xfrm flipV="1">
            <a:off x="107504" y="1187952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85027308-54DE-4C57-BE26-F3A74B39B1F7}"/>
              </a:ext>
            </a:extLst>
          </p:cNvPr>
          <p:cNvCxnSpPr>
            <a:cxnSpLocks/>
          </p:cNvCxnSpPr>
          <p:nvPr/>
        </p:nvCxnSpPr>
        <p:spPr>
          <a:xfrm>
            <a:off x="107504" y="627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733371F7-98B1-49D4-9C34-0A004D4357ED}"/>
              </a:ext>
            </a:extLst>
          </p:cNvPr>
          <p:cNvCxnSpPr>
            <a:cxnSpLocks/>
          </p:cNvCxnSpPr>
          <p:nvPr/>
        </p:nvCxnSpPr>
        <p:spPr>
          <a:xfrm>
            <a:off x="251520" y="915565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858BC8CD-A617-4A77-B007-FB3C68B21700}"/>
              </a:ext>
            </a:extLst>
          </p:cNvPr>
          <p:cNvCxnSpPr>
            <a:cxnSpLocks/>
          </p:cNvCxnSpPr>
          <p:nvPr/>
        </p:nvCxnSpPr>
        <p:spPr>
          <a:xfrm>
            <a:off x="395536" y="627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78EDC4A4-ABCC-4E0D-9CF9-D466011385D1}"/>
              </a:ext>
            </a:extLst>
          </p:cNvPr>
          <p:cNvCxnSpPr>
            <a:cxnSpLocks/>
          </p:cNvCxnSpPr>
          <p:nvPr/>
        </p:nvCxnSpPr>
        <p:spPr>
          <a:xfrm>
            <a:off x="539552" y="915565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DBF7C51-CB58-48F3-B101-95A2E285DF1F}"/>
              </a:ext>
            </a:extLst>
          </p:cNvPr>
          <p:cNvCxnSpPr>
            <a:cxnSpLocks/>
          </p:cNvCxnSpPr>
          <p:nvPr/>
        </p:nvCxnSpPr>
        <p:spPr>
          <a:xfrm flipH="1">
            <a:off x="683568" y="624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437ECDC8-067E-4172-A941-4FBF62F83918}"/>
              </a:ext>
            </a:extLst>
          </p:cNvPr>
          <p:cNvCxnSpPr>
            <a:cxnSpLocks/>
          </p:cNvCxnSpPr>
          <p:nvPr/>
        </p:nvCxnSpPr>
        <p:spPr>
          <a:xfrm flipV="1">
            <a:off x="251520" y="624533"/>
            <a:ext cx="0" cy="291034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80039D4C-62DB-4F54-BBCB-948F624E0A52}"/>
              </a:ext>
            </a:extLst>
          </p:cNvPr>
          <p:cNvCxnSpPr>
            <a:cxnSpLocks/>
          </p:cNvCxnSpPr>
          <p:nvPr/>
        </p:nvCxnSpPr>
        <p:spPr>
          <a:xfrm flipV="1">
            <a:off x="395536" y="627535"/>
            <a:ext cx="0" cy="28803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B39C5CCA-BE08-415E-93AF-CDC6AC161168}"/>
              </a:ext>
            </a:extLst>
          </p:cNvPr>
          <p:cNvCxnSpPr>
            <a:cxnSpLocks/>
          </p:cNvCxnSpPr>
          <p:nvPr/>
        </p:nvCxnSpPr>
        <p:spPr>
          <a:xfrm flipV="1">
            <a:off x="539552" y="627534"/>
            <a:ext cx="0" cy="28803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F6B23612-7868-4C6F-A5DB-DC83DAE2F4E3}"/>
              </a:ext>
            </a:extLst>
          </p:cNvPr>
          <p:cNvCxnSpPr>
            <a:cxnSpLocks/>
          </p:cNvCxnSpPr>
          <p:nvPr/>
        </p:nvCxnSpPr>
        <p:spPr>
          <a:xfrm flipV="1">
            <a:off x="683568" y="624533"/>
            <a:ext cx="0" cy="291032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D5A9AF93-F685-475A-AD4E-E5B417D0092A}"/>
              </a:ext>
            </a:extLst>
          </p:cNvPr>
          <p:cNvCxnSpPr>
            <a:cxnSpLocks/>
          </p:cNvCxnSpPr>
          <p:nvPr/>
        </p:nvCxnSpPr>
        <p:spPr>
          <a:xfrm flipV="1">
            <a:off x="179512" y="1337309"/>
            <a:ext cx="68645" cy="1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A4ABB85A-C221-423A-B752-DE01719AF4D6}"/>
              </a:ext>
            </a:extLst>
          </p:cNvPr>
          <p:cNvCxnSpPr>
            <a:cxnSpLocks/>
          </p:cNvCxnSpPr>
          <p:nvPr/>
        </p:nvCxnSpPr>
        <p:spPr>
          <a:xfrm>
            <a:off x="248157" y="1620000"/>
            <a:ext cx="155700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5A9F3F19-ED88-4D9A-ADF2-5902AD37DF33}"/>
              </a:ext>
            </a:extLst>
          </p:cNvPr>
          <p:cNvCxnSpPr>
            <a:cxnSpLocks/>
          </p:cNvCxnSpPr>
          <p:nvPr/>
        </p:nvCxnSpPr>
        <p:spPr>
          <a:xfrm>
            <a:off x="403857" y="1337309"/>
            <a:ext cx="63687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295C8F6B-9808-460E-82D6-0BC7C3128817}"/>
              </a:ext>
            </a:extLst>
          </p:cNvPr>
          <p:cNvCxnSpPr>
            <a:cxnSpLocks/>
          </p:cNvCxnSpPr>
          <p:nvPr/>
        </p:nvCxnSpPr>
        <p:spPr>
          <a:xfrm>
            <a:off x="467544" y="1620000"/>
            <a:ext cx="144016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73145E0F-B3C7-443C-BAFA-FAEAF1C48A48}"/>
              </a:ext>
            </a:extLst>
          </p:cNvPr>
          <p:cNvCxnSpPr>
            <a:cxnSpLocks/>
          </p:cNvCxnSpPr>
          <p:nvPr/>
        </p:nvCxnSpPr>
        <p:spPr>
          <a:xfrm flipH="1">
            <a:off x="611562" y="1328968"/>
            <a:ext cx="72006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80EC9527-77E0-4278-BCC8-3709DC2B34F5}"/>
              </a:ext>
            </a:extLst>
          </p:cNvPr>
          <p:cNvCxnSpPr>
            <a:cxnSpLocks/>
          </p:cNvCxnSpPr>
          <p:nvPr/>
        </p:nvCxnSpPr>
        <p:spPr>
          <a:xfrm flipV="1">
            <a:off x="248157" y="1328968"/>
            <a:ext cx="0" cy="291034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8BE56997-86FA-4567-98F0-56B84816D5F7}"/>
              </a:ext>
            </a:extLst>
          </p:cNvPr>
          <p:cNvCxnSpPr>
            <a:cxnSpLocks/>
          </p:cNvCxnSpPr>
          <p:nvPr/>
        </p:nvCxnSpPr>
        <p:spPr>
          <a:xfrm flipV="1">
            <a:off x="403857" y="1331970"/>
            <a:ext cx="0" cy="28803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C73D8EC9-A68E-43D3-8DF8-40D858C09E5C}"/>
              </a:ext>
            </a:extLst>
          </p:cNvPr>
          <p:cNvCxnSpPr>
            <a:cxnSpLocks/>
          </p:cNvCxnSpPr>
          <p:nvPr/>
        </p:nvCxnSpPr>
        <p:spPr>
          <a:xfrm flipV="1">
            <a:off x="467544" y="1328968"/>
            <a:ext cx="0" cy="288031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DD278182-9FDE-41BB-B1D5-537852606079}"/>
              </a:ext>
            </a:extLst>
          </p:cNvPr>
          <p:cNvCxnSpPr>
            <a:cxnSpLocks/>
          </p:cNvCxnSpPr>
          <p:nvPr/>
        </p:nvCxnSpPr>
        <p:spPr>
          <a:xfrm flipV="1">
            <a:off x="611560" y="1328968"/>
            <a:ext cx="0" cy="291032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3E8590DB-83C8-4F56-987F-538887CE9CF9}"/>
              </a:ext>
            </a:extLst>
          </p:cNvPr>
          <p:cNvCxnSpPr>
            <a:cxnSpLocks/>
          </p:cNvCxnSpPr>
          <p:nvPr/>
        </p:nvCxnSpPr>
        <p:spPr>
          <a:xfrm flipV="1">
            <a:off x="179512" y="1328968"/>
            <a:ext cx="0" cy="291034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398F6C29-CE5F-4D88-AB69-1620F11C4D8F}"/>
              </a:ext>
            </a:extLst>
          </p:cNvPr>
          <p:cNvCxnSpPr>
            <a:cxnSpLocks/>
          </p:cNvCxnSpPr>
          <p:nvPr/>
        </p:nvCxnSpPr>
        <p:spPr>
          <a:xfrm flipV="1">
            <a:off x="689325" y="1328968"/>
            <a:ext cx="0" cy="291032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57F28F5F-333A-4B6F-B6D5-767ED47E8D7D}"/>
              </a:ext>
            </a:extLst>
          </p:cNvPr>
          <p:cNvCxnSpPr>
            <a:cxnSpLocks/>
          </p:cNvCxnSpPr>
          <p:nvPr/>
        </p:nvCxnSpPr>
        <p:spPr>
          <a:xfrm>
            <a:off x="689325" y="1618832"/>
            <a:ext cx="138259" cy="1168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0C293B12-D4FA-4FE0-9998-B924D8469FD9}"/>
              </a:ext>
            </a:extLst>
          </p:cNvPr>
          <p:cNvCxnSpPr>
            <a:cxnSpLocks/>
          </p:cNvCxnSpPr>
          <p:nvPr/>
        </p:nvCxnSpPr>
        <p:spPr>
          <a:xfrm>
            <a:off x="113664" y="1616999"/>
            <a:ext cx="65848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85A1A5E1-F295-4636-96FD-6311AC07809C}"/>
              </a:ext>
            </a:extLst>
          </p:cNvPr>
          <p:cNvCxnSpPr>
            <a:cxnSpLocks/>
          </p:cNvCxnSpPr>
          <p:nvPr/>
        </p:nvCxnSpPr>
        <p:spPr>
          <a:xfrm>
            <a:off x="2555776" y="1328968"/>
            <a:ext cx="2916224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72B39D29-1B9D-4BD5-BD87-02E1DC1FFD32}"/>
              </a:ext>
            </a:extLst>
          </p:cNvPr>
          <p:cNvCxnSpPr>
            <a:cxnSpLocks/>
          </p:cNvCxnSpPr>
          <p:nvPr/>
        </p:nvCxnSpPr>
        <p:spPr>
          <a:xfrm>
            <a:off x="5472000" y="1328968"/>
            <a:ext cx="0" cy="378686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1AA80D7B-2E4C-4F80-83FF-A7F9DD549E33}"/>
              </a:ext>
            </a:extLst>
          </p:cNvPr>
          <p:cNvCxnSpPr>
            <a:cxnSpLocks/>
          </p:cNvCxnSpPr>
          <p:nvPr/>
        </p:nvCxnSpPr>
        <p:spPr>
          <a:xfrm>
            <a:off x="5461111" y="1647878"/>
            <a:ext cx="298889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077FA690-74B5-4028-BFB8-0CB82E7541FE}"/>
              </a:ext>
            </a:extLst>
          </p:cNvPr>
          <p:cNvCxnSpPr>
            <a:cxnSpLocks/>
          </p:cNvCxnSpPr>
          <p:nvPr/>
        </p:nvCxnSpPr>
        <p:spPr>
          <a:xfrm flipV="1">
            <a:off x="5760000" y="1635646"/>
            <a:ext cx="0" cy="90656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7454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Conector recto 181">
            <a:extLst>
              <a:ext uri="{FF2B5EF4-FFF2-40B4-BE49-F238E27FC236}">
                <a16:creationId xmlns:a16="http://schemas.microsoft.com/office/drawing/2014/main" id="{026E217E-4EA7-4A9F-85C1-EF7C01D6A6C3}"/>
              </a:ext>
            </a:extLst>
          </p:cNvPr>
          <p:cNvCxnSpPr>
            <a:cxnSpLocks/>
          </p:cNvCxnSpPr>
          <p:nvPr/>
        </p:nvCxnSpPr>
        <p:spPr>
          <a:xfrm>
            <a:off x="2024329" y="0"/>
            <a:ext cx="14886" cy="469598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Grupo 179">
            <a:extLst>
              <a:ext uri="{FF2B5EF4-FFF2-40B4-BE49-F238E27FC236}">
                <a16:creationId xmlns:a16="http://schemas.microsoft.com/office/drawing/2014/main" id="{3D930823-B5BD-4274-AFB8-45E9F17FA213}"/>
              </a:ext>
            </a:extLst>
          </p:cNvPr>
          <p:cNvGrpSpPr/>
          <p:nvPr/>
        </p:nvGrpSpPr>
        <p:grpSpPr>
          <a:xfrm>
            <a:off x="1915887" y="4039739"/>
            <a:ext cx="5622183" cy="234047"/>
            <a:chOff x="1915887" y="3825602"/>
            <a:chExt cx="5622183" cy="234047"/>
          </a:xfrm>
        </p:grpSpPr>
        <p:grpSp>
          <p:nvGrpSpPr>
            <p:cNvPr id="3" name="Group 77">
              <a:extLst>
                <a:ext uri="{FF2B5EF4-FFF2-40B4-BE49-F238E27FC236}">
                  <a16:creationId xmlns:a16="http://schemas.microsoft.com/office/drawing/2014/main" id="{427B9A5A-58A5-423E-B9CC-44B3A3EAF4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2120" y="3825602"/>
              <a:ext cx="1885950" cy="228600"/>
              <a:chOff x="1872" y="2160"/>
              <a:chExt cx="3456" cy="528"/>
            </a:xfrm>
          </p:grpSpPr>
          <p:grpSp>
            <p:nvGrpSpPr>
              <p:cNvPr id="4" name="Group 10">
                <a:extLst>
                  <a:ext uri="{FF2B5EF4-FFF2-40B4-BE49-F238E27FC236}">
                    <a16:creationId xmlns:a16="http://schemas.microsoft.com/office/drawing/2014/main" id="{A4508DC3-E445-4C4F-B4BF-1D98F11F77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45" name="Arc 5">
                  <a:extLst>
                    <a:ext uri="{FF2B5EF4-FFF2-40B4-BE49-F238E27FC236}">
                      <a16:creationId xmlns:a16="http://schemas.microsoft.com/office/drawing/2014/main" id="{3A0CBF5B-7BD5-4AB6-BAB1-62757093EF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6" name="Arc 6">
                  <a:extLst>
                    <a:ext uri="{FF2B5EF4-FFF2-40B4-BE49-F238E27FC236}">
                      <a16:creationId xmlns:a16="http://schemas.microsoft.com/office/drawing/2014/main" id="{8BC5DE0E-278F-4596-83B5-2B295E5DE6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5" name="Group 9">
                <a:extLst>
                  <a:ext uri="{FF2B5EF4-FFF2-40B4-BE49-F238E27FC236}">
                    <a16:creationId xmlns:a16="http://schemas.microsoft.com/office/drawing/2014/main" id="{CAB85BD9-789E-4134-8AC7-5C4E6CC11C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43" name="Arc 7">
                  <a:extLst>
                    <a:ext uri="{FF2B5EF4-FFF2-40B4-BE49-F238E27FC236}">
                      <a16:creationId xmlns:a16="http://schemas.microsoft.com/office/drawing/2014/main" id="{1BAE59FA-6026-4378-9F02-97234239E1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" name="Arc 8">
                  <a:extLst>
                    <a:ext uri="{FF2B5EF4-FFF2-40B4-BE49-F238E27FC236}">
                      <a16:creationId xmlns:a16="http://schemas.microsoft.com/office/drawing/2014/main" id="{E3DCD426-B540-4EFB-B7E4-5FAE85FADD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6" name="Line 12">
                <a:extLst>
                  <a:ext uri="{FF2B5EF4-FFF2-40B4-BE49-F238E27FC236}">
                    <a16:creationId xmlns:a16="http://schemas.microsoft.com/office/drawing/2014/main" id="{DC96CA83-434E-4E2D-8046-FBAB51554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7" name="Group 56">
                <a:extLst>
                  <a:ext uri="{FF2B5EF4-FFF2-40B4-BE49-F238E27FC236}">
                    <a16:creationId xmlns:a16="http://schemas.microsoft.com/office/drawing/2014/main" id="{43AAC5EB-C25B-44E4-B689-E6D315994C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39" name="Line 15">
                  <a:extLst>
                    <a:ext uri="{FF2B5EF4-FFF2-40B4-BE49-F238E27FC236}">
                      <a16:creationId xmlns:a16="http://schemas.microsoft.com/office/drawing/2014/main" id="{C3995371-8007-43D8-8223-5B4977F246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" name="Line 16">
                  <a:extLst>
                    <a:ext uri="{FF2B5EF4-FFF2-40B4-BE49-F238E27FC236}">
                      <a16:creationId xmlns:a16="http://schemas.microsoft.com/office/drawing/2014/main" id="{92DB2B01-2D9C-4BA3-B76F-B228175800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" name="Line 17">
                  <a:extLst>
                    <a:ext uri="{FF2B5EF4-FFF2-40B4-BE49-F238E27FC236}">
                      <a16:creationId xmlns:a16="http://schemas.microsoft.com/office/drawing/2014/main" id="{367E90BE-6562-4A82-AC20-A6FAC2880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2" name="Line 18">
                  <a:extLst>
                    <a:ext uri="{FF2B5EF4-FFF2-40B4-BE49-F238E27FC236}">
                      <a16:creationId xmlns:a16="http://schemas.microsoft.com/office/drawing/2014/main" id="{200B8F51-07A5-467D-A908-D190D7CBC5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8" name="Line 43">
                <a:extLst>
                  <a:ext uri="{FF2B5EF4-FFF2-40B4-BE49-F238E27FC236}">
                    <a16:creationId xmlns:a16="http://schemas.microsoft.com/office/drawing/2014/main" id="{6DCC0198-F0FC-41CE-B568-49647473A5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" name="Line 44">
                <a:extLst>
                  <a:ext uri="{FF2B5EF4-FFF2-40B4-BE49-F238E27FC236}">
                    <a16:creationId xmlns:a16="http://schemas.microsoft.com/office/drawing/2014/main" id="{E9681665-B00D-443F-A7DB-6C0797D5C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" name="Line 45">
                <a:extLst>
                  <a:ext uri="{FF2B5EF4-FFF2-40B4-BE49-F238E27FC236}">
                    <a16:creationId xmlns:a16="http://schemas.microsoft.com/office/drawing/2014/main" id="{4C13B563-5497-4181-BD6A-05DA3030A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" name="Line 46">
                <a:extLst>
                  <a:ext uri="{FF2B5EF4-FFF2-40B4-BE49-F238E27FC236}">
                    <a16:creationId xmlns:a16="http://schemas.microsoft.com/office/drawing/2014/main" id="{BB2D3E74-35CD-41E6-917D-839094FAB6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2" name="Line 47">
                <a:extLst>
                  <a:ext uri="{FF2B5EF4-FFF2-40B4-BE49-F238E27FC236}">
                    <a16:creationId xmlns:a16="http://schemas.microsoft.com/office/drawing/2014/main" id="{80725343-70C5-4082-B675-02046C4B92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3" name="Line 48">
                <a:extLst>
                  <a:ext uri="{FF2B5EF4-FFF2-40B4-BE49-F238E27FC236}">
                    <a16:creationId xmlns:a16="http://schemas.microsoft.com/office/drawing/2014/main" id="{967E91C2-389C-419E-B2FA-965D00455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" name="Line 50">
                <a:extLst>
                  <a:ext uri="{FF2B5EF4-FFF2-40B4-BE49-F238E27FC236}">
                    <a16:creationId xmlns:a16="http://schemas.microsoft.com/office/drawing/2014/main" id="{C6FC4871-B6AF-4F52-B203-5B5F50993E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5" name="Line 51">
                <a:extLst>
                  <a:ext uri="{FF2B5EF4-FFF2-40B4-BE49-F238E27FC236}">
                    <a16:creationId xmlns:a16="http://schemas.microsoft.com/office/drawing/2014/main" id="{00AD0469-5077-4C6C-A3BB-AC313F9E97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" name="Line 52">
                <a:extLst>
                  <a:ext uri="{FF2B5EF4-FFF2-40B4-BE49-F238E27FC236}">
                    <a16:creationId xmlns:a16="http://schemas.microsoft.com/office/drawing/2014/main" id="{D8D96CD6-3C3C-4DB2-B7F7-D84BC72F4A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" name="AutoShape 53" descr="Wide downward diagonal">
                <a:extLst>
                  <a:ext uri="{FF2B5EF4-FFF2-40B4-BE49-F238E27FC236}">
                    <a16:creationId xmlns:a16="http://schemas.microsoft.com/office/drawing/2014/main" id="{680DAA6C-2A35-420E-8553-B37DCD81A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8" name="AutoShape 54" descr="Wide downward diagonal">
                <a:extLst>
                  <a:ext uri="{FF2B5EF4-FFF2-40B4-BE49-F238E27FC236}">
                    <a16:creationId xmlns:a16="http://schemas.microsoft.com/office/drawing/2014/main" id="{1506FB64-7E06-485C-B78C-8F8D46194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9" name="Group 57">
                <a:extLst>
                  <a:ext uri="{FF2B5EF4-FFF2-40B4-BE49-F238E27FC236}">
                    <a16:creationId xmlns:a16="http://schemas.microsoft.com/office/drawing/2014/main" id="{E377CBF8-ABBE-450A-A3A1-CD4BFEF89A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35" name="Line 58">
                  <a:extLst>
                    <a:ext uri="{FF2B5EF4-FFF2-40B4-BE49-F238E27FC236}">
                      <a16:creationId xmlns:a16="http://schemas.microsoft.com/office/drawing/2014/main" id="{622ED985-A2F2-4BE8-9F77-9E1BBF9160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6" name="Line 59">
                  <a:extLst>
                    <a:ext uri="{FF2B5EF4-FFF2-40B4-BE49-F238E27FC236}">
                      <a16:creationId xmlns:a16="http://schemas.microsoft.com/office/drawing/2014/main" id="{3F953F05-8B3F-42E7-B081-D51084642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7" name="Line 60">
                  <a:extLst>
                    <a:ext uri="{FF2B5EF4-FFF2-40B4-BE49-F238E27FC236}">
                      <a16:creationId xmlns:a16="http://schemas.microsoft.com/office/drawing/2014/main" id="{22D0FC71-E1AF-4D3D-A27A-5FD9574297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8" name="Line 61">
                  <a:extLst>
                    <a:ext uri="{FF2B5EF4-FFF2-40B4-BE49-F238E27FC236}">
                      <a16:creationId xmlns:a16="http://schemas.microsoft.com/office/drawing/2014/main" id="{A9B568AB-20E4-4307-9D86-1C3422C870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0" name="Group 62">
                <a:extLst>
                  <a:ext uri="{FF2B5EF4-FFF2-40B4-BE49-F238E27FC236}">
                    <a16:creationId xmlns:a16="http://schemas.microsoft.com/office/drawing/2014/main" id="{3A282A75-5496-41E8-9AB5-F8E4BA859F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31" name="Line 63">
                  <a:extLst>
                    <a:ext uri="{FF2B5EF4-FFF2-40B4-BE49-F238E27FC236}">
                      <a16:creationId xmlns:a16="http://schemas.microsoft.com/office/drawing/2014/main" id="{84AFF24A-8759-47F4-9D2B-4274ADE310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" name="Line 64">
                  <a:extLst>
                    <a:ext uri="{FF2B5EF4-FFF2-40B4-BE49-F238E27FC236}">
                      <a16:creationId xmlns:a16="http://schemas.microsoft.com/office/drawing/2014/main" id="{DB018066-6B0E-441F-9E6C-82771043B3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3" name="Line 65">
                  <a:extLst>
                    <a:ext uri="{FF2B5EF4-FFF2-40B4-BE49-F238E27FC236}">
                      <a16:creationId xmlns:a16="http://schemas.microsoft.com/office/drawing/2014/main" id="{B4E14B46-1D84-4B88-A47F-B7F45EEB27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4" name="Line 66">
                  <a:extLst>
                    <a:ext uri="{FF2B5EF4-FFF2-40B4-BE49-F238E27FC236}">
                      <a16:creationId xmlns:a16="http://schemas.microsoft.com/office/drawing/2014/main" id="{7C55C04F-38B2-4475-8185-22CFB692B1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1" name="Group 67">
                <a:extLst>
                  <a:ext uri="{FF2B5EF4-FFF2-40B4-BE49-F238E27FC236}">
                    <a16:creationId xmlns:a16="http://schemas.microsoft.com/office/drawing/2014/main" id="{9B562D04-AF6F-483B-8CB2-D48EC3511D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7" name="Line 68">
                  <a:extLst>
                    <a:ext uri="{FF2B5EF4-FFF2-40B4-BE49-F238E27FC236}">
                      <a16:creationId xmlns:a16="http://schemas.microsoft.com/office/drawing/2014/main" id="{DE00A8AB-CA8F-4977-9CF0-64D84FE3BA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" name="Line 69">
                  <a:extLst>
                    <a:ext uri="{FF2B5EF4-FFF2-40B4-BE49-F238E27FC236}">
                      <a16:creationId xmlns:a16="http://schemas.microsoft.com/office/drawing/2014/main" id="{576B0717-7758-411F-894E-D5BE455B41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A7D8C475-295F-4E1A-BBDF-699F18BFB4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0" name="Line 71">
                  <a:extLst>
                    <a:ext uri="{FF2B5EF4-FFF2-40B4-BE49-F238E27FC236}">
                      <a16:creationId xmlns:a16="http://schemas.microsoft.com/office/drawing/2014/main" id="{2FF08205-5527-440C-8C3B-B62C1D0936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" name="Group 72">
                <a:extLst>
                  <a:ext uri="{FF2B5EF4-FFF2-40B4-BE49-F238E27FC236}">
                    <a16:creationId xmlns:a16="http://schemas.microsoft.com/office/drawing/2014/main" id="{3A9D7441-5B58-4DE3-96F3-58A37BF2B0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3" name="Line 73">
                  <a:extLst>
                    <a:ext uri="{FF2B5EF4-FFF2-40B4-BE49-F238E27FC236}">
                      <a16:creationId xmlns:a16="http://schemas.microsoft.com/office/drawing/2014/main" id="{94A6C4EA-F544-4403-8509-08B68DE670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" name="Line 74">
                  <a:extLst>
                    <a:ext uri="{FF2B5EF4-FFF2-40B4-BE49-F238E27FC236}">
                      <a16:creationId xmlns:a16="http://schemas.microsoft.com/office/drawing/2014/main" id="{60C66506-2377-4B4D-AEC3-9C4800BF96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5" name="Line 75">
                  <a:extLst>
                    <a:ext uri="{FF2B5EF4-FFF2-40B4-BE49-F238E27FC236}">
                      <a16:creationId xmlns:a16="http://schemas.microsoft.com/office/drawing/2014/main" id="{77CAE46B-1320-4D2B-8EF9-039B434C05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" name="Line 76">
                  <a:extLst>
                    <a:ext uri="{FF2B5EF4-FFF2-40B4-BE49-F238E27FC236}">
                      <a16:creationId xmlns:a16="http://schemas.microsoft.com/office/drawing/2014/main" id="{50D5E31D-618A-449B-8473-E5A94ED923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47" name="Group 77">
              <a:extLst>
                <a:ext uri="{FF2B5EF4-FFF2-40B4-BE49-F238E27FC236}">
                  <a16:creationId xmlns:a16="http://schemas.microsoft.com/office/drawing/2014/main" id="{74108F16-FC0C-49FD-B661-DD9EE53587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7399" y="3826882"/>
              <a:ext cx="1885950" cy="228600"/>
              <a:chOff x="1872" y="2160"/>
              <a:chExt cx="3456" cy="528"/>
            </a:xfrm>
          </p:grpSpPr>
          <p:grpSp>
            <p:nvGrpSpPr>
              <p:cNvPr id="48" name="Group 10">
                <a:extLst>
                  <a:ext uri="{FF2B5EF4-FFF2-40B4-BE49-F238E27FC236}">
                    <a16:creationId xmlns:a16="http://schemas.microsoft.com/office/drawing/2014/main" id="{B13B6B9B-36BD-4F93-9D1E-C61E23709D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89" name="Arc 5">
                  <a:extLst>
                    <a:ext uri="{FF2B5EF4-FFF2-40B4-BE49-F238E27FC236}">
                      <a16:creationId xmlns:a16="http://schemas.microsoft.com/office/drawing/2014/main" id="{68BA63F1-6DF5-4A51-BB13-C60D8AABD5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90" name="Arc 6">
                  <a:extLst>
                    <a:ext uri="{FF2B5EF4-FFF2-40B4-BE49-F238E27FC236}">
                      <a16:creationId xmlns:a16="http://schemas.microsoft.com/office/drawing/2014/main" id="{A1067F58-8B5A-4955-90FC-0952C4AE26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49" name="Group 9">
                <a:extLst>
                  <a:ext uri="{FF2B5EF4-FFF2-40B4-BE49-F238E27FC236}">
                    <a16:creationId xmlns:a16="http://schemas.microsoft.com/office/drawing/2014/main" id="{CD3EFBF8-83A0-4CF9-A3CD-DB8E67A153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87" name="Arc 7">
                  <a:extLst>
                    <a:ext uri="{FF2B5EF4-FFF2-40B4-BE49-F238E27FC236}">
                      <a16:creationId xmlns:a16="http://schemas.microsoft.com/office/drawing/2014/main" id="{947A8E94-0831-449A-9895-3B45D07D5C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88" name="Arc 8">
                  <a:extLst>
                    <a:ext uri="{FF2B5EF4-FFF2-40B4-BE49-F238E27FC236}">
                      <a16:creationId xmlns:a16="http://schemas.microsoft.com/office/drawing/2014/main" id="{E13462E0-060F-4846-829A-1EC1408B24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50" name="Line 12">
                <a:extLst>
                  <a:ext uri="{FF2B5EF4-FFF2-40B4-BE49-F238E27FC236}">
                    <a16:creationId xmlns:a16="http://schemas.microsoft.com/office/drawing/2014/main" id="{06E33F54-1FE4-437A-BB18-4B528D147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51" name="Group 56">
                <a:extLst>
                  <a:ext uri="{FF2B5EF4-FFF2-40B4-BE49-F238E27FC236}">
                    <a16:creationId xmlns:a16="http://schemas.microsoft.com/office/drawing/2014/main" id="{D889849C-9EA5-4EE2-AECD-28CBF5237C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83" name="Line 15">
                  <a:extLst>
                    <a:ext uri="{FF2B5EF4-FFF2-40B4-BE49-F238E27FC236}">
                      <a16:creationId xmlns:a16="http://schemas.microsoft.com/office/drawing/2014/main" id="{CD9FF0B6-4FC0-42A6-8BCF-8E6012A7F8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4" name="Line 16">
                  <a:extLst>
                    <a:ext uri="{FF2B5EF4-FFF2-40B4-BE49-F238E27FC236}">
                      <a16:creationId xmlns:a16="http://schemas.microsoft.com/office/drawing/2014/main" id="{A3D39CA4-95C4-4CB9-822C-6B78F2CC2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5" name="Line 17">
                  <a:extLst>
                    <a:ext uri="{FF2B5EF4-FFF2-40B4-BE49-F238E27FC236}">
                      <a16:creationId xmlns:a16="http://schemas.microsoft.com/office/drawing/2014/main" id="{1B77DFAB-D1A6-4540-8AB2-7DC1B612C8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6" name="Line 18">
                  <a:extLst>
                    <a:ext uri="{FF2B5EF4-FFF2-40B4-BE49-F238E27FC236}">
                      <a16:creationId xmlns:a16="http://schemas.microsoft.com/office/drawing/2014/main" id="{8B823563-3978-418A-AAC0-A95C889970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52" name="Line 43">
                <a:extLst>
                  <a:ext uri="{FF2B5EF4-FFF2-40B4-BE49-F238E27FC236}">
                    <a16:creationId xmlns:a16="http://schemas.microsoft.com/office/drawing/2014/main" id="{8AEB6FB6-A9FC-40B5-BFA2-00BF55648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" name="Line 44">
                <a:extLst>
                  <a:ext uri="{FF2B5EF4-FFF2-40B4-BE49-F238E27FC236}">
                    <a16:creationId xmlns:a16="http://schemas.microsoft.com/office/drawing/2014/main" id="{F49102F1-F3BD-44F2-BE41-545708D5CA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4" name="Line 45">
                <a:extLst>
                  <a:ext uri="{FF2B5EF4-FFF2-40B4-BE49-F238E27FC236}">
                    <a16:creationId xmlns:a16="http://schemas.microsoft.com/office/drawing/2014/main" id="{B4906DF4-E045-4A33-9961-D71138240D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5" name="Line 46">
                <a:extLst>
                  <a:ext uri="{FF2B5EF4-FFF2-40B4-BE49-F238E27FC236}">
                    <a16:creationId xmlns:a16="http://schemas.microsoft.com/office/drawing/2014/main" id="{4976B827-D836-4FB5-B001-A71D4CEEA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6" name="Line 47">
                <a:extLst>
                  <a:ext uri="{FF2B5EF4-FFF2-40B4-BE49-F238E27FC236}">
                    <a16:creationId xmlns:a16="http://schemas.microsoft.com/office/drawing/2014/main" id="{651ABC65-B332-457E-B12D-FF06A1BC3C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" name="Line 48">
                <a:extLst>
                  <a:ext uri="{FF2B5EF4-FFF2-40B4-BE49-F238E27FC236}">
                    <a16:creationId xmlns:a16="http://schemas.microsoft.com/office/drawing/2014/main" id="{F6BC7C03-BC59-425A-9567-736AB5B65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" name="Line 50">
                <a:extLst>
                  <a:ext uri="{FF2B5EF4-FFF2-40B4-BE49-F238E27FC236}">
                    <a16:creationId xmlns:a16="http://schemas.microsoft.com/office/drawing/2014/main" id="{F9693EB0-59A5-4780-AB86-AB200E6982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9" name="Line 51">
                <a:extLst>
                  <a:ext uri="{FF2B5EF4-FFF2-40B4-BE49-F238E27FC236}">
                    <a16:creationId xmlns:a16="http://schemas.microsoft.com/office/drawing/2014/main" id="{29923DC8-80F4-4E5F-82B3-47F8E9C12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0" name="Line 52">
                <a:extLst>
                  <a:ext uri="{FF2B5EF4-FFF2-40B4-BE49-F238E27FC236}">
                    <a16:creationId xmlns:a16="http://schemas.microsoft.com/office/drawing/2014/main" id="{A5D023BF-2479-4107-AD72-A6B409952F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1" name="AutoShape 53" descr="Wide downward diagonal">
                <a:extLst>
                  <a:ext uri="{FF2B5EF4-FFF2-40B4-BE49-F238E27FC236}">
                    <a16:creationId xmlns:a16="http://schemas.microsoft.com/office/drawing/2014/main" id="{73328271-E963-4D8C-8199-0E0131E0C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62" name="AutoShape 54" descr="Wide downward diagonal">
                <a:extLst>
                  <a:ext uri="{FF2B5EF4-FFF2-40B4-BE49-F238E27FC236}">
                    <a16:creationId xmlns:a16="http://schemas.microsoft.com/office/drawing/2014/main" id="{08F410EF-1154-4487-A26B-CDE7E4042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63" name="Group 57">
                <a:extLst>
                  <a:ext uri="{FF2B5EF4-FFF2-40B4-BE49-F238E27FC236}">
                    <a16:creationId xmlns:a16="http://schemas.microsoft.com/office/drawing/2014/main" id="{9F40ED7B-0EB0-400A-9C28-5A091C5BDB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79" name="Line 58">
                  <a:extLst>
                    <a:ext uri="{FF2B5EF4-FFF2-40B4-BE49-F238E27FC236}">
                      <a16:creationId xmlns:a16="http://schemas.microsoft.com/office/drawing/2014/main" id="{EBC81EFD-C586-4180-A74D-2A9115EA1A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0" name="Line 59">
                  <a:extLst>
                    <a:ext uri="{FF2B5EF4-FFF2-40B4-BE49-F238E27FC236}">
                      <a16:creationId xmlns:a16="http://schemas.microsoft.com/office/drawing/2014/main" id="{42C93F10-E239-414C-BF44-881B3B8437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1" name="Line 60">
                  <a:extLst>
                    <a:ext uri="{FF2B5EF4-FFF2-40B4-BE49-F238E27FC236}">
                      <a16:creationId xmlns:a16="http://schemas.microsoft.com/office/drawing/2014/main" id="{4D04A4E7-A8E5-4530-826C-34C188D6FF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2" name="Line 61">
                  <a:extLst>
                    <a:ext uri="{FF2B5EF4-FFF2-40B4-BE49-F238E27FC236}">
                      <a16:creationId xmlns:a16="http://schemas.microsoft.com/office/drawing/2014/main" id="{1CCBB668-568F-4AD2-8B3E-2B5CC6F3B0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4" name="Group 62">
                <a:extLst>
                  <a:ext uri="{FF2B5EF4-FFF2-40B4-BE49-F238E27FC236}">
                    <a16:creationId xmlns:a16="http://schemas.microsoft.com/office/drawing/2014/main" id="{4A413A78-9CAC-460E-81EE-8A3DBA4E7A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75" name="Line 63">
                  <a:extLst>
                    <a:ext uri="{FF2B5EF4-FFF2-40B4-BE49-F238E27FC236}">
                      <a16:creationId xmlns:a16="http://schemas.microsoft.com/office/drawing/2014/main" id="{A542F2A2-5991-4B74-9DE3-D676AA0A82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6" name="Line 64">
                  <a:extLst>
                    <a:ext uri="{FF2B5EF4-FFF2-40B4-BE49-F238E27FC236}">
                      <a16:creationId xmlns:a16="http://schemas.microsoft.com/office/drawing/2014/main" id="{E2B48CAD-B54A-47F6-A171-211D27643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7" name="Line 65">
                  <a:extLst>
                    <a:ext uri="{FF2B5EF4-FFF2-40B4-BE49-F238E27FC236}">
                      <a16:creationId xmlns:a16="http://schemas.microsoft.com/office/drawing/2014/main" id="{97EB65D2-CD45-4DBC-9BEE-6C2139277B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8" name="Line 66">
                  <a:extLst>
                    <a:ext uri="{FF2B5EF4-FFF2-40B4-BE49-F238E27FC236}">
                      <a16:creationId xmlns:a16="http://schemas.microsoft.com/office/drawing/2014/main" id="{B6EB2FA7-D3A3-46F0-AB4A-1B463440EB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5" name="Group 67">
                <a:extLst>
                  <a:ext uri="{FF2B5EF4-FFF2-40B4-BE49-F238E27FC236}">
                    <a16:creationId xmlns:a16="http://schemas.microsoft.com/office/drawing/2014/main" id="{F6EA329E-7003-4FF4-ADBE-3F21926D0E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71" name="Line 68">
                  <a:extLst>
                    <a:ext uri="{FF2B5EF4-FFF2-40B4-BE49-F238E27FC236}">
                      <a16:creationId xmlns:a16="http://schemas.microsoft.com/office/drawing/2014/main" id="{7B66C20F-73E9-4E7C-9359-66ED85D24D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2" name="Line 69">
                  <a:extLst>
                    <a:ext uri="{FF2B5EF4-FFF2-40B4-BE49-F238E27FC236}">
                      <a16:creationId xmlns:a16="http://schemas.microsoft.com/office/drawing/2014/main" id="{D2701A5D-022B-4E72-A971-40E1DE2FBC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3" name="Line 70">
                  <a:extLst>
                    <a:ext uri="{FF2B5EF4-FFF2-40B4-BE49-F238E27FC236}">
                      <a16:creationId xmlns:a16="http://schemas.microsoft.com/office/drawing/2014/main" id="{DE310500-EB95-4A4B-8CB4-29638ECC9E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4" name="Line 71">
                  <a:extLst>
                    <a:ext uri="{FF2B5EF4-FFF2-40B4-BE49-F238E27FC236}">
                      <a16:creationId xmlns:a16="http://schemas.microsoft.com/office/drawing/2014/main" id="{A2101B2D-8C6B-432C-9134-04C8C03975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6" name="Group 72">
                <a:extLst>
                  <a:ext uri="{FF2B5EF4-FFF2-40B4-BE49-F238E27FC236}">
                    <a16:creationId xmlns:a16="http://schemas.microsoft.com/office/drawing/2014/main" id="{3D47904C-2797-4916-8BF3-3084F456BB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67" name="Line 73">
                  <a:extLst>
                    <a:ext uri="{FF2B5EF4-FFF2-40B4-BE49-F238E27FC236}">
                      <a16:creationId xmlns:a16="http://schemas.microsoft.com/office/drawing/2014/main" id="{4C8F99FE-1515-4180-8120-BC844D455E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8" name="Line 74">
                  <a:extLst>
                    <a:ext uri="{FF2B5EF4-FFF2-40B4-BE49-F238E27FC236}">
                      <a16:creationId xmlns:a16="http://schemas.microsoft.com/office/drawing/2014/main" id="{FC28D43F-E1DD-4074-812D-E2F03AD808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9" name="Line 75">
                  <a:extLst>
                    <a:ext uri="{FF2B5EF4-FFF2-40B4-BE49-F238E27FC236}">
                      <a16:creationId xmlns:a16="http://schemas.microsoft.com/office/drawing/2014/main" id="{D8AB5095-BFDD-475B-9CA5-E7AD2A9167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0" name="Line 76">
                  <a:extLst>
                    <a:ext uri="{FF2B5EF4-FFF2-40B4-BE49-F238E27FC236}">
                      <a16:creationId xmlns:a16="http://schemas.microsoft.com/office/drawing/2014/main" id="{A06305CA-6C0A-4CC1-BE45-2D2882E0FE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91" name="Group 77">
              <a:extLst>
                <a:ext uri="{FF2B5EF4-FFF2-40B4-BE49-F238E27FC236}">
                  <a16:creationId xmlns:a16="http://schemas.microsoft.com/office/drawing/2014/main" id="{D9348F2A-414F-430D-ABEF-C02AB886F693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915887" y="3831049"/>
              <a:ext cx="1885950" cy="228600"/>
              <a:chOff x="1872" y="2160"/>
              <a:chExt cx="3456" cy="528"/>
            </a:xfrm>
          </p:grpSpPr>
          <p:grpSp>
            <p:nvGrpSpPr>
              <p:cNvPr id="92" name="Group 10">
                <a:extLst>
                  <a:ext uri="{FF2B5EF4-FFF2-40B4-BE49-F238E27FC236}">
                    <a16:creationId xmlns:a16="http://schemas.microsoft.com/office/drawing/2014/main" id="{50CCEC5D-4999-4C0D-A730-2A21090296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133" name="Arc 5">
                  <a:extLst>
                    <a:ext uri="{FF2B5EF4-FFF2-40B4-BE49-F238E27FC236}">
                      <a16:creationId xmlns:a16="http://schemas.microsoft.com/office/drawing/2014/main" id="{271EE402-80F0-4147-853B-9191512891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4" name="Arc 6">
                  <a:extLst>
                    <a:ext uri="{FF2B5EF4-FFF2-40B4-BE49-F238E27FC236}">
                      <a16:creationId xmlns:a16="http://schemas.microsoft.com/office/drawing/2014/main" id="{23041494-9D79-4EB7-BC4F-E037D0899F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93" name="Group 9">
                <a:extLst>
                  <a:ext uri="{FF2B5EF4-FFF2-40B4-BE49-F238E27FC236}">
                    <a16:creationId xmlns:a16="http://schemas.microsoft.com/office/drawing/2014/main" id="{A68EEAB9-771F-410E-9BD3-F4B964B051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131" name="Arc 7">
                  <a:extLst>
                    <a:ext uri="{FF2B5EF4-FFF2-40B4-BE49-F238E27FC236}">
                      <a16:creationId xmlns:a16="http://schemas.microsoft.com/office/drawing/2014/main" id="{06A43F26-1BC4-45EE-A6FF-09EC09E338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2" name="Arc 8">
                  <a:extLst>
                    <a:ext uri="{FF2B5EF4-FFF2-40B4-BE49-F238E27FC236}">
                      <a16:creationId xmlns:a16="http://schemas.microsoft.com/office/drawing/2014/main" id="{5CCC99F3-053B-482B-A377-A0BC444E3B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94" name="Line 12">
                <a:extLst>
                  <a:ext uri="{FF2B5EF4-FFF2-40B4-BE49-F238E27FC236}">
                    <a16:creationId xmlns:a16="http://schemas.microsoft.com/office/drawing/2014/main" id="{196B036E-9C59-4CA1-A270-4AF8F79F4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95" name="Group 56">
                <a:extLst>
                  <a:ext uri="{FF2B5EF4-FFF2-40B4-BE49-F238E27FC236}">
                    <a16:creationId xmlns:a16="http://schemas.microsoft.com/office/drawing/2014/main" id="{3864A783-A7C9-4F15-B9C8-2EDD39565A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127" name="Line 15">
                  <a:extLst>
                    <a:ext uri="{FF2B5EF4-FFF2-40B4-BE49-F238E27FC236}">
                      <a16:creationId xmlns:a16="http://schemas.microsoft.com/office/drawing/2014/main" id="{85687701-4CBA-48A7-BD07-4F7A236CBB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8" name="Line 16">
                  <a:extLst>
                    <a:ext uri="{FF2B5EF4-FFF2-40B4-BE49-F238E27FC236}">
                      <a16:creationId xmlns:a16="http://schemas.microsoft.com/office/drawing/2014/main" id="{E0DD94A9-D0B2-4DD3-BF7C-E3F19DC9F9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9" name="Line 17">
                  <a:extLst>
                    <a:ext uri="{FF2B5EF4-FFF2-40B4-BE49-F238E27FC236}">
                      <a16:creationId xmlns:a16="http://schemas.microsoft.com/office/drawing/2014/main" id="{9EEA98A0-AC72-4F91-8CD5-5169F50866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30" name="Line 18">
                  <a:extLst>
                    <a:ext uri="{FF2B5EF4-FFF2-40B4-BE49-F238E27FC236}">
                      <a16:creationId xmlns:a16="http://schemas.microsoft.com/office/drawing/2014/main" id="{AF69DC25-B49D-4832-A5C9-390AFB4D12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96" name="Line 43">
                <a:extLst>
                  <a:ext uri="{FF2B5EF4-FFF2-40B4-BE49-F238E27FC236}">
                    <a16:creationId xmlns:a16="http://schemas.microsoft.com/office/drawing/2014/main" id="{F2875A7A-E7BB-41DE-9E08-DFAEE082E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7" name="Line 44">
                <a:extLst>
                  <a:ext uri="{FF2B5EF4-FFF2-40B4-BE49-F238E27FC236}">
                    <a16:creationId xmlns:a16="http://schemas.microsoft.com/office/drawing/2014/main" id="{79CB4FC4-7531-48DC-883A-3D86272040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8" name="Line 45">
                <a:extLst>
                  <a:ext uri="{FF2B5EF4-FFF2-40B4-BE49-F238E27FC236}">
                    <a16:creationId xmlns:a16="http://schemas.microsoft.com/office/drawing/2014/main" id="{E21BEC4C-2929-4BC2-9995-CDE7A07247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9" name="Line 46">
                <a:extLst>
                  <a:ext uri="{FF2B5EF4-FFF2-40B4-BE49-F238E27FC236}">
                    <a16:creationId xmlns:a16="http://schemas.microsoft.com/office/drawing/2014/main" id="{F548EEBB-2D20-46B1-AF56-208932F03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0" name="Line 47">
                <a:extLst>
                  <a:ext uri="{FF2B5EF4-FFF2-40B4-BE49-F238E27FC236}">
                    <a16:creationId xmlns:a16="http://schemas.microsoft.com/office/drawing/2014/main" id="{81CC1977-BB8A-45A8-9B18-B57311D551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1" name="Line 48">
                <a:extLst>
                  <a:ext uri="{FF2B5EF4-FFF2-40B4-BE49-F238E27FC236}">
                    <a16:creationId xmlns:a16="http://schemas.microsoft.com/office/drawing/2014/main" id="{EF71754A-FB61-4220-8855-C424D9CC41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2" name="Line 50">
                <a:extLst>
                  <a:ext uri="{FF2B5EF4-FFF2-40B4-BE49-F238E27FC236}">
                    <a16:creationId xmlns:a16="http://schemas.microsoft.com/office/drawing/2014/main" id="{05F25472-20CB-438D-B793-6E87F42FB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3" name="Line 51">
                <a:extLst>
                  <a:ext uri="{FF2B5EF4-FFF2-40B4-BE49-F238E27FC236}">
                    <a16:creationId xmlns:a16="http://schemas.microsoft.com/office/drawing/2014/main" id="{CABF8106-498B-4C27-A872-3B90DE6CE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4" name="Line 52">
                <a:extLst>
                  <a:ext uri="{FF2B5EF4-FFF2-40B4-BE49-F238E27FC236}">
                    <a16:creationId xmlns:a16="http://schemas.microsoft.com/office/drawing/2014/main" id="{8B6FD917-BDA4-4C8C-896F-BF1ACCCCA0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5" name="AutoShape 53" descr="Wide downward diagonal">
                <a:extLst>
                  <a:ext uri="{FF2B5EF4-FFF2-40B4-BE49-F238E27FC236}">
                    <a16:creationId xmlns:a16="http://schemas.microsoft.com/office/drawing/2014/main" id="{36EEFF33-D2EE-40BB-8655-8D4EEF8B49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06" name="AutoShape 54" descr="Wide downward diagonal">
                <a:extLst>
                  <a:ext uri="{FF2B5EF4-FFF2-40B4-BE49-F238E27FC236}">
                    <a16:creationId xmlns:a16="http://schemas.microsoft.com/office/drawing/2014/main" id="{69D7D0A2-0938-408B-9048-64DCF083B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07" name="Group 57">
                <a:extLst>
                  <a:ext uri="{FF2B5EF4-FFF2-40B4-BE49-F238E27FC236}">
                    <a16:creationId xmlns:a16="http://schemas.microsoft.com/office/drawing/2014/main" id="{300B04F8-1CDA-43D4-99AB-73949F62DF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123" name="Line 58">
                  <a:extLst>
                    <a:ext uri="{FF2B5EF4-FFF2-40B4-BE49-F238E27FC236}">
                      <a16:creationId xmlns:a16="http://schemas.microsoft.com/office/drawing/2014/main" id="{1DF59556-578A-4E37-8188-5234B9F06B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4" name="Line 59">
                  <a:extLst>
                    <a:ext uri="{FF2B5EF4-FFF2-40B4-BE49-F238E27FC236}">
                      <a16:creationId xmlns:a16="http://schemas.microsoft.com/office/drawing/2014/main" id="{FF9DB8D6-080A-4102-B198-4AD957B99A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5" name="Line 60">
                  <a:extLst>
                    <a:ext uri="{FF2B5EF4-FFF2-40B4-BE49-F238E27FC236}">
                      <a16:creationId xmlns:a16="http://schemas.microsoft.com/office/drawing/2014/main" id="{E9DE33AD-EBFD-43F0-8482-A4F22BA593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6" name="Line 61">
                  <a:extLst>
                    <a:ext uri="{FF2B5EF4-FFF2-40B4-BE49-F238E27FC236}">
                      <a16:creationId xmlns:a16="http://schemas.microsoft.com/office/drawing/2014/main" id="{E6B94BA4-2E40-4A32-8121-FF7BA44377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8" name="Group 62">
                <a:extLst>
                  <a:ext uri="{FF2B5EF4-FFF2-40B4-BE49-F238E27FC236}">
                    <a16:creationId xmlns:a16="http://schemas.microsoft.com/office/drawing/2014/main" id="{ECCEA954-96EE-435F-AF0C-2AC2A32DB9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119" name="Line 63">
                  <a:extLst>
                    <a:ext uri="{FF2B5EF4-FFF2-40B4-BE49-F238E27FC236}">
                      <a16:creationId xmlns:a16="http://schemas.microsoft.com/office/drawing/2014/main" id="{0E78BE06-AC13-4B91-93CF-47CB4A4C47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0" name="Line 64">
                  <a:extLst>
                    <a:ext uri="{FF2B5EF4-FFF2-40B4-BE49-F238E27FC236}">
                      <a16:creationId xmlns:a16="http://schemas.microsoft.com/office/drawing/2014/main" id="{F253D55C-39DE-43D0-9EA8-1BF0E47294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1" name="Line 65">
                  <a:extLst>
                    <a:ext uri="{FF2B5EF4-FFF2-40B4-BE49-F238E27FC236}">
                      <a16:creationId xmlns:a16="http://schemas.microsoft.com/office/drawing/2014/main" id="{4CA9FD4F-8C4E-420C-A941-90CE36E95C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2" name="Line 66">
                  <a:extLst>
                    <a:ext uri="{FF2B5EF4-FFF2-40B4-BE49-F238E27FC236}">
                      <a16:creationId xmlns:a16="http://schemas.microsoft.com/office/drawing/2014/main" id="{2A2CD4C3-A7E4-4859-B866-0C2493D531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9" name="Group 67">
                <a:extLst>
                  <a:ext uri="{FF2B5EF4-FFF2-40B4-BE49-F238E27FC236}">
                    <a16:creationId xmlns:a16="http://schemas.microsoft.com/office/drawing/2014/main" id="{48117412-D296-4C60-8E98-E25022A7BD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115" name="Line 68">
                  <a:extLst>
                    <a:ext uri="{FF2B5EF4-FFF2-40B4-BE49-F238E27FC236}">
                      <a16:creationId xmlns:a16="http://schemas.microsoft.com/office/drawing/2014/main" id="{158827B4-4D36-44CD-94A1-C9F19F965A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6" name="Line 69">
                  <a:extLst>
                    <a:ext uri="{FF2B5EF4-FFF2-40B4-BE49-F238E27FC236}">
                      <a16:creationId xmlns:a16="http://schemas.microsoft.com/office/drawing/2014/main" id="{E6F19F08-BE55-4950-ACCD-BD093C1C35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7" name="Line 70">
                  <a:extLst>
                    <a:ext uri="{FF2B5EF4-FFF2-40B4-BE49-F238E27FC236}">
                      <a16:creationId xmlns:a16="http://schemas.microsoft.com/office/drawing/2014/main" id="{6E12FE96-4B17-4357-9107-7A77B4982C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8" name="Line 71">
                  <a:extLst>
                    <a:ext uri="{FF2B5EF4-FFF2-40B4-BE49-F238E27FC236}">
                      <a16:creationId xmlns:a16="http://schemas.microsoft.com/office/drawing/2014/main" id="{985CF519-0239-43AD-A4D1-AA88F4C38A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10" name="Group 72">
                <a:extLst>
                  <a:ext uri="{FF2B5EF4-FFF2-40B4-BE49-F238E27FC236}">
                    <a16:creationId xmlns:a16="http://schemas.microsoft.com/office/drawing/2014/main" id="{C76BC46D-150E-4DFD-BE7D-139541DF53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111" name="Line 73">
                  <a:extLst>
                    <a:ext uri="{FF2B5EF4-FFF2-40B4-BE49-F238E27FC236}">
                      <a16:creationId xmlns:a16="http://schemas.microsoft.com/office/drawing/2014/main" id="{8D3ABAA6-BEDE-42CA-B175-76D3F0CB3A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2" name="Line 74">
                  <a:extLst>
                    <a:ext uri="{FF2B5EF4-FFF2-40B4-BE49-F238E27FC236}">
                      <a16:creationId xmlns:a16="http://schemas.microsoft.com/office/drawing/2014/main" id="{1715D152-0F7E-4EB8-8921-971DA9E71E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3" name="Line 75">
                  <a:extLst>
                    <a:ext uri="{FF2B5EF4-FFF2-40B4-BE49-F238E27FC236}">
                      <a16:creationId xmlns:a16="http://schemas.microsoft.com/office/drawing/2014/main" id="{4839D98D-3346-41AA-821D-1CE1DF260D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4" name="Line 76">
                  <a:extLst>
                    <a:ext uri="{FF2B5EF4-FFF2-40B4-BE49-F238E27FC236}">
                      <a16:creationId xmlns:a16="http://schemas.microsoft.com/office/drawing/2014/main" id="{FEB7D4B3-28E2-44D4-B62D-456701061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79" name="Grupo 178">
              <a:extLst>
                <a:ext uri="{FF2B5EF4-FFF2-40B4-BE49-F238E27FC236}">
                  <a16:creationId xmlns:a16="http://schemas.microsoft.com/office/drawing/2014/main" id="{1AB806D3-6F27-4406-B95D-0465A512CEA9}"/>
                </a:ext>
              </a:extLst>
            </p:cNvPr>
            <p:cNvGrpSpPr/>
            <p:nvPr/>
          </p:nvGrpSpPr>
          <p:grpSpPr>
            <a:xfrm rot="10800000">
              <a:off x="3786232" y="3831049"/>
              <a:ext cx="231924" cy="228600"/>
              <a:chOff x="5643563" y="1257300"/>
              <a:chExt cx="231924" cy="228600"/>
            </a:xfrm>
          </p:grpSpPr>
          <p:sp>
            <p:nvSpPr>
              <p:cNvPr id="140" name="Line 43">
                <a:extLst>
                  <a:ext uri="{FF2B5EF4-FFF2-40B4-BE49-F238E27FC236}">
                    <a16:creationId xmlns:a16="http://schemas.microsoft.com/office/drawing/2014/main" id="{9BB72249-4331-48B6-BE6F-F6EBFC70A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21462" y="1279381"/>
                <a:ext cx="0" cy="184439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1" name="Line 44">
                <a:extLst>
                  <a:ext uri="{FF2B5EF4-FFF2-40B4-BE49-F238E27FC236}">
                    <a16:creationId xmlns:a16="http://schemas.microsoft.com/office/drawing/2014/main" id="{CDB85C93-21C7-44C0-8D7C-D9FCB7D59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74531" y="1278082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2" name="Line 45">
                <a:extLst>
                  <a:ext uri="{FF2B5EF4-FFF2-40B4-BE49-F238E27FC236}">
                    <a16:creationId xmlns:a16="http://schemas.microsoft.com/office/drawing/2014/main" id="{5A5D46CB-0F08-4373-8028-B50B16D75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8188" y="1373765"/>
                <a:ext cx="57299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3" name="Line 46">
                <a:extLst>
                  <a:ext uri="{FF2B5EF4-FFF2-40B4-BE49-F238E27FC236}">
                    <a16:creationId xmlns:a16="http://schemas.microsoft.com/office/drawing/2014/main" id="{62B7679D-382C-4E30-AB08-0597F7B4F7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6005" y="1280247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4" name="Line 47">
                <a:extLst>
                  <a:ext uri="{FF2B5EF4-FFF2-40B4-BE49-F238E27FC236}">
                    <a16:creationId xmlns:a16="http://schemas.microsoft.com/office/drawing/2014/main" id="{04568921-7D3B-4E5E-A1EC-12C300BF48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6346" y="1373332"/>
                <a:ext cx="57845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5" name="Line 48">
                <a:extLst>
                  <a:ext uri="{FF2B5EF4-FFF2-40B4-BE49-F238E27FC236}">
                    <a16:creationId xmlns:a16="http://schemas.microsoft.com/office/drawing/2014/main" id="{384CBE60-0297-40E0-BD0B-C9E2E835D5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3563" y="137419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6" name="Line 50">
                <a:extLst>
                  <a:ext uri="{FF2B5EF4-FFF2-40B4-BE49-F238E27FC236}">
                    <a16:creationId xmlns:a16="http://schemas.microsoft.com/office/drawing/2014/main" id="{4EF2A389-CDD2-4BCA-991C-8D2298159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51202" y="135081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7" name="Line 51">
                <a:extLst>
                  <a:ext uri="{FF2B5EF4-FFF2-40B4-BE49-F238E27FC236}">
                    <a16:creationId xmlns:a16="http://schemas.microsoft.com/office/drawing/2014/main" id="{0E436068-A6B9-412C-A20A-CE981DEC7F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5077" y="1351251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8" name="Line 52">
                <a:extLst>
                  <a:ext uri="{FF2B5EF4-FFF2-40B4-BE49-F238E27FC236}">
                    <a16:creationId xmlns:a16="http://schemas.microsoft.com/office/drawing/2014/main" id="{9A3D9E29-41C3-4ECD-A184-E265887CEC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6168" y="1394980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9" name="AutoShape 53" descr="Wide downward diagonal">
                <a:extLst>
                  <a:ext uri="{FF2B5EF4-FFF2-40B4-BE49-F238E27FC236}">
                    <a16:creationId xmlns:a16="http://schemas.microsoft.com/office/drawing/2014/main" id="{C422EF11-3AF2-4B69-8206-18731D3B3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430482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50" name="AutoShape 54" descr="Wide downward diagonal">
                <a:extLst>
                  <a:ext uri="{FF2B5EF4-FFF2-40B4-BE49-F238E27FC236}">
                    <a16:creationId xmlns:a16="http://schemas.microsoft.com/office/drawing/2014/main" id="{CA37CCDD-5334-43F6-B4F6-6C63DF3D9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257300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cxnSp>
        <p:nvCxnSpPr>
          <p:cNvPr id="185" name="Conector recto de flecha 184">
            <a:extLst>
              <a:ext uri="{FF2B5EF4-FFF2-40B4-BE49-F238E27FC236}">
                <a16:creationId xmlns:a16="http://schemas.microsoft.com/office/drawing/2014/main" id="{E70A90BD-6C19-42A1-BB4D-0BFE43AE9D86}"/>
              </a:ext>
            </a:extLst>
          </p:cNvPr>
          <p:cNvCxnSpPr>
            <a:cxnSpLocks/>
          </p:cNvCxnSpPr>
          <p:nvPr/>
        </p:nvCxnSpPr>
        <p:spPr>
          <a:xfrm flipH="1" flipV="1">
            <a:off x="2044524" y="3793999"/>
            <a:ext cx="1" cy="292344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FA6D84F1-78C5-4D25-B474-4AD563BC9AFD}"/>
              </a:ext>
            </a:extLst>
          </p:cNvPr>
          <p:cNvCxnSpPr>
            <a:cxnSpLocks/>
          </p:cNvCxnSpPr>
          <p:nvPr/>
        </p:nvCxnSpPr>
        <p:spPr>
          <a:xfrm flipH="1">
            <a:off x="2044127" y="4240630"/>
            <a:ext cx="1" cy="275336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14DA2E3C-31B5-4DA2-B82C-37E12FEE25B2}"/>
              </a:ext>
            </a:extLst>
          </p:cNvPr>
          <p:cNvGrpSpPr/>
          <p:nvPr/>
        </p:nvGrpSpPr>
        <p:grpSpPr>
          <a:xfrm rot="21386330">
            <a:off x="1890095" y="2688903"/>
            <a:ext cx="5622183" cy="234047"/>
            <a:chOff x="1915887" y="3825602"/>
            <a:chExt cx="5622183" cy="234047"/>
          </a:xfrm>
        </p:grpSpPr>
        <p:grpSp>
          <p:nvGrpSpPr>
            <p:cNvPr id="190" name="Group 77">
              <a:extLst>
                <a:ext uri="{FF2B5EF4-FFF2-40B4-BE49-F238E27FC236}">
                  <a16:creationId xmlns:a16="http://schemas.microsoft.com/office/drawing/2014/main" id="{C0D0652A-B6F2-4399-9DA4-BDCA71858D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2120" y="3825602"/>
              <a:ext cx="1885950" cy="228600"/>
              <a:chOff x="1872" y="2160"/>
              <a:chExt cx="3456" cy="528"/>
            </a:xfrm>
          </p:grpSpPr>
          <p:grpSp>
            <p:nvGrpSpPr>
              <p:cNvPr id="291" name="Group 10">
                <a:extLst>
                  <a:ext uri="{FF2B5EF4-FFF2-40B4-BE49-F238E27FC236}">
                    <a16:creationId xmlns:a16="http://schemas.microsoft.com/office/drawing/2014/main" id="{C850B951-1B44-4B85-A18D-DD22108867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332" name="Arc 5">
                  <a:extLst>
                    <a:ext uri="{FF2B5EF4-FFF2-40B4-BE49-F238E27FC236}">
                      <a16:creationId xmlns:a16="http://schemas.microsoft.com/office/drawing/2014/main" id="{7182EE98-83FC-47CE-A6F4-DE1F8D3F43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333" name="Arc 6">
                  <a:extLst>
                    <a:ext uri="{FF2B5EF4-FFF2-40B4-BE49-F238E27FC236}">
                      <a16:creationId xmlns:a16="http://schemas.microsoft.com/office/drawing/2014/main" id="{FB26F64B-EDAF-48C3-A8A1-EBD6197B77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292" name="Group 9">
                <a:extLst>
                  <a:ext uri="{FF2B5EF4-FFF2-40B4-BE49-F238E27FC236}">
                    <a16:creationId xmlns:a16="http://schemas.microsoft.com/office/drawing/2014/main" id="{B18AB657-BA15-4528-9A6B-A951E3F578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330" name="Arc 7">
                  <a:extLst>
                    <a:ext uri="{FF2B5EF4-FFF2-40B4-BE49-F238E27FC236}">
                      <a16:creationId xmlns:a16="http://schemas.microsoft.com/office/drawing/2014/main" id="{AA759D90-53E4-4C9F-852E-EDA2EB21E9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331" name="Arc 8">
                  <a:extLst>
                    <a:ext uri="{FF2B5EF4-FFF2-40B4-BE49-F238E27FC236}">
                      <a16:creationId xmlns:a16="http://schemas.microsoft.com/office/drawing/2014/main" id="{4271B036-F6A8-4CD8-90C8-91C037E65E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293" name="Line 12">
                <a:extLst>
                  <a:ext uri="{FF2B5EF4-FFF2-40B4-BE49-F238E27FC236}">
                    <a16:creationId xmlns:a16="http://schemas.microsoft.com/office/drawing/2014/main" id="{30700E58-3C53-4BD4-98DA-9F2C4023E3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294" name="Group 56">
                <a:extLst>
                  <a:ext uri="{FF2B5EF4-FFF2-40B4-BE49-F238E27FC236}">
                    <a16:creationId xmlns:a16="http://schemas.microsoft.com/office/drawing/2014/main" id="{937E9E1C-48F9-4F1F-8E82-F760568017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326" name="Line 15">
                  <a:extLst>
                    <a:ext uri="{FF2B5EF4-FFF2-40B4-BE49-F238E27FC236}">
                      <a16:creationId xmlns:a16="http://schemas.microsoft.com/office/drawing/2014/main" id="{FD10F269-8AA9-483D-A141-9136A566F7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7" name="Line 16">
                  <a:extLst>
                    <a:ext uri="{FF2B5EF4-FFF2-40B4-BE49-F238E27FC236}">
                      <a16:creationId xmlns:a16="http://schemas.microsoft.com/office/drawing/2014/main" id="{F42FCB46-3870-4211-A4E1-53DEAC55AF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8" name="Line 17">
                  <a:extLst>
                    <a:ext uri="{FF2B5EF4-FFF2-40B4-BE49-F238E27FC236}">
                      <a16:creationId xmlns:a16="http://schemas.microsoft.com/office/drawing/2014/main" id="{0B4207FB-DA25-4E61-8FB3-AC81BF4F69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9" name="Line 18">
                  <a:extLst>
                    <a:ext uri="{FF2B5EF4-FFF2-40B4-BE49-F238E27FC236}">
                      <a16:creationId xmlns:a16="http://schemas.microsoft.com/office/drawing/2014/main" id="{AD4915A2-5E73-4E7A-A05D-DF3D080140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95" name="Line 43">
                <a:extLst>
                  <a:ext uri="{FF2B5EF4-FFF2-40B4-BE49-F238E27FC236}">
                    <a16:creationId xmlns:a16="http://schemas.microsoft.com/office/drawing/2014/main" id="{48805E52-ED18-4EF7-B270-76C423011E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6" name="Line 44">
                <a:extLst>
                  <a:ext uri="{FF2B5EF4-FFF2-40B4-BE49-F238E27FC236}">
                    <a16:creationId xmlns:a16="http://schemas.microsoft.com/office/drawing/2014/main" id="{A256F8D1-0499-4444-A965-7F00978BEC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7" name="Line 45">
                <a:extLst>
                  <a:ext uri="{FF2B5EF4-FFF2-40B4-BE49-F238E27FC236}">
                    <a16:creationId xmlns:a16="http://schemas.microsoft.com/office/drawing/2014/main" id="{EB634605-77F1-488D-9466-08B0419FDE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8" name="Line 46">
                <a:extLst>
                  <a:ext uri="{FF2B5EF4-FFF2-40B4-BE49-F238E27FC236}">
                    <a16:creationId xmlns:a16="http://schemas.microsoft.com/office/drawing/2014/main" id="{15AB8A0A-FABC-4931-837C-F5CA973904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9" name="Line 47">
                <a:extLst>
                  <a:ext uri="{FF2B5EF4-FFF2-40B4-BE49-F238E27FC236}">
                    <a16:creationId xmlns:a16="http://schemas.microsoft.com/office/drawing/2014/main" id="{E2E94822-5C1C-4D55-8F81-A45B3BA7AB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0" name="Line 48">
                <a:extLst>
                  <a:ext uri="{FF2B5EF4-FFF2-40B4-BE49-F238E27FC236}">
                    <a16:creationId xmlns:a16="http://schemas.microsoft.com/office/drawing/2014/main" id="{83038EF4-88FB-4D09-BF3D-DD2E672F79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1" name="Line 50">
                <a:extLst>
                  <a:ext uri="{FF2B5EF4-FFF2-40B4-BE49-F238E27FC236}">
                    <a16:creationId xmlns:a16="http://schemas.microsoft.com/office/drawing/2014/main" id="{DB028627-F4DE-4808-B3CD-B6AB6BC20A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2" name="Line 51">
                <a:extLst>
                  <a:ext uri="{FF2B5EF4-FFF2-40B4-BE49-F238E27FC236}">
                    <a16:creationId xmlns:a16="http://schemas.microsoft.com/office/drawing/2014/main" id="{DDF7957D-426A-4655-BAFD-52B1B7F790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3" name="Line 52">
                <a:extLst>
                  <a:ext uri="{FF2B5EF4-FFF2-40B4-BE49-F238E27FC236}">
                    <a16:creationId xmlns:a16="http://schemas.microsoft.com/office/drawing/2014/main" id="{B043E76E-6EFC-4C01-9397-0F72B552B4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4" name="AutoShape 53" descr="Wide downward diagonal">
                <a:extLst>
                  <a:ext uri="{FF2B5EF4-FFF2-40B4-BE49-F238E27FC236}">
                    <a16:creationId xmlns:a16="http://schemas.microsoft.com/office/drawing/2014/main" id="{16C68B96-A207-49BA-9A00-A1EC662F09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305" name="AutoShape 54" descr="Wide downward diagonal">
                <a:extLst>
                  <a:ext uri="{FF2B5EF4-FFF2-40B4-BE49-F238E27FC236}">
                    <a16:creationId xmlns:a16="http://schemas.microsoft.com/office/drawing/2014/main" id="{8396DC9F-EEF6-4A08-962C-D9C1B6A66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306" name="Group 57">
                <a:extLst>
                  <a:ext uri="{FF2B5EF4-FFF2-40B4-BE49-F238E27FC236}">
                    <a16:creationId xmlns:a16="http://schemas.microsoft.com/office/drawing/2014/main" id="{5718AD82-EF4B-4B2B-B3BA-8178C47C88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322" name="Line 58">
                  <a:extLst>
                    <a:ext uri="{FF2B5EF4-FFF2-40B4-BE49-F238E27FC236}">
                      <a16:creationId xmlns:a16="http://schemas.microsoft.com/office/drawing/2014/main" id="{D2AA582C-587D-4295-B621-70A584D2F6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3" name="Line 59">
                  <a:extLst>
                    <a:ext uri="{FF2B5EF4-FFF2-40B4-BE49-F238E27FC236}">
                      <a16:creationId xmlns:a16="http://schemas.microsoft.com/office/drawing/2014/main" id="{6F133355-089C-4245-AF85-A44E7E5396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4" name="Line 60">
                  <a:extLst>
                    <a:ext uri="{FF2B5EF4-FFF2-40B4-BE49-F238E27FC236}">
                      <a16:creationId xmlns:a16="http://schemas.microsoft.com/office/drawing/2014/main" id="{967E146B-3CAB-4863-A1C0-03CB833EE5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5" name="Line 61">
                  <a:extLst>
                    <a:ext uri="{FF2B5EF4-FFF2-40B4-BE49-F238E27FC236}">
                      <a16:creationId xmlns:a16="http://schemas.microsoft.com/office/drawing/2014/main" id="{D037A90A-7348-4007-8BE1-FFBEA04FB7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07" name="Group 62">
                <a:extLst>
                  <a:ext uri="{FF2B5EF4-FFF2-40B4-BE49-F238E27FC236}">
                    <a16:creationId xmlns:a16="http://schemas.microsoft.com/office/drawing/2014/main" id="{ADA071E7-6CC9-4709-80ED-4F991EAA7A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318" name="Line 63">
                  <a:extLst>
                    <a:ext uri="{FF2B5EF4-FFF2-40B4-BE49-F238E27FC236}">
                      <a16:creationId xmlns:a16="http://schemas.microsoft.com/office/drawing/2014/main" id="{5486DD08-28D6-4915-8278-555E20B327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9" name="Line 64">
                  <a:extLst>
                    <a:ext uri="{FF2B5EF4-FFF2-40B4-BE49-F238E27FC236}">
                      <a16:creationId xmlns:a16="http://schemas.microsoft.com/office/drawing/2014/main" id="{639FDEDB-6E9C-44C8-AF04-C6532C6EE9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0" name="Line 65">
                  <a:extLst>
                    <a:ext uri="{FF2B5EF4-FFF2-40B4-BE49-F238E27FC236}">
                      <a16:creationId xmlns:a16="http://schemas.microsoft.com/office/drawing/2014/main" id="{B9AFBED7-8BE2-40D2-9ED7-C184A5C12F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1" name="Line 66">
                  <a:extLst>
                    <a:ext uri="{FF2B5EF4-FFF2-40B4-BE49-F238E27FC236}">
                      <a16:creationId xmlns:a16="http://schemas.microsoft.com/office/drawing/2014/main" id="{408B5B22-0AA2-4366-9F6D-E495193232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08" name="Group 67">
                <a:extLst>
                  <a:ext uri="{FF2B5EF4-FFF2-40B4-BE49-F238E27FC236}">
                    <a16:creationId xmlns:a16="http://schemas.microsoft.com/office/drawing/2014/main" id="{50DD4475-FEA9-4900-A421-C1C962277B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314" name="Line 68">
                  <a:extLst>
                    <a:ext uri="{FF2B5EF4-FFF2-40B4-BE49-F238E27FC236}">
                      <a16:creationId xmlns:a16="http://schemas.microsoft.com/office/drawing/2014/main" id="{489EAEDE-0079-49AA-BD91-30FF837C10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5" name="Line 69">
                  <a:extLst>
                    <a:ext uri="{FF2B5EF4-FFF2-40B4-BE49-F238E27FC236}">
                      <a16:creationId xmlns:a16="http://schemas.microsoft.com/office/drawing/2014/main" id="{3486481F-10FC-4169-9D67-561187B258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6" name="Line 70">
                  <a:extLst>
                    <a:ext uri="{FF2B5EF4-FFF2-40B4-BE49-F238E27FC236}">
                      <a16:creationId xmlns:a16="http://schemas.microsoft.com/office/drawing/2014/main" id="{4017842B-EE16-4CBE-9EB1-E61E152A6A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7" name="Line 71">
                  <a:extLst>
                    <a:ext uri="{FF2B5EF4-FFF2-40B4-BE49-F238E27FC236}">
                      <a16:creationId xmlns:a16="http://schemas.microsoft.com/office/drawing/2014/main" id="{EDA0C68B-B6EA-4952-8F1F-BA18ECEFDF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09" name="Group 72">
                <a:extLst>
                  <a:ext uri="{FF2B5EF4-FFF2-40B4-BE49-F238E27FC236}">
                    <a16:creationId xmlns:a16="http://schemas.microsoft.com/office/drawing/2014/main" id="{5BF2F333-0F7F-4AD0-B3B7-59616CB1CA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310" name="Line 73">
                  <a:extLst>
                    <a:ext uri="{FF2B5EF4-FFF2-40B4-BE49-F238E27FC236}">
                      <a16:creationId xmlns:a16="http://schemas.microsoft.com/office/drawing/2014/main" id="{781E030C-AC66-4674-A41A-E620F2BEB4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1" name="Line 74">
                  <a:extLst>
                    <a:ext uri="{FF2B5EF4-FFF2-40B4-BE49-F238E27FC236}">
                      <a16:creationId xmlns:a16="http://schemas.microsoft.com/office/drawing/2014/main" id="{391FE5A2-F5FE-4983-A6B0-701F10FEF7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2" name="Line 75">
                  <a:extLst>
                    <a:ext uri="{FF2B5EF4-FFF2-40B4-BE49-F238E27FC236}">
                      <a16:creationId xmlns:a16="http://schemas.microsoft.com/office/drawing/2014/main" id="{E7F41403-F5FC-47F9-95B3-770C418577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3" name="Line 76">
                  <a:extLst>
                    <a:ext uri="{FF2B5EF4-FFF2-40B4-BE49-F238E27FC236}">
                      <a16:creationId xmlns:a16="http://schemas.microsoft.com/office/drawing/2014/main" id="{DAE4D3A8-A799-4F33-B012-7D83CD1776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91" name="Group 77">
              <a:extLst>
                <a:ext uri="{FF2B5EF4-FFF2-40B4-BE49-F238E27FC236}">
                  <a16:creationId xmlns:a16="http://schemas.microsoft.com/office/drawing/2014/main" id="{60056C70-C28F-4B70-B2DE-EA6ED081FC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7399" y="3826882"/>
              <a:ext cx="1885950" cy="228600"/>
              <a:chOff x="1872" y="2160"/>
              <a:chExt cx="3456" cy="528"/>
            </a:xfrm>
          </p:grpSpPr>
          <p:grpSp>
            <p:nvGrpSpPr>
              <p:cNvPr id="248" name="Group 10">
                <a:extLst>
                  <a:ext uri="{FF2B5EF4-FFF2-40B4-BE49-F238E27FC236}">
                    <a16:creationId xmlns:a16="http://schemas.microsoft.com/office/drawing/2014/main" id="{7C4F9F40-1AFC-4179-97A3-BF93365B8A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289" name="Arc 5">
                  <a:extLst>
                    <a:ext uri="{FF2B5EF4-FFF2-40B4-BE49-F238E27FC236}">
                      <a16:creationId xmlns:a16="http://schemas.microsoft.com/office/drawing/2014/main" id="{02FCA225-55C2-4FAE-A64C-1A0352B4B8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90" name="Arc 6">
                  <a:extLst>
                    <a:ext uri="{FF2B5EF4-FFF2-40B4-BE49-F238E27FC236}">
                      <a16:creationId xmlns:a16="http://schemas.microsoft.com/office/drawing/2014/main" id="{8771ED70-3955-4DB7-A535-F83C7CE1F7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249" name="Group 9">
                <a:extLst>
                  <a:ext uri="{FF2B5EF4-FFF2-40B4-BE49-F238E27FC236}">
                    <a16:creationId xmlns:a16="http://schemas.microsoft.com/office/drawing/2014/main" id="{50C665D3-A025-4B6B-942D-353D2E52B2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287" name="Arc 7">
                  <a:extLst>
                    <a:ext uri="{FF2B5EF4-FFF2-40B4-BE49-F238E27FC236}">
                      <a16:creationId xmlns:a16="http://schemas.microsoft.com/office/drawing/2014/main" id="{7163ED78-FA7D-40AF-9CFA-108A6C5845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88" name="Arc 8">
                  <a:extLst>
                    <a:ext uri="{FF2B5EF4-FFF2-40B4-BE49-F238E27FC236}">
                      <a16:creationId xmlns:a16="http://schemas.microsoft.com/office/drawing/2014/main" id="{4569DED0-683D-4387-B35D-CD3D226A9D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250" name="Line 12">
                <a:extLst>
                  <a:ext uri="{FF2B5EF4-FFF2-40B4-BE49-F238E27FC236}">
                    <a16:creationId xmlns:a16="http://schemas.microsoft.com/office/drawing/2014/main" id="{D90E8E6B-8B33-4600-A6D7-F029CA34EC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251" name="Group 56">
                <a:extLst>
                  <a:ext uri="{FF2B5EF4-FFF2-40B4-BE49-F238E27FC236}">
                    <a16:creationId xmlns:a16="http://schemas.microsoft.com/office/drawing/2014/main" id="{C0B828E6-B2C6-4BEA-940D-C26BFBDD9A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283" name="Line 15">
                  <a:extLst>
                    <a:ext uri="{FF2B5EF4-FFF2-40B4-BE49-F238E27FC236}">
                      <a16:creationId xmlns:a16="http://schemas.microsoft.com/office/drawing/2014/main" id="{A9C629FF-4570-4B5D-9264-ABDF758B3C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4" name="Line 16">
                  <a:extLst>
                    <a:ext uri="{FF2B5EF4-FFF2-40B4-BE49-F238E27FC236}">
                      <a16:creationId xmlns:a16="http://schemas.microsoft.com/office/drawing/2014/main" id="{84934AFD-AEAA-4C1A-BCB9-BFC7468448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5" name="Line 17">
                  <a:extLst>
                    <a:ext uri="{FF2B5EF4-FFF2-40B4-BE49-F238E27FC236}">
                      <a16:creationId xmlns:a16="http://schemas.microsoft.com/office/drawing/2014/main" id="{769A96FD-BEC6-47B4-83AD-4A3487513E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6" name="Line 18">
                  <a:extLst>
                    <a:ext uri="{FF2B5EF4-FFF2-40B4-BE49-F238E27FC236}">
                      <a16:creationId xmlns:a16="http://schemas.microsoft.com/office/drawing/2014/main" id="{3034E885-73AD-4077-B750-804DB130CF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52" name="Line 43">
                <a:extLst>
                  <a:ext uri="{FF2B5EF4-FFF2-40B4-BE49-F238E27FC236}">
                    <a16:creationId xmlns:a16="http://schemas.microsoft.com/office/drawing/2014/main" id="{205283A6-1686-4549-AC0A-109B4DEEBD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3" name="Line 44">
                <a:extLst>
                  <a:ext uri="{FF2B5EF4-FFF2-40B4-BE49-F238E27FC236}">
                    <a16:creationId xmlns:a16="http://schemas.microsoft.com/office/drawing/2014/main" id="{8ADFA139-ADAC-4C66-BAED-310A00A792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4" name="Line 45">
                <a:extLst>
                  <a:ext uri="{FF2B5EF4-FFF2-40B4-BE49-F238E27FC236}">
                    <a16:creationId xmlns:a16="http://schemas.microsoft.com/office/drawing/2014/main" id="{746D7D77-6C05-4A88-B068-09EA443292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5" name="Line 46">
                <a:extLst>
                  <a:ext uri="{FF2B5EF4-FFF2-40B4-BE49-F238E27FC236}">
                    <a16:creationId xmlns:a16="http://schemas.microsoft.com/office/drawing/2014/main" id="{CDFF99AD-D589-4DF1-BA4C-C5C802F0AC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6" name="Line 47">
                <a:extLst>
                  <a:ext uri="{FF2B5EF4-FFF2-40B4-BE49-F238E27FC236}">
                    <a16:creationId xmlns:a16="http://schemas.microsoft.com/office/drawing/2014/main" id="{842E9B58-EEA6-4529-8258-B4085F839A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7" name="Line 48">
                <a:extLst>
                  <a:ext uri="{FF2B5EF4-FFF2-40B4-BE49-F238E27FC236}">
                    <a16:creationId xmlns:a16="http://schemas.microsoft.com/office/drawing/2014/main" id="{EE76CFDB-DB9C-408E-ABBE-CABBDCF33D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8" name="Line 50">
                <a:extLst>
                  <a:ext uri="{FF2B5EF4-FFF2-40B4-BE49-F238E27FC236}">
                    <a16:creationId xmlns:a16="http://schemas.microsoft.com/office/drawing/2014/main" id="{B85F9648-2DD6-4482-B120-3FD8921456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9" name="Line 51">
                <a:extLst>
                  <a:ext uri="{FF2B5EF4-FFF2-40B4-BE49-F238E27FC236}">
                    <a16:creationId xmlns:a16="http://schemas.microsoft.com/office/drawing/2014/main" id="{7ECB4C57-5EFE-439C-B5B5-DFAC96626E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60" name="Line 52">
                <a:extLst>
                  <a:ext uri="{FF2B5EF4-FFF2-40B4-BE49-F238E27FC236}">
                    <a16:creationId xmlns:a16="http://schemas.microsoft.com/office/drawing/2014/main" id="{7B0E335D-FEBD-4198-9592-4BFA2A4A36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61" name="AutoShape 53" descr="Wide downward diagonal">
                <a:extLst>
                  <a:ext uri="{FF2B5EF4-FFF2-40B4-BE49-F238E27FC236}">
                    <a16:creationId xmlns:a16="http://schemas.microsoft.com/office/drawing/2014/main" id="{05772447-C81C-4E2B-A10C-0B1C4E83E7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62" name="AutoShape 54" descr="Wide downward diagonal">
                <a:extLst>
                  <a:ext uri="{FF2B5EF4-FFF2-40B4-BE49-F238E27FC236}">
                    <a16:creationId xmlns:a16="http://schemas.microsoft.com/office/drawing/2014/main" id="{75CBCBA9-1658-44E0-97C9-85889D8B8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263" name="Group 57">
                <a:extLst>
                  <a:ext uri="{FF2B5EF4-FFF2-40B4-BE49-F238E27FC236}">
                    <a16:creationId xmlns:a16="http://schemas.microsoft.com/office/drawing/2014/main" id="{99147D71-70BE-4F1F-9E46-8FA8117E91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279" name="Line 58">
                  <a:extLst>
                    <a:ext uri="{FF2B5EF4-FFF2-40B4-BE49-F238E27FC236}">
                      <a16:creationId xmlns:a16="http://schemas.microsoft.com/office/drawing/2014/main" id="{1D12DE11-DD7C-4488-8CCC-05952B39A3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0" name="Line 59">
                  <a:extLst>
                    <a:ext uri="{FF2B5EF4-FFF2-40B4-BE49-F238E27FC236}">
                      <a16:creationId xmlns:a16="http://schemas.microsoft.com/office/drawing/2014/main" id="{4086ECE9-AC95-42AF-A6E7-6DEF29F06F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1" name="Line 60">
                  <a:extLst>
                    <a:ext uri="{FF2B5EF4-FFF2-40B4-BE49-F238E27FC236}">
                      <a16:creationId xmlns:a16="http://schemas.microsoft.com/office/drawing/2014/main" id="{C8F7EF07-8A8D-45E9-AC0B-9CC93FC133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2" name="Line 61">
                  <a:extLst>
                    <a:ext uri="{FF2B5EF4-FFF2-40B4-BE49-F238E27FC236}">
                      <a16:creationId xmlns:a16="http://schemas.microsoft.com/office/drawing/2014/main" id="{02A74B49-DB64-4C97-9B61-3FECD37C88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64" name="Group 62">
                <a:extLst>
                  <a:ext uri="{FF2B5EF4-FFF2-40B4-BE49-F238E27FC236}">
                    <a16:creationId xmlns:a16="http://schemas.microsoft.com/office/drawing/2014/main" id="{CF6F4081-E092-4BD6-A039-FB54F083F9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275" name="Line 63">
                  <a:extLst>
                    <a:ext uri="{FF2B5EF4-FFF2-40B4-BE49-F238E27FC236}">
                      <a16:creationId xmlns:a16="http://schemas.microsoft.com/office/drawing/2014/main" id="{063814C6-0AFF-4EDD-9723-476402FB95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6" name="Line 64">
                  <a:extLst>
                    <a:ext uri="{FF2B5EF4-FFF2-40B4-BE49-F238E27FC236}">
                      <a16:creationId xmlns:a16="http://schemas.microsoft.com/office/drawing/2014/main" id="{352D276C-D692-4FFA-8C99-2A2FB9867F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7" name="Line 65">
                  <a:extLst>
                    <a:ext uri="{FF2B5EF4-FFF2-40B4-BE49-F238E27FC236}">
                      <a16:creationId xmlns:a16="http://schemas.microsoft.com/office/drawing/2014/main" id="{D22AFB58-551A-4CDF-BA63-C930BA37DC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8" name="Line 66">
                  <a:extLst>
                    <a:ext uri="{FF2B5EF4-FFF2-40B4-BE49-F238E27FC236}">
                      <a16:creationId xmlns:a16="http://schemas.microsoft.com/office/drawing/2014/main" id="{FC8C95B1-B8CE-48A6-804F-3D422561E9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65" name="Group 67">
                <a:extLst>
                  <a:ext uri="{FF2B5EF4-FFF2-40B4-BE49-F238E27FC236}">
                    <a16:creationId xmlns:a16="http://schemas.microsoft.com/office/drawing/2014/main" id="{449E584F-9BC2-4681-89BD-4AA492DF40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71" name="Line 68">
                  <a:extLst>
                    <a:ext uri="{FF2B5EF4-FFF2-40B4-BE49-F238E27FC236}">
                      <a16:creationId xmlns:a16="http://schemas.microsoft.com/office/drawing/2014/main" id="{BE35557B-4CA6-4B8D-8400-DCB0F5422A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2" name="Line 69">
                  <a:extLst>
                    <a:ext uri="{FF2B5EF4-FFF2-40B4-BE49-F238E27FC236}">
                      <a16:creationId xmlns:a16="http://schemas.microsoft.com/office/drawing/2014/main" id="{F91B726B-0AE1-467A-B74D-2135302881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3" name="Line 70">
                  <a:extLst>
                    <a:ext uri="{FF2B5EF4-FFF2-40B4-BE49-F238E27FC236}">
                      <a16:creationId xmlns:a16="http://schemas.microsoft.com/office/drawing/2014/main" id="{E77FA6EE-2AB0-4E9F-A355-4391501D42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4" name="Line 71">
                  <a:extLst>
                    <a:ext uri="{FF2B5EF4-FFF2-40B4-BE49-F238E27FC236}">
                      <a16:creationId xmlns:a16="http://schemas.microsoft.com/office/drawing/2014/main" id="{A9CE81FE-BC84-43D3-94A6-A383354A15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66" name="Group 72">
                <a:extLst>
                  <a:ext uri="{FF2B5EF4-FFF2-40B4-BE49-F238E27FC236}">
                    <a16:creationId xmlns:a16="http://schemas.microsoft.com/office/drawing/2014/main" id="{00B15116-BD36-4041-BFE5-C7C8B1DCA7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67" name="Line 73">
                  <a:extLst>
                    <a:ext uri="{FF2B5EF4-FFF2-40B4-BE49-F238E27FC236}">
                      <a16:creationId xmlns:a16="http://schemas.microsoft.com/office/drawing/2014/main" id="{BEA91A65-5186-42C9-BD82-AC33F481F4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8" name="Line 74">
                  <a:extLst>
                    <a:ext uri="{FF2B5EF4-FFF2-40B4-BE49-F238E27FC236}">
                      <a16:creationId xmlns:a16="http://schemas.microsoft.com/office/drawing/2014/main" id="{9ABAD9BD-7801-47F8-BB18-085C16828C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9" name="Line 75">
                  <a:extLst>
                    <a:ext uri="{FF2B5EF4-FFF2-40B4-BE49-F238E27FC236}">
                      <a16:creationId xmlns:a16="http://schemas.microsoft.com/office/drawing/2014/main" id="{6214C116-4A46-4E8F-9403-B22DA2CF14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0" name="Line 76">
                  <a:extLst>
                    <a:ext uri="{FF2B5EF4-FFF2-40B4-BE49-F238E27FC236}">
                      <a16:creationId xmlns:a16="http://schemas.microsoft.com/office/drawing/2014/main" id="{11D25E0A-A0E2-431E-B84D-B55C3A9272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92" name="Group 77">
              <a:extLst>
                <a:ext uri="{FF2B5EF4-FFF2-40B4-BE49-F238E27FC236}">
                  <a16:creationId xmlns:a16="http://schemas.microsoft.com/office/drawing/2014/main" id="{8F9CC465-135A-4F70-A0EF-707AA8905BA9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915887" y="3831049"/>
              <a:ext cx="1885950" cy="228600"/>
              <a:chOff x="1872" y="2160"/>
              <a:chExt cx="3456" cy="528"/>
            </a:xfrm>
          </p:grpSpPr>
          <p:grpSp>
            <p:nvGrpSpPr>
              <p:cNvPr id="205" name="Group 10">
                <a:extLst>
                  <a:ext uri="{FF2B5EF4-FFF2-40B4-BE49-F238E27FC236}">
                    <a16:creationId xmlns:a16="http://schemas.microsoft.com/office/drawing/2014/main" id="{58312DA3-A0A5-41EC-832E-2570914850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246" name="Arc 5">
                  <a:extLst>
                    <a:ext uri="{FF2B5EF4-FFF2-40B4-BE49-F238E27FC236}">
                      <a16:creationId xmlns:a16="http://schemas.microsoft.com/office/drawing/2014/main" id="{697998C3-599B-48CD-A7E8-D724E69309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47" name="Arc 6">
                  <a:extLst>
                    <a:ext uri="{FF2B5EF4-FFF2-40B4-BE49-F238E27FC236}">
                      <a16:creationId xmlns:a16="http://schemas.microsoft.com/office/drawing/2014/main" id="{5CB3D5A1-3C78-4783-BDC0-F11C6FB0E0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206" name="Group 9">
                <a:extLst>
                  <a:ext uri="{FF2B5EF4-FFF2-40B4-BE49-F238E27FC236}">
                    <a16:creationId xmlns:a16="http://schemas.microsoft.com/office/drawing/2014/main" id="{F8B1F5B5-4107-43B1-AC67-63AD038AC6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244" name="Arc 7">
                  <a:extLst>
                    <a:ext uri="{FF2B5EF4-FFF2-40B4-BE49-F238E27FC236}">
                      <a16:creationId xmlns:a16="http://schemas.microsoft.com/office/drawing/2014/main" id="{66A281FF-FEE6-4C0A-95D2-3EDA371FAE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45" name="Arc 8">
                  <a:extLst>
                    <a:ext uri="{FF2B5EF4-FFF2-40B4-BE49-F238E27FC236}">
                      <a16:creationId xmlns:a16="http://schemas.microsoft.com/office/drawing/2014/main" id="{069DBD19-14A2-4E3F-BA1F-362D476D7D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207" name="Line 12">
                <a:extLst>
                  <a:ext uri="{FF2B5EF4-FFF2-40B4-BE49-F238E27FC236}">
                    <a16:creationId xmlns:a16="http://schemas.microsoft.com/office/drawing/2014/main" id="{3EA80D41-FCEF-4CA9-94C2-85B75FDDAD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208" name="Group 56">
                <a:extLst>
                  <a:ext uri="{FF2B5EF4-FFF2-40B4-BE49-F238E27FC236}">
                    <a16:creationId xmlns:a16="http://schemas.microsoft.com/office/drawing/2014/main" id="{08EACCFA-9C68-4FD4-B880-611912C6BC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240" name="Line 15">
                  <a:extLst>
                    <a:ext uri="{FF2B5EF4-FFF2-40B4-BE49-F238E27FC236}">
                      <a16:creationId xmlns:a16="http://schemas.microsoft.com/office/drawing/2014/main" id="{8B1F3F1D-4A9C-47AD-8D30-4C56EB3BD7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1" name="Line 16">
                  <a:extLst>
                    <a:ext uri="{FF2B5EF4-FFF2-40B4-BE49-F238E27FC236}">
                      <a16:creationId xmlns:a16="http://schemas.microsoft.com/office/drawing/2014/main" id="{3B19C249-2672-48C5-B09A-DB4C138176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2" name="Line 17">
                  <a:extLst>
                    <a:ext uri="{FF2B5EF4-FFF2-40B4-BE49-F238E27FC236}">
                      <a16:creationId xmlns:a16="http://schemas.microsoft.com/office/drawing/2014/main" id="{39FF8350-EE58-4C40-AFBA-685577AB9A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3" name="Line 18">
                  <a:extLst>
                    <a:ext uri="{FF2B5EF4-FFF2-40B4-BE49-F238E27FC236}">
                      <a16:creationId xmlns:a16="http://schemas.microsoft.com/office/drawing/2014/main" id="{2A95279F-7F7A-4222-B5A1-3B49C07334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09" name="Line 43">
                <a:extLst>
                  <a:ext uri="{FF2B5EF4-FFF2-40B4-BE49-F238E27FC236}">
                    <a16:creationId xmlns:a16="http://schemas.microsoft.com/office/drawing/2014/main" id="{830A8D38-37B9-465C-8BFB-D655F275A1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0" name="Line 44">
                <a:extLst>
                  <a:ext uri="{FF2B5EF4-FFF2-40B4-BE49-F238E27FC236}">
                    <a16:creationId xmlns:a16="http://schemas.microsoft.com/office/drawing/2014/main" id="{A8557C60-3EB7-468A-B1AE-A05BFA6B8B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1" name="Line 45">
                <a:extLst>
                  <a:ext uri="{FF2B5EF4-FFF2-40B4-BE49-F238E27FC236}">
                    <a16:creationId xmlns:a16="http://schemas.microsoft.com/office/drawing/2014/main" id="{C989EA2D-46DB-41A9-9F46-649AC8A8E0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2" name="Line 46">
                <a:extLst>
                  <a:ext uri="{FF2B5EF4-FFF2-40B4-BE49-F238E27FC236}">
                    <a16:creationId xmlns:a16="http://schemas.microsoft.com/office/drawing/2014/main" id="{6D2E369B-6954-4FDF-9A76-C50B817D98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3" name="Line 47">
                <a:extLst>
                  <a:ext uri="{FF2B5EF4-FFF2-40B4-BE49-F238E27FC236}">
                    <a16:creationId xmlns:a16="http://schemas.microsoft.com/office/drawing/2014/main" id="{52DCF834-25E9-4F6B-9084-C00F65E156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4" name="Line 48">
                <a:extLst>
                  <a:ext uri="{FF2B5EF4-FFF2-40B4-BE49-F238E27FC236}">
                    <a16:creationId xmlns:a16="http://schemas.microsoft.com/office/drawing/2014/main" id="{F896A925-1D1F-4BF2-BA01-78E54B01B8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5" name="Line 50">
                <a:extLst>
                  <a:ext uri="{FF2B5EF4-FFF2-40B4-BE49-F238E27FC236}">
                    <a16:creationId xmlns:a16="http://schemas.microsoft.com/office/drawing/2014/main" id="{7956287E-0230-4746-BB8E-4EB39E046C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6" name="Line 51">
                <a:extLst>
                  <a:ext uri="{FF2B5EF4-FFF2-40B4-BE49-F238E27FC236}">
                    <a16:creationId xmlns:a16="http://schemas.microsoft.com/office/drawing/2014/main" id="{E748D4D1-8005-4BE3-B72B-C629924BC0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7" name="Line 52">
                <a:extLst>
                  <a:ext uri="{FF2B5EF4-FFF2-40B4-BE49-F238E27FC236}">
                    <a16:creationId xmlns:a16="http://schemas.microsoft.com/office/drawing/2014/main" id="{C7843E4A-E089-4F29-A49B-44C47EB8FC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8" name="AutoShape 53" descr="Wide downward diagonal">
                <a:extLst>
                  <a:ext uri="{FF2B5EF4-FFF2-40B4-BE49-F238E27FC236}">
                    <a16:creationId xmlns:a16="http://schemas.microsoft.com/office/drawing/2014/main" id="{D441DDFE-BB06-4B7C-86E4-913DFFE588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19" name="AutoShape 54" descr="Wide downward diagonal">
                <a:extLst>
                  <a:ext uri="{FF2B5EF4-FFF2-40B4-BE49-F238E27FC236}">
                    <a16:creationId xmlns:a16="http://schemas.microsoft.com/office/drawing/2014/main" id="{A1F764E2-2637-4709-AB09-1F515FD357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220" name="Group 57">
                <a:extLst>
                  <a:ext uri="{FF2B5EF4-FFF2-40B4-BE49-F238E27FC236}">
                    <a16:creationId xmlns:a16="http://schemas.microsoft.com/office/drawing/2014/main" id="{D2175B25-09DE-4CA3-AA25-71C435CF8D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236" name="Line 58">
                  <a:extLst>
                    <a:ext uri="{FF2B5EF4-FFF2-40B4-BE49-F238E27FC236}">
                      <a16:creationId xmlns:a16="http://schemas.microsoft.com/office/drawing/2014/main" id="{8C29AA9E-C7C4-480A-A72C-D7ECA6A11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7" name="Line 59">
                  <a:extLst>
                    <a:ext uri="{FF2B5EF4-FFF2-40B4-BE49-F238E27FC236}">
                      <a16:creationId xmlns:a16="http://schemas.microsoft.com/office/drawing/2014/main" id="{B060615C-2F7D-4CF4-A6DF-09F6F0D981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8" name="Line 60">
                  <a:extLst>
                    <a:ext uri="{FF2B5EF4-FFF2-40B4-BE49-F238E27FC236}">
                      <a16:creationId xmlns:a16="http://schemas.microsoft.com/office/drawing/2014/main" id="{8906D332-8B9C-45A9-939B-1E5A49ADD8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9" name="Line 61">
                  <a:extLst>
                    <a:ext uri="{FF2B5EF4-FFF2-40B4-BE49-F238E27FC236}">
                      <a16:creationId xmlns:a16="http://schemas.microsoft.com/office/drawing/2014/main" id="{8B00F5CE-3295-451F-A2C8-771EB252B9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1" name="Group 62">
                <a:extLst>
                  <a:ext uri="{FF2B5EF4-FFF2-40B4-BE49-F238E27FC236}">
                    <a16:creationId xmlns:a16="http://schemas.microsoft.com/office/drawing/2014/main" id="{C77A32F1-4C4A-4C57-8603-A5232A0E5C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232" name="Line 63">
                  <a:extLst>
                    <a:ext uri="{FF2B5EF4-FFF2-40B4-BE49-F238E27FC236}">
                      <a16:creationId xmlns:a16="http://schemas.microsoft.com/office/drawing/2014/main" id="{832AB706-F2E2-40B6-A3DD-4F71F0FB73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3" name="Line 64">
                  <a:extLst>
                    <a:ext uri="{FF2B5EF4-FFF2-40B4-BE49-F238E27FC236}">
                      <a16:creationId xmlns:a16="http://schemas.microsoft.com/office/drawing/2014/main" id="{E63A2BE5-A899-4D0D-AE50-E8C9A4F94B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4" name="Line 65">
                  <a:extLst>
                    <a:ext uri="{FF2B5EF4-FFF2-40B4-BE49-F238E27FC236}">
                      <a16:creationId xmlns:a16="http://schemas.microsoft.com/office/drawing/2014/main" id="{616D93B9-3BBA-4A87-9E58-D228297737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5" name="Line 66">
                  <a:extLst>
                    <a:ext uri="{FF2B5EF4-FFF2-40B4-BE49-F238E27FC236}">
                      <a16:creationId xmlns:a16="http://schemas.microsoft.com/office/drawing/2014/main" id="{24AF8672-B8F5-4C08-A364-E13F3A0736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2" name="Group 67">
                <a:extLst>
                  <a:ext uri="{FF2B5EF4-FFF2-40B4-BE49-F238E27FC236}">
                    <a16:creationId xmlns:a16="http://schemas.microsoft.com/office/drawing/2014/main" id="{9AF1C9EB-B3EA-48D6-AAD7-78CDEAE674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28" name="Line 68">
                  <a:extLst>
                    <a:ext uri="{FF2B5EF4-FFF2-40B4-BE49-F238E27FC236}">
                      <a16:creationId xmlns:a16="http://schemas.microsoft.com/office/drawing/2014/main" id="{1A3D7CED-A72F-4B53-A4F7-3DFEC75A8B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29" name="Line 69">
                  <a:extLst>
                    <a:ext uri="{FF2B5EF4-FFF2-40B4-BE49-F238E27FC236}">
                      <a16:creationId xmlns:a16="http://schemas.microsoft.com/office/drawing/2014/main" id="{99AA4CA2-D78C-4861-A230-9CBD6CDF64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0" name="Line 70">
                  <a:extLst>
                    <a:ext uri="{FF2B5EF4-FFF2-40B4-BE49-F238E27FC236}">
                      <a16:creationId xmlns:a16="http://schemas.microsoft.com/office/drawing/2014/main" id="{0D2BA1D3-E6F1-45B4-8BFA-F02C4236C8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1" name="Line 71">
                  <a:extLst>
                    <a:ext uri="{FF2B5EF4-FFF2-40B4-BE49-F238E27FC236}">
                      <a16:creationId xmlns:a16="http://schemas.microsoft.com/office/drawing/2014/main" id="{1F9FDC31-9BC3-4D42-BE5C-217B7ADC63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3" name="Group 72">
                <a:extLst>
                  <a:ext uri="{FF2B5EF4-FFF2-40B4-BE49-F238E27FC236}">
                    <a16:creationId xmlns:a16="http://schemas.microsoft.com/office/drawing/2014/main" id="{764661C4-13A1-4011-9E17-D158FB514D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24" name="Line 73">
                  <a:extLst>
                    <a:ext uri="{FF2B5EF4-FFF2-40B4-BE49-F238E27FC236}">
                      <a16:creationId xmlns:a16="http://schemas.microsoft.com/office/drawing/2014/main" id="{1876B95B-B90A-486E-B022-3A136A3DDE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25" name="Line 74">
                  <a:extLst>
                    <a:ext uri="{FF2B5EF4-FFF2-40B4-BE49-F238E27FC236}">
                      <a16:creationId xmlns:a16="http://schemas.microsoft.com/office/drawing/2014/main" id="{0C0F4BFB-8285-4B4F-A4E5-7A92F858FD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26" name="Line 75">
                  <a:extLst>
                    <a:ext uri="{FF2B5EF4-FFF2-40B4-BE49-F238E27FC236}">
                      <a16:creationId xmlns:a16="http://schemas.microsoft.com/office/drawing/2014/main" id="{929B0DB4-83CD-446F-AD05-954E29A710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27" name="Line 76">
                  <a:extLst>
                    <a:ext uri="{FF2B5EF4-FFF2-40B4-BE49-F238E27FC236}">
                      <a16:creationId xmlns:a16="http://schemas.microsoft.com/office/drawing/2014/main" id="{EE4A2ED6-EEAA-46EF-A90D-455325370B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93" name="Grupo 192">
              <a:extLst>
                <a:ext uri="{FF2B5EF4-FFF2-40B4-BE49-F238E27FC236}">
                  <a16:creationId xmlns:a16="http://schemas.microsoft.com/office/drawing/2014/main" id="{9704BB55-8766-43B1-8798-99BE257A9C2D}"/>
                </a:ext>
              </a:extLst>
            </p:cNvPr>
            <p:cNvGrpSpPr/>
            <p:nvPr/>
          </p:nvGrpSpPr>
          <p:grpSpPr>
            <a:xfrm rot="10800000">
              <a:off x="3786232" y="3831049"/>
              <a:ext cx="231924" cy="228600"/>
              <a:chOff x="5643563" y="1257300"/>
              <a:chExt cx="231924" cy="228600"/>
            </a:xfrm>
          </p:grpSpPr>
          <p:sp>
            <p:nvSpPr>
              <p:cNvPr id="194" name="Line 43">
                <a:extLst>
                  <a:ext uri="{FF2B5EF4-FFF2-40B4-BE49-F238E27FC236}">
                    <a16:creationId xmlns:a16="http://schemas.microsoft.com/office/drawing/2014/main" id="{DDD28CE9-A90D-4AA3-9995-EED695A990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21462" y="1279381"/>
                <a:ext cx="0" cy="184439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5" name="Line 44">
                <a:extLst>
                  <a:ext uri="{FF2B5EF4-FFF2-40B4-BE49-F238E27FC236}">
                    <a16:creationId xmlns:a16="http://schemas.microsoft.com/office/drawing/2014/main" id="{06757953-DE5C-4D08-8623-0CB5759852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74531" y="1278082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6" name="Line 45">
                <a:extLst>
                  <a:ext uri="{FF2B5EF4-FFF2-40B4-BE49-F238E27FC236}">
                    <a16:creationId xmlns:a16="http://schemas.microsoft.com/office/drawing/2014/main" id="{984512DC-D2E6-41CF-827E-7BDEDFDA6A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8188" y="1373765"/>
                <a:ext cx="57299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7" name="Line 46">
                <a:extLst>
                  <a:ext uri="{FF2B5EF4-FFF2-40B4-BE49-F238E27FC236}">
                    <a16:creationId xmlns:a16="http://schemas.microsoft.com/office/drawing/2014/main" id="{8AE304BF-AF6D-4C87-9137-FB65BD6DAF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6005" y="1280247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8" name="Line 47">
                <a:extLst>
                  <a:ext uri="{FF2B5EF4-FFF2-40B4-BE49-F238E27FC236}">
                    <a16:creationId xmlns:a16="http://schemas.microsoft.com/office/drawing/2014/main" id="{635ABFE2-44DC-4BB0-87ED-42DA7B11CC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6346" y="1373332"/>
                <a:ext cx="57845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9" name="Line 48">
                <a:extLst>
                  <a:ext uri="{FF2B5EF4-FFF2-40B4-BE49-F238E27FC236}">
                    <a16:creationId xmlns:a16="http://schemas.microsoft.com/office/drawing/2014/main" id="{C134C227-64A2-4D7F-8F37-5FAB35C680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3563" y="137419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0" name="Line 50">
                <a:extLst>
                  <a:ext uri="{FF2B5EF4-FFF2-40B4-BE49-F238E27FC236}">
                    <a16:creationId xmlns:a16="http://schemas.microsoft.com/office/drawing/2014/main" id="{1B85AD68-5DF0-4AE9-B098-D77731A2A8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51202" y="135081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1" name="Line 51">
                <a:extLst>
                  <a:ext uri="{FF2B5EF4-FFF2-40B4-BE49-F238E27FC236}">
                    <a16:creationId xmlns:a16="http://schemas.microsoft.com/office/drawing/2014/main" id="{23E3EAC1-7561-428C-8E19-B5FDCBDEC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5077" y="1351251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2" name="Line 52">
                <a:extLst>
                  <a:ext uri="{FF2B5EF4-FFF2-40B4-BE49-F238E27FC236}">
                    <a16:creationId xmlns:a16="http://schemas.microsoft.com/office/drawing/2014/main" id="{24C0E206-11B3-419B-A942-74EDD43DB8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6168" y="1394980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3" name="AutoShape 53" descr="Wide downward diagonal">
                <a:extLst>
                  <a:ext uri="{FF2B5EF4-FFF2-40B4-BE49-F238E27FC236}">
                    <a16:creationId xmlns:a16="http://schemas.microsoft.com/office/drawing/2014/main" id="{781291A2-8283-42FD-BD51-884085CC88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430482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04" name="AutoShape 54" descr="Wide downward diagonal">
                <a:extLst>
                  <a:ext uri="{FF2B5EF4-FFF2-40B4-BE49-F238E27FC236}">
                    <a16:creationId xmlns:a16="http://schemas.microsoft.com/office/drawing/2014/main" id="{D8F5AC76-1492-43D5-B22F-C1262DC1A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257300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cxnSp>
        <p:nvCxnSpPr>
          <p:cNvPr id="334" name="Conector recto de flecha 333">
            <a:extLst>
              <a:ext uri="{FF2B5EF4-FFF2-40B4-BE49-F238E27FC236}">
                <a16:creationId xmlns:a16="http://schemas.microsoft.com/office/drawing/2014/main" id="{E8309155-71E3-48CB-A45B-A08086510BB2}"/>
              </a:ext>
            </a:extLst>
          </p:cNvPr>
          <p:cNvCxnSpPr>
            <a:cxnSpLocks/>
          </p:cNvCxnSpPr>
          <p:nvPr/>
        </p:nvCxnSpPr>
        <p:spPr>
          <a:xfrm flipV="1">
            <a:off x="1998480" y="2649005"/>
            <a:ext cx="32177" cy="284201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Conector recto de flecha 334">
            <a:extLst>
              <a:ext uri="{FF2B5EF4-FFF2-40B4-BE49-F238E27FC236}">
                <a16:creationId xmlns:a16="http://schemas.microsoft.com/office/drawing/2014/main" id="{27CF9874-0844-4F1E-82F7-898534D83DFE}"/>
              </a:ext>
            </a:extLst>
          </p:cNvPr>
          <p:cNvCxnSpPr>
            <a:cxnSpLocks/>
          </p:cNvCxnSpPr>
          <p:nvPr/>
        </p:nvCxnSpPr>
        <p:spPr>
          <a:xfrm>
            <a:off x="2007923" y="3006013"/>
            <a:ext cx="33946" cy="288515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ector recto 337">
            <a:extLst>
              <a:ext uri="{FF2B5EF4-FFF2-40B4-BE49-F238E27FC236}">
                <a16:creationId xmlns:a16="http://schemas.microsoft.com/office/drawing/2014/main" id="{52C84580-DAA0-44D9-BEBC-7609BF5BE820}"/>
              </a:ext>
            </a:extLst>
          </p:cNvPr>
          <p:cNvCxnSpPr>
            <a:cxnSpLocks/>
          </p:cNvCxnSpPr>
          <p:nvPr/>
        </p:nvCxnSpPr>
        <p:spPr>
          <a:xfrm>
            <a:off x="1953626" y="2355726"/>
            <a:ext cx="98094" cy="1153969"/>
          </a:xfrm>
          <a:prstGeom prst="line">
            <a:avLst/>
          </a:prstGeom>
          <a:ln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onector recto 340">
            <a:extLst>
              <a:ext uri="{FF2B5EF4-FFF2-40B4-BE49-F238E27FC236}">
                <a16:creationId xmlns:a16="http://schemas.microsoft.com/office/drawing/2014/main" id="{F8A6ADD3-7E0F-4486-9FA5-E14A33991796}"/>
              </a:ext>
            </a:extLst>
          </p:cNvPr>
          <p:cNvCxnSpPr>
            <a:cxnSpLocks/>
          </p:cNvCxnSpPr>
          <p:nvPr/>
        </p:nvCxnSpPr>
        <p:spPr>
          <a:xfrm flipV="1">
            <a:off x="1915886" y="3561960"/>
            <a:ext cx="0" cy="589423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Conector recto 344">
            <a:extLst>
              <a:ext uri="{FF2B5EF4-FFF2-40B4-BE49-F238E27FC236}">
                <a16:creationId xmlns:a16="http://schemas.microsoft.com/office/drawing/2014/main" id="{7230E42F-7021-4466-9C43-4CAE1F275848}"/>
              </a:ext>
            </a:extLst>
          </p:cNvPr>
          <p:cNvCxnSpPr>
            <a:cxnSpLocks/>
          </p:cNvCxnSpPr>
          <p:nvPr/>
        </p:nvCxnSpPr>
        <p:spPr>
          <a:xfrm flipV="1">
            <a:off x="7538070" y="3561960"/>
            <a:ext cx="0" cy="589423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4B17F4FA-7546-4916-823E-FD568CF978F4}"/>
              </a:ext>
            </a:extLst>
          </p:cNvPr>
          <p:cNvCxnSpPr>
            <a:cxnSpLocks/>
          </p:cNvCxnSpPr>
          <p:nvPr/>
        </p:nvCxnSpPr>
        <p:spPr>
          <a:xfrm>
            <a:off x="1691680" y="3561960"/>
            <a:ext cx="60486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Conector recto 350">
            <a:extLst>
              <a:ext uri="{FF2B5EF4-FFF2-40B4-BE49-F238E27FC236}">
                <a16:creationId xmlns:a16="http://schemas.microsoft.com/office/drawing/2014/main" id="{3D9B13C5-6FC0-47DC-9EBA-795EF2EB0A43}"/>
              </a:ext>
            </a:extLst>
          </p:cNvPr>
          <p:cNvCxnSpPr>
            <a:cxnSpLocks/>
          </p:cNvCxnSpPr>
          <p:nvPr/>
        </p:nvCxnSpPr>
        <p:spPr>
          <a:xfrm flipV="1">
            <a:off x="5612776" y="2448284"/>
            <a:ext cx="0" cy="269913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C0D35398-F956-4B8F-B37C-5F47D101CD55}"/>
              </a:ext>
            </a:extLst>
          </p:cNvPr>
          <p:cNvSpPr txBox="1"/>
          <p:nvPr/>
        </p:nvSpPr>
        <p:spPr>
          <a:xfrm>
            <a:off x="1525659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34RPM</a:t>
            </a:r>
          </a:p>
        </p:txBody>
      </p:sp>
      <p:sp>
        <p:nvSpPr>
          <p:cNvPr id="352" name="CuadroTexto 351">
            <a:extLst>
              <a:ext uri="{FF2B5EF4-FFF2-40B4-BE49-F238E27FC236}">
                <a16:creationId xmlns:a16="http://schemas.microsoft.com/office/drawing/2014/main" id="{0E658F3A-5D13-4924-AE6B-FCAFD8F9A59B}"/>
              </a:ext>
            </a:extLst>
          </p:cNvPr>
          <p:cNvSpPr txBox="1"/>
          <p:nvPr/>
        </p:nvSpPr>
        <p:spPr>
          <a:xfrm>
            <a:off x="3296939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44RPM</a:t>
            </a:r>
          </a:p>
        </p:txBody>
      </p:sp>
      <p:sp>
        <p:nvSpPr>
          <p:cNvPr id="353" name="CuadroTexto 352">
            <a:extLst>
              <a:ext uri="{FF2B5EF4-FFF2-40B4-BE49-F238E27FC236}">
                <a16:creationId xmlns:a16="http://schemas.microsoft.com/office/drawing/2014/main" id="{35339FA0-EDD0-419C-AEF2-E7B5D666CC45}"/>
              </a:ext>
            </a:extLst>
          </p:cNvPr>
          <p:cNvSpPr txBox="1"/>
          <p:nvPr/>
        </p:nvSpPr>
        <p:spPr>
          <a:xfrm>
            <a:off x="5264764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68RPM</a:t>
            </a:r>
          </a:p>
        </p:txBody>
      </p:sp>
      <p:sp>
        <p:nvSpPr>
          <p:cNvPr id="354" name="CuadroTexto 353">
            <a:extLst>
              <a:ext uri="{FF2B5EF4-FFF2-40B4-BE49-F238E27FC236}">
                <a16:creationId xmlns:a16="http://schemas.microsoft.com/office/drawing/2014/main" id="{8507A6E5-ED35-4ADC-9706-A0BDC318E5CC}"/>
              </a:ext>
            </a:extLst>
          </p:cNvPr>
          <p:cNvSpPr txBox="1"/>
          <p:nvPr/>
        </p:nvSpPr>
        <p:spPr>
          <a:xfrm>
            <a:off x="7158408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34RPM</a:t>
            </a:r>
          </a:p>
        </p:txBody>
      </p:sp>
      <p:cxnSp>
        <p:nvCxnSpPr>
          <p:cNvPr id="355" name="Conector recto 354">
            <a:extLst>
              <a:ext uri="{FF2B5EF4-FFF2-40B4-BE49-F238E27FC236}">
                <a16:creationId xmlns:a16="http://schemas.microsoft.com/office/drawing/2014/main" id="{FC0B6925-5886-4D0E-A156-0423C7A15708}"/>
              </a:ext>
            </a:extLst>
          </p:cNvPr>
          <p:cNvCxnSpPr>
            <a:cxnSpLocks/>
          </p:cNvCxnSpPr>
          <p:nvPr/>
        </p:nvCxnSpPr>
        <p:spPr>
          <a:xfrm flipV="1">
            <a:off x="1898199" y="2373426"/>
            <a:ext cx="0" cy="589423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Conector recto 356">
            <a:extLst>
              <a:ext uri="{FF2B5EF4-FFF2-40B4-BE49-F238E27FC236}">
                <a16:creationId xmlns:a16="http://schemas.microsoft.com/office/drawing/2014/main" id="{BB81F411-C701-4421-8BC7-0071457DDC05}"/>
              </a:ext>
            </a:extLst>
          </p:cNvPr>
          <p:cNvCxnSpPr>
            <a:cxnSpLocks/>
          </p:cNvCxnSpPr>
          <p:nvPr/>
        </p:nvCxnSpPr>
        <p:spPr>
          <a:xfrm flipH="1" flipV="1">
            <a:off x="7448533" y="2448284"/>
            <a:ext cx="11253" cy="146801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Conector recto 357">
            <a:extLst>
              <a:ext uri="{FF2B5EF4-FFF2-40B4-BE49-F238E27FC236}">
                <a16:creationId xmlns:a16="http://schemas.microsoft.com/office/drawing/2014/main" id="{9C536D5D-CBC0-449A-BC72-595B3C05FFA1}"/>
              </a:ext>
            </a:extLst>
          </p:cNvPr>
          <p:cNvCxnSpPr>
            <a:cxnSpLocks/>
          </p:cNvCxnSpPr>
          <p:nvPr/>
        </p:nvCxnSpPr>
        <p:spPr>
          <a:xfrm>
            <a:off x="1713233" y="2373426"/>
            <a:ext cx="6027119" cy="106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CuadroTexto 358">
            <a:extLst>
              <a:ext uri="{FF2B5EF4-FFF2-40B4-BE49-F238E27FC236}">
                <a16:creationId xmlns:a16="http://schemas.microsoft.com/office/drawing/2014/main" id="{BEF64CD6-92EA-4FB8-B7D9-E0F5A08A202F}"/>
              </a:ext>
            </a:extLst>
          </p:cNvPr>
          <p:cNvSpPr txBox="1"/>
          <p:nvPr/>
        </p:nvSpPr>
        <p:spPr>
          <a:xfrm>
            <a:off x="1022124" y="3728301"/>
            <a:ext cx="895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%T = 50%</a:t>
            </a:r>
          </a:p>
        </p:txBody>
      </p:sp>
      <p:sp>
        <p:nvSpPr>
          <p:cNvPr id="360" name="CuadroTexto 359">
            <a:extLst>
              <a:ext uri="{FF2B5EF4-FFF2-40B4-BE49-F238E27FC236}">
                <a16:creationId xmlns:a16="http://schemas.microsoft.com/office/drawing/2014/main" id="{B423BA9A-217E-40D6-B522-44B7CC57DF72}"/>
              </a:ext>
            </a:extLst>
          </p:cNvPr>
          <p:cNvSpPr txBox="1"/>
          <p:nvPr/>
        </p:nvSpPr>
        <p:spPr>
          <a:xfrm>
            <a:off x="7511760" y="3752440"/>
            <a:ext cx="895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%T = 50%</a:t>
            </a:r>
          </a:p>
        </p:txBody>
      </p:sp>
      <p:sp>
        <p:nvSpPr>
          <p:cNvPr id="361" name="CuadroTexto 360">
            <a:extLst>
              <a:ext uri="{FF2B5EF4-FFF2-40B4-BE49-F238E27FC236}">
                <a16:creationId xmlns:a16="http://schemas.microsoft.com/office/drawing/2014/main" id="{1F418B42-9CB8-4E89-92AF-152CB106AE2A}"/>
              </a:ext>
            </a:extLst>
          </p:cNvPr>
          <p:cNvSpPr txBox="1"/>
          <p:nvPr/>
        </p:nvSpPr>
        <p:spPr>
          <a:xfrm>
            <a:off x="991743" y="2530977"/>
            <a:ext cx="895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%T = 50%</a:t>
            </a:r>
          </a:p>
        </p:txBody>
      </p:sp>
      <p:cxnSp>
        <p:nvCxnSpPr>
          <p:cNvPr id="363" name="Conector recto 362">
            <a:extLst>
              <a:ext uri="{FF2B5EF4-FFF2-40B4-BE49-F238E27FC236}">
                <a16:creationId xmlns:a16="http://schemas.microsoft.com/office/drawing/2014/main" id="{1977439E-BAA9-46C0-99E8-4ADF1C23962D}"/>
              </a:ext>
            </a:extLst>
          </p:cNvPr>
          <p:cNvCxnSpPr>
            <a:cxnSpLocks/>
          </p:cNvCxnSpPr>
          <p:nvPr/>
        </p:nvCxnSpPr>
        <p:spPr>
          <a:xfrm flipH="1">
            <a:off x="4441278" y="2629165"/>
            <a:ext cx="1003104" cy="9961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CuadroTexto 363">
            <a:extLst>
              <a:ext uri="{FF2B5EF4-FFF2-40B4-BE49-F238E27FC236}">
                <a16:creationId xmlns:a16="http://schemas.microsoft.com/office/drawing/2014/main" id="{51813BE1-707C-487C-B025-235CA9D9EDD7}"/>
              </a:ext>
            </a:extLst>
          </p:cNvPr>
          <p:cNvSpPr txBox="1"/>
          <p:nvPr/>
        </p:nvSpPr>
        <p:spPr>
          <a:xfrm>
            <a:off x="4482320" y="2146170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66FF"/>
                </a:solidFill>
              </a:rPr>
              <a:t>Pulse Signal</a:t>
            </a:r>
          </a:p>
        </p:txBody>
      </p:sp>
    </p:spTree>
    <p:extLst>
      <p:ext uri="{BB962C8B-B14F-4D97-AF65-F5344CB8AC3E}">
        <p14:creationId xmlns:p14="http://schemas.microsoft.com/office/powerpoint/2010/main" val="8837947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Conector recto 181">
            <a:extLst>
              <a:ext uri="{FF2B5EF4-FFF2-40B4-BE49-F238E27FC236}">
                <a16:creationId xmlns:a16="http://schemas.microsoft.com/office/drawing/2014/main" id="{026E217E-4EA7-4A9F-85C1-EF7C01D6A6C3}"/>
              </a:ext>
            </a:extLst>
          </p:cNvPr>
          <p:cNvCxnSpPr>
            <a:cxnSpLocks/>
          </p:cNvCxnSpPr>
          <p:nvPr/>
        </p:nvCxnSpPr>
        <p:spPr>
          <a:xfrm>
            <a:off x="2024329" y="0"/>
            <a:ext cx="14886" cy="469598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Grupo 179">
            <a:extLst>
              <a:ext uri="{FF2B5EF4-FFF2-40B4-BE49-F238E27FC236}">
                <a16:creationId xmlns:a16="http://schemas.microsoft.com/office/drawing/2014/main" id="{3D930823-B5BD-4274-AFB8-45E9F17FA213}"/>
              </a:ext>
            </a:extLst>
          </p:cNvPr>
          <p:cNvGrpSpPr/>
          <p:nvPr/>
        </p:nvGrpSpPr>
        <p:grpSpPr>
          <a:xfrm>
            <a:off x="1915887" y="4039739"/>
            <a:ext cx="5622183" cy="234047"/>
            <a:chOff x="1915887" y="3825602"/>
            <a:chExt cx="5622183" cy="234047"/>
          </a:xfrm>
        </p:grpSpPr>
        <p:grpSp>
          <p:nvGrpSpPr>
            <p:cNvPr id="3" name="Group 77">
              <a:extLst>
                <a:ext uri="{FF2B5EF4-FFF2-40B4-BE49-F238E27FC236}">
                  <a16:creationId xmlns:a16="http://schemas.microsoft.com/office/drawing/2014/main" id="{427B9A5A-58A5-423E-B9CC-44B3A3EAF4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2120" y="3825602"/>
              <a:ext cx="1885950" cy="228600"/>
              <a:chOff x="1872" y="2160"/>
              <a:chExt cx="3456" cy="528"/>
            </a:xfrm>
          </p:grpSpPr>
          <p:grpSp>
            <p:nvGrpSpPr>
              <p:cNvPr id="4" name="Group 10">
                <a:extLst>
                  <a:ext uri="{FF2B5EF4-FFF2-40B4-BE49-F238E27FC236}">
                    <a16:creationId xmlns:a16="http://schemas.microsoft.com/office/drawing/2014/main" id="{A4508DC3-E445-4C4F-B4BF-1D98F11F77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45" name="Arc 5">
                  <a:extLst>
                    <a:ext uri="{FF2B5EF4-FFF2-40B4-BE49-F238E27FC236}">
                      <a16:creationId xmlns:a16="http://schemas.microsoft.com/office/drawing/2014/main" id="{3A0CBF5B-7BD5-4AB6-BAB1-62757093EF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6" name="Arc 6">
                  <a:extLst>
                    <a:ext uri="{FF2B5EF4-FFF2-40B4-BE49-F238E27FC236}">
                      <a16:creationId xmlns:a16="http://schemas.microsoft.com/office/drawing/2014/main" id="{8BC5DE0E-278F-4596-83B5-2B295E5DE6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5" name="Group 9">
                <a:extLst>
                  <a:ext uri="{FF2B5EF4-FFF2-40B4-BE49-F238E27FC236}">
                    <a16:creationId xmlns:a16="http://schemas.microsoft.com/office/drawing/2014/main" id="{CAB85BD9-789E-4134-8AC7-5C4E6CC11C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43" name="Arc 7">
                  <a:extLst>
                    <a:ext uri="{FF2B5EF4-FFF2-40B4-BE49-F238E27FC236}">
                      <a16:creationId xmlns:a16="http://schemas.microsoft.com/office/drawing/2014/main" id="{1BAE59FA-6026-4378-9F02-97234239E1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" name="Arc 8">
                  <a:extLst>
                    <a:ext uri="{FF2B5EF4-FFF2-40B4-BE49-F238E27FC236}">
                      <a16:creationId xmlns:a16="http://schemas.microsoft.com/office/drawing/2014/main" id="{E3DCD426-B540-4EFB-B7E4-5FAE85FADD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6" name="Line 12">
                <a:extLst>
                  <a:ext uri="{FF2B5EF4-FFF2-40B4-BE49-F238E27FC236}">
                    <a16:creationId xmlns:a16="http://schemas.microsoft.com/office/drawing/2014/main" id="{DC96CA83-434E-4E2D-8046-FBAB51554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7" name="Group 56">
                <a:extLst>
                  <a:ext uri="{FF2B5EF4-FFF2-40B4-BE49-F238E27FC236}">
                    <a16:creationId xmlns:a16="http://schemas.microsoft.com/office/drawing/2014/main" id="{43AAC5EB-C25B-44E4-B689-E6D315994C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39" name="Line 15">
                  <a:extLst>
                    <a:ext uri="{FF2B5EF4-FFF2-40B4-BE49-F238E27FC236}">
                      <a16:creationId xmlns:a16="http://schemas.microsoft.com/office/drawing/2014/main" id="{C3995371-8007-43D8-8223-5B4977F246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" name="Line 16">
                  <a:extLst>
                    <a:ext uri="{FF2B5EF4-FFF2-40B4-BE49-F238E27FC236}">
                      <a16:creationId xmlns:a16="http://schemas.microsoft.com/office/drawing/2014/main" id="{92DB2B01-2D9C-4BA3-B76F-B228175800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" name="Line 17">
                  <a:extLst>
                    <a:ext uri="{FF2B5EF4-FFF2-40B4-BE49-F238E27FC236}">
                      <a16:creationId xmlns:a16="http://schemas.microsoft.com/office/drawing/2014/main" id="{367E90BE-6562-4A82-AC20-A6FAC2880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2" name="Line 18">
                  <a:extLst>
                    <a:ext uri="{FF2B5EF4-FFF2-40B4-BE49-F238E27FC236}">
                      <a16:creationId xmlns:a16="http://schemas.microsoft.com/office/drawing/2014/main" id="{200B8F51-07A5-467D-A908-D190D7CBC5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8" name="Line 43">
                <a:extLst>
                  <a:ext uri="{FF2B5EF4-FFF2-40B4-BE49-F238E27FC236}">
                    <a16:creationId xmlns:a16="http://schemas.microsoft.com/office/drawing/2014/main" id="{6DCC0198-F0FC-41CE-B568-49647473A5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" name="Line 44">
                <a:extLst>
                  <a:ext uri="{FF2B5EF4-FFF2-40B4-BE49-F238E27FC236}">
                    <a16:creationId xmlns:a16="http://schemas.microsoft.com/office/drawing/2014/main" id="{E9681665-B00D-443F-A7DB-6C0797D5C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" name="Line 45">
                <a:extLst>
                  <a:ext uri="{FF2B5EF4-FFF2-40B4-BE49-F238E27FC236}">
                    <a16:creationId xmlns:a16="http://schemas.microsoft.com/office/drawing/2014/main" id="{4C13B563-5497-4181-BD6A-05DA3030A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" name="Line 46">
                <a:extLst>
                  <a:ext uri="{FF2B5EF4-FFF2-40B4-BE49-F238E27FC236}">
                    <a16:creationId xmlns:a16="http://schemas.microsoft.com/office/drawing/2014/main" id="{BB2D3E74-35CD-41E6-917D-839094FAB6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2" name="Line 47">
                <a:extLst>
                  <a:ext uri="{FF2B5EF4-FFF2-40B4-BE49-F238E27FC236}">
                    <a16:creationId xmlns:a16="http://schemas.microsoft.com/office/drawing/2014/main" id="{80725343-70C5-4082-B675-02046C4B92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3" name="Line 48">
                <a:extLst>
                  <a:ext uri="{FF2B5EF4-FFF2-40B4-BE49-F238E27FC236}">
                    <a16:creationId xmlns:a16="http://schemas.microsoft.com/office/drawing/2014/main" id="{967E91C2-389C-419E-B2FA-965D00455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" name="Line 50">
                <a:extLst>
                  <a:ext uri="{FF2B5EF4-FFF2-40B4-BE49-F238E27FC236}">
                    <a16:creationId xmlns:a16="http://schemas.microsoft.com/office/drawing/2014/main" id="{C6FC4871-B6AF-4F52-B203-5B5F50993E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5" name="Line 51">
                <a:extLst>
                  <a:ext uri="{FF2B5EF4-FFF2-40B4-BE49-F238E27FC236}">
                    <a16:creationId xmlns:a16="http://schemas.microsoft.com/office/drawing/2014/main" id="{00AD0469-5077-4C6C-A3BB-AC313F9E97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" name="Line 52">
                <a:extLst>
                  <a:ext uri="{FF2B5EF4-FFF2-40B4-BE49-F238E27FC236}">
                    <a16:creationId xmlns:a16="http://schemas.microsoft.com/office/drawing/2014/main" id="{D8D96CD6-3C3C-4DB2-B7F7-D84BC72F4A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" name="AutoShape 53" descr="Wide downward diagonal">
                <a:extLst>
                  <a:ext uri="{FF2B5EF4-FFF2-40B4-BE49-F238E27FC236}">
                    <a16:creationId xmlns:a16="http://schemas.microsoft.com/office/drawing/2014/main" id="{680DAA6C-2A35-420E-8553-B37DCD81A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8" name="AutoShape 54" descr="Wide downward diagonal">
                <a:extLst>
                  <a:ext uri="{FF2B5EF4-FFF2-40B4-BE49-F238E27FC236}">
                    <a16:creationId xmlns:a16="http://schemas.microsoft.com/office/drawing/2014/main" id="{1506FB64-7E06-485C-B78C-8F8D46194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9" name="Group 57">
                <a:extLst>
                  <a:ext uri="{FF2B5EF4-FFF2-40B4-BE49-F238E27FC236}">
                    <a16:creationId xmlns:a16="http://schemas.microsoft.com/office/drawing/2014/main" id="{E377CBF8-ABBE-450A-A3A1-CD4BFEF89A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35" name="Line 58">
                  <a:extLst>
                    <a:ext uri="{FF2B5EF4-FFF2-40B4-BE49-F238E27FC236}">
                      <a16:creationId xmlns:a16="http://schemas.microsoft.com/office/drawing/2014/main" id="{622ED985-A2F2-4BE8-9F77-9E1BBF9160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6" name="Line 59">
                  <a:extLst>
                    <a:ext uri="{FF2B5EF4-FFF2-40B4-BE49-F238E27FC236}">
                      <a16:creationId xmlns:a16="http://schemas.microsoft.com/office/drawing/2014/main" id="{3F953F05-8B3F-42E7-B081-D51084642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7" name="Line 60">
                  <a:extLst>
                    <a:ext uri="{FF2B5EF4-FFF2-40B4-BE49-F238E27FC236}">
                      <a16:creationId xmlns:a16="http://schemas.microsoft.com/office/drawing/2014/main" id="{22D0FC71-E1AF-4D3D-A27A-5FD9574297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8" name="Line 61">
                  <a:extLst>
                    <a:ext uri="{FF2B5EF4-FFF2-40B4-BE49-F238E27FC236}">
                      <a16:creationId xmlns:a16="http://schemas.microsoft.com/office/drawing/2014/main" id="{A9B568AB-20E4-4307-9D86-1C3422C870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0" name="Group 62">
                <a:extLst>
                  <a:ext uri="{FF2B5EF4-FFF2-40B4-BE49-F238E27FC236}">
                    <a16:creationId xmlns:a16="http://schemas.microsoft.com/office/drawing/2014/main" id="{3A282A75-5496-41E8-9AB5-F8E4BA859F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31" name="Line 63">
                  <a:extLst>
                    <a:ext uri="{FF2B5EF4-FFF2-40B4-BE49-F238E27FC236}">
                      <a16:creationId xmlns:a16="http://schemas.microsoft.com/office/drawing/2014/main" id="{84AFF24A-8759-47F4-9D2B-4274ADE310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" name="Line 64">
                  <a:extLst>
                    <a:ext uri="{FF2B5EF4-FFF2-40B4-BE49-F238E27FC236}">
                      <a16:creationId xmlns:a16="http://schemas.microsoft.com/office/drawing/2014/main" id="{DB018066-6B0E-441F-9E6C-82771043B3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3" name="Line 65">
                  <a:extLst>
                    <a:ext uri="{FF2B5EF4-FFF2-40B4-BE49-F238E27FC236}">
                      <a16:creationId xmlns:a16="http://schemas.microsoft.com/office/drawing/2014/main" id="{B4E14B46-1D84-4B88-A47F-B7F45EEB27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4" name="Line 66">
                  <a:extLst>
                    <a:ext uri="{FF2B5EF4-FFF2-40B4-BE49-F238E27FC236}">
                      <a16:creationId xmlns:a16="http://schemas.microsoft.com/office/drawing/2014/main" id="{7C55C04F-38B2-4475-8185-22CFB692B1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1" name="Group 67">
                <a:extLst>
                  <a:ext uri="{FF2B5EF4-FFF2-40B4-BE49-F238E27FC236}">
                    <a16:creationId xmlns:a16="http://schemas.microsoft.com/office/drawing/2014/main" id="{9B562D04-AF6F-483B-8CB2-D48EC3511D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7" name="Line 68">
                  <a:extLst>
                    <a:ext uri="{FF2B5EF4-FFF2-40B4-BE49-F238E27FC236}">
                      <a16:creationId xmlns:a16="http://schemas.microsoft.com/office/drawing/2014/main" id="{DE00A8AB-CA8F-4977-9CF0-64D84FE3BA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" name="Line 69">
                  <a:extLst>
                    <a:ext uri="{FF2B5EF4-FFF2-40B4-BE49-F238E27FC236}">
                      <a16:creationId xmlns:a16="http://schemas.microsoft.com/office/drawing/2014/main" id="{576B0717-7758-411F-894E-D5BE455B41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A7D8C475-295F-4E1A-BBDF-699F18BFB4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0" name="Line 71">
                  <a:extLst>
                    <a:ext uri="{FF2B5EF4-FFF2-40B4-BE49-F238E27FC236}">
                      <a16:creationId xmlns:a16="http://schemas.microsoft.com/office/drawing/2014/main" id="{2FF08205-5527-440C-8C3B-B62C1D0936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" name="Group 72">
                <a:extLst>
                  <a:ext uri="{FF2B5EF4-FFF2-40B4-BE49-F238E27FC236}">
                    <a16:creationId xmlns:a16="http://schemas.microsoft.com/office/drawing/2014/main" id="{3A9D7441-5B58-4DE3-96F3-58A37BF2B0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3" name="Line 73">
                  <a:extLst>
                    <a:ext uri="{FF2B5EF4-FFF2-40B4-BE49-F238E27FC236}">
                      <a16:creationId xmlns:a16="http://schemas.microsoft.com/office/drawing/2014/main" id="{94A6C4EA-F544-4403-8509-08B68DE670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" name="Line 74">
                  <a:extLst>
                    <a:ext uri="{FF2B5EF4-FFF2-40B4-BE49-F238E27FC236}">
                      <a16:creationId xmlns:a16="http://schemas.microsoft.com/office/drawing/2014/main" id="{60C66506-2377-4B4D-AEC3-9C4800BF96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5" name="Line 75">
                  <a:extLst>
                    <a:ext uri="{FF2B5EF4-FFF2-40B4-BE49-F238E27FC236}">
                      <a16:creationId xmlns:a16="http://schemas.microsoft.com/office/drawing/2014/main" id="{77CAE46B-1320-4D2B-8EF9-039B434C05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" name="Line 76">
                  <a:extLst>
                    <a:ext uri="{FF2B5EF4-FFF2-40B4-BE49-F238E27FC236}">
                      <a16:creationId xmlns:a16="http://schemas.microsoft.com/office/drawing/2014/main" id="{50D5E31D-618A-449B-8473-E5A94ED923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47" name="Group 77">
              <a:extLst>
                <a:ext uri="{FF2B5EF4-FFF2-40B4-BE49-F238E27FC236}">
                  <a16:creationId xmlns:a16="http://schemas.microsoft.com/office/drawing/2014/main" id="{74108F16-FC0C-49FD-B661-DD9EE53587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7399" y="3826882"/>
              <a:ext cx="1885950" cy="228600"/>
              <a:chOff x="1872" y="2160"/>
              <a:chExt cx="3456" cy="528"/>
            </a:xfrm>
          </p:grpSpPr>
          <p:grpSp>
            <p:nvGrpSpPr>
              <p:cNvPr id="48" name="Group 10">
                <a:extLst>
                  <a:ext uri="{FF2B5EF4-FFF2-40B4-BE49-F238E27FC236}">
                    <a16:creationId xmlns:a16="http://schemas.microsoft.com/office/drawing/2014/main" id="{B13B6B9B-36BD-4F93-9D1E-C61E23709D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89" name="Arc 5">
                  <a:extLst>
                    <a:ext uri="{FF2B5EF4-FFF2-40B4-BE49-F238E27FC236}">
                      <a16:creationId xmlns:a16="http://schemas.microsoft.com/office/drawing/2014/main" id="{68BA63F1-6DF5-4A51-BB13-C60D8AABD5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90" name="Arc 6">
                  <a:extLst>
                    <a:ext uri="{FF2B5EF4-FFF2-40B4-BE49-F238E27FC236}">
                      <a16:creationId xmlns:a16="http://schemas.microsoft.com/office/drawing/2014/main" id="{A1067F58-8B5A-4955-90FC-0952C4AE26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49" name="Group 9">
                <a:extLst>
                  <a:ext uri="{FF2B5EF4-FFF2-40B4-BE49-F238E27FC236}">
                    <a16:creationId xmlns:a16="http://schemas.microsoft.com/office/drawing/2014/main" id="{CD3EFBF8-83A0-4CF9-A3CD-DB8E67A153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87" name="Arc 7">
                  <a:extLst>
                    <a:ext uri="{FF2B5EF4-FFF2-40B4-BE49-F238E27FC236}">
                      <a16:creationId xmlns:a16="http://schemas.microsoft.com/office/drawing/2014/main" id="{947A8E94-0831-449A-9895-3B45D07D5C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88" name="Arc 8">
                  <a:extLst>
                    <a:ext uri="{FF2B5EF4-FFF2-40B4-BE49-F238E27FC236}">
                      <a16:creationId xmlns:a16="http://schemas.microsoft.com/office/drawing/2014/main" id="{E13462E0-060F-4846-829A-1EC1408B24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50" name="Line 12">
                <a:extLst>
                  <a:ext uri="{FF2B5EF4-FFF2-40B4-BE49-F238E27FC236}">
                    <a16:creationId xmlns:a16="http://schemas.microsoft.com/office/drawing/2014/main" id="{06E33F54-1FE4-437A-BB18-4B528D147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51" name="Group 56">
                <a:extLst>
                  <a:ext uri="{FF2B5EF4-FFF2-40B4-BE49-F238E27FC236}">
                    <a16:creationId xmlns:a16="http://schemas.microsoft.com/office/drawing/2014/main" id="{D889849C-9EA5-4EE2-AECD-28CBF5237C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83" name="Line 15">
                  <a:extLst>
                    <a:ext uri="{FF2B5EF4-FFF2-40B4-BE49-F238E27FC236}">
                      <a16:creationId xmlns:a16="http://schemas.microsoft.com/office/drawing/2014/main" id="{CD9FF0B6-4FC0-42A6-8BCF-8E6012A7F8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4" name="Line 16">
                  <a:extLst>
                    <a:ext uri="{FF2B5EF4-FFF2-40B4-BE49-F238E27FC236}">
                      <a16:creationId xmlns:a16="http://schemas.microsoft.com/office/drawing/2014/main" id="{A3D39CA4-95C4-4CB9-822C-6B78F2CC2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5" name="Line 17">
                  <a:extLst>
                    <a:ext uri="{FF2B5EF4-FFF2-40B4-BE49-F238E27FC236}">
                      <a16:creationId xmlns:a16="http://schemas.microsoft.com/office/drawing/2014/main" id="{1B77DFAB-D1A6-4540-8AB2-7DC1B612C8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6" name="Line 18">
                  <a:extLst>
                    <a:ext uri="{FF2B5EF4-FFF2-40B4-BE49-F238E27FC236}">
                      <a16:creationId xmlns:a16="http://schemas.microsoft.com/office/drawing/2014/main" id="{8B823563-3978-418A-AAC0-A95C889970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52" name="Line 43">
                <a:extLst>
                  <a:ext uri="{FF2B5EF4-FFF2-40B4-BE49-F238E27FC236}">
                    <a16:creationId xmlns:a16="http://schemas.microsoft.com/office/drawing/2014/main" id="{8AEB6FB6-A9FC-40B5-BFA2-00BF55648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" name="Line 44">
                <a:extLst>
                  <a:ext uri="{FF2B5EF4-FFF2-40B4-BE49-F238E27FC236}">
                    <a16:creationId xmlns:a16="http://schemas.microsoft.com/office/drawing/2014/main" id="{F49102F1-F3BD-44F2-BE41-545708D5CA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4" name="Line 45">
                <a:extLst>
                  <a:ext uri="{FF2B5EF4-FFF2-40B4-BE49-F238E27FC236}">
                    <a16:creationId xmlns:a16="http://schemas.microsoft.com/office/drawing/2014/main" id="{B4906DF4-E045-4A33-9961-D71138240D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5" name="Line 46">
                <a:extLst>
                  <a:ext uri="{FF2B5EF4-FFF2-40B4-BE49-F238E27FC236}">
                    <a16:creationId xmlns:a16="http://schemas.microsoft.com/office/drawing/2014/main" id="{4976B827-D836-4FB5-B001-A71D4CEEA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6" name="Line 47">
                <a:extLst>
                  <a:ext uri="{FF2B5EF4-FFF2-40B4-BE49-F238E27FC236}">
                    <a16:creationId xmlns:a16="http://schemas.microsoft.com/office/drawing/2014/main" id="{651ABC65-B332-457E-B12D-FF06A1BC3C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" name="Line 48">
                <a:extLst>
                  <a:ext uri="{FF2B5EF4-FFF2-40B4-BE49-F238E27FC236}">
                    <a16:creationId xmlns:a16="http://schemas.microsoft.com/office/drawing/2014/main" id="{F6BC7C03-BC59-425A-9567-736AB5B65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" name="Line 50">
                <a:extLst>
                  <a:ext uri="{FF2B5EF4-FFF2-40B4-BE49-F238E27FC236}">
                    <a16:creationId xmlns:a16="http://schemas.microsoft.com/office/drawing/2014/main" id="{F9693EB0-59A5-4780-AB86-AB200E6982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9" name="Line 51">
                <a:extLst>
                  <a:ext uri="{FF2B5EF4-FFF2-40B4-BE49-F238E27FC236}">
                    <a16:creationId xmlns:a16="http://schemas.microsoft.com/office/drawing/2014/main" id="{29923DC8-80F4-4E5F-82B3-47F8E9C12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0" name="Line 52">
                <a:extLst>
                  <a:ext uri="{FF2B5EF4-FFF2-40B4-BE49-F238E27FC236}">
                    <a16:creationId xmlns:a16="http://schemas.microsoft.com/office/drawing/2014/main" id="{A5D023BF-2479-4107-AD72-A6B409952F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1" name="AutoShape 53" descr="Wide downward diagonal">
                <a:extLst>
                  <a:ext uri="{FF2B5EF4-FFF2-40B4-BE49-F238E27FC236}">
                    <a16:creationId xmlns:a16="http://schemas.microsoft.com/office/drawing/2014/main" id="{73328271-E963-4D8C-8199-0E0131E0C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62" name="AutoShape 54" descr="Wide downward diagonal">
                <a:extLst>
                  <a:ext uri="{FF2B5EF4-FFF2-40B4-BE49-F238E27FC236}">
                    <a16:creationId xmlns:a16="http://schemas.microsoft.com/office/drawing/2014/main" id="{08F410EF-1154-4487-A26B-CDE7E4042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63" name="Group 57">
                <a:extLst>
                  <a:ext uri="{FF2B5EF4-FFF2-40B4-BE49-F238E27FC236}">
                    <a16:creationId xmlns:a16="http://schemas.microsoft.com/office/drawing/2014/main" id="{9F40ED7B-0EB0-400A-9C28-5A091C5BDB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79" name="Line 58">
                  <a:extLst>
                    <a:ext uri="{FF2B5EF4-FFF2-40B4-BE49-F238E27FC236}">
                      <a16:creationId xmlns:a16="http://schemas.microsoft.com/office/drawing/2014/main" id="{EBC81EFD-C586-4180-A74D-2A9115EA1A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0" name="Line 59">
                  <a:extLst>
                    <a:ext uri="{FF2B5EF4-FFF2-40B4-BE49-F238E27FC236}">
                      <a16:creationId xmlns:a16="http://schemas.microsoft.com/office/drawing/2014/main" id="{42C93F10-E239-414C-BF44-881B3B8437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1" name="Line 60">
                  <a:extLst>
                    <a:ext uri="{FF2B5EF4-FFF2-40B4-BE49-F238E27FC236}">
                      <a16:creationId xmlns:a16="http://schemas.microsoft.com/office/drawing/2014/main" id="{4D04A4E7-A8E5-4530-826C-34C188D6FF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2" name="Line 61">
                  <a:extLst>
                    <a:ext uri="{FF2B5EF4-FFF2-40B4-BE49-F238E27FC236}">
                      <a16:creationId xmlns:a16="http://schemas.microsoft.com/office/drawing/2014/main" id="{1CCBB668-568F-4AD2-8B3E-2B5CC6F3B0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4" name="Group 62">
                <a:extLst>
                  <a:ext uri="{FF2B5EF4-FFF2-40B4-BE49-F238E27FC236}">
                    <a16:creationId xmlns:a16="http://schemas.microsoft.com/office/drawing/2014/main" id="{4A413A78-9CAC-460E-81EE-8A3DBA4E7A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75" name="Line 63">
                  <a:extLst>
                    <a:ext uri="{FF2B5EF4-FFF2-40B4-BE49-F238E27FC236}">
                      <a16:creationId xmlns:a16="http://schemas.microsoft.com/office/drawing/2014/main" id="{A542F2A2-5991-4B74-9DE3-D676AA0A82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6" name="Line 64">
                  <a:extLst>
                    <a:ext uri="{FF2B5EF4-FFF2-40B4-BE49-F238E27FC236}">
                      <a16:creationId xmlns:a16="http://schemas.microsoft.com/office/drawing/2014/main" id="{E2B48CAD-B54A-47F6-A171-211D27643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7" name="Line 65">
                  <a:extLst>
                    <a:ext uri="{FF2B5EF4-FFF2-40B4-BE49-F238E27FC236}">
                      <a16:creationId xmlns:a16="http://schemas.microsoft.com/office/drawing/2014/main" id="{97EB65D2-CD45-4DBC-9BEE-6C2139277B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8" name="Line 66">
                  <a:extLst>
                    <a:ext uri="{FF2B5EF4-FFF2-40B4-BE49-F238E27FC236}">
                      <a16:creationId xmlns:a16="http://schemas.microsoft.com/office/drawing/2014/main" id="{B6EB2FA7-D3A3-46F0-AB4A-1B463440EB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5" name="Group 67">
                <a:extLst>
                  <a:ext uri="{FF2B5EF4-FFF2-40B4-BE49-F238E27FC236}">
                    <a16:creationId xmlns:a16="http://schemas.microsoft.com/office/drawing/2014/main" id="{F6EA329E-7003-4FF4-ADBE-3F21926D0E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71" name="Line 68">
                  <a:extLst>
                    <a:ext uri="{FF2B5EF4-FFF2-40B4-BE49-F238E27FC236}">
                      <a16:creationId xmlns:a16="http://schemas.microsoft.com/office/drawing/2014/main" id="{7B66C20F-73E9-4E7C-9359-66ED85D24D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2" name="Line 69">
                  <a:extLst>
                    <a:ext uri="{FF2B5EF4-FFF2-40B4-BE49-F238E27FC236}">
                      <a16:creationId xmlns:a16="http://schemas.microsoft.com/office/drawing/2014/main" id="{D2701A5D-022B-4E72-A971-40E1DE2FBC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3" name="Line 70">
                  <a:extLst>
                    <a:ext uri="{FF2B5EF4-FFF2-40B4-BE49-F238E27FC236}">
                      <a16:creationId xmlns:a16="http://schemas.microsoft.com/office/drawing/2014/main" id="{DE310500-EB95-4A4B-8CB4-29638ECC9E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4" name="Line 71">
                  <a:extLst>
                    <a:ext uri="{FF2B5EF4-FFF2-40B4-BE49-F238E27FC236}">
                      <a16:creationId xmlns:a16="http://schemas.microsoft.com/office/drawing/2014/main" id="{A2101B2D-8C6B-432C-9134-04C8C03975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6" name="Group 72">
                <a:extLst>
                  <a:ext uri="{FF2B5EF4-FFF2-40B4-BE49-F238E27FC236}">
                    <a16:creationId xmlns:a16="http://schemas.microsoft.com/office/drawing/2014/main" id="{3D47904C-2797-4916-8BF3-3084F456BB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67" name="Line 73">
                  <a:extLst>
                    <a:ext uri="{FF2B5EF4-FFF2-40B4-BE49-F238E27FC236}">
                      <a16:creationId xmlns:a16="http://schemas.microsoft.com/office/drawing/2014/main" id="{4C8F99FE-1515-4180-8120-BC844D455E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8" name="Line 74">
                  <a:extLst>
                    <a:ext uri="{FF2B5EF4-FFF2-40B4-BE49-F238E27FC236}">
                      <a16:creationId xmlns:a16="http://schemas.microsoft.com/office/drawing/2014/main" id="{FC28D43F-E1DD-4074-812D-E2F03AD808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9" name="Line 75">
                  <a:extLst>
                    <a:ext uri="{FF2B5EF4-FFF2-40B4-BE49-F238E27FC236}">
                      <a16:creationId xmlns:a16="http://schemas.microsoft.com/office/drawing/2014/main" id="{D8AB5095-BFDD-475B-9CA5-E7AD2A9167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0" name="Line 76">
                  <a:extLst>
                    <a:ext uri="{FF2B5EF4-FFF2-40B4-BE49-F238E27FC236}">
                      <a16:creationId xmlns:a16="http://schemas.microsoft.com/office/drawing/2014/main" id="{A06305CA-6C0A-4CC1-BE45-2D2882E0FE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91" name="Group 77">
              <a:extLst>
                <a:ext uri="{FF2B5EF4-FFF2-40B4-BE49-F238E27FC236}">
                  <a16:creationId xmlns:a16="http://schemas.microsoft.com/office/drawing/2014/main" id="{D9348F2A-414F-430D-ABEF-C02AB886F693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915887" y="3831049"/>
              <a:ext cx="1885950" cy="228600"/>
              <a:chOff x="1872" y="2160"/>
              <a:chExt cx="3456" cy="528"/>
            </a:xfrm>
          </p:grpSpPr>
          <p:grpSp>
            <p:nvGrpSpPr>
              <p:cNvPr id="92" name="Group 10">
                <a:extLst>
                  <a:ext uri="{FF2B5EF4-FFF2-40B4-BE49-F238E27FC236}">
                    <a16:creationId xmlns:a16="http://schemas.microsoft.com/office/drawing/2014/main" id="{50CCEC5D-4999-4C0D-A730-2A21090296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133" name="Arc 5">
                  <a:extLst>
                    <a:ext uri="{FF2B5EF4-FFF2-40B4-BE49-F238E27FC236}">
                      <a16:creationId xmlns:a16="http://schemas.microsoft.com/office/drawing/2014/main" id="{271EE402-80F0-4147-853B-9191512891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4" name="Arc 6">
                  <a:extLst>
                    <a:ext uri="{FF2B5EF4-FFF2-40B4-BE49-F238E27FC236}">
                      <a16:creationId xmlns:a16="http://schemas.microsoft.com/office/drawing/2014/main" id="{23041494-9D79-4EB7-BC4F-E037D0899F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93" name="Group 9">
                <a:extLst>
                  <a:ext uri="{FF2B5EF4-FFF2-40B4-BE49-F238E27FC236}">
                    <a16:creationId xmlns:a16="http://schemas.microsoft.com/office/drawing/2014/main" id="{A68EEAB9-771F-410E-9BD3-F4B964B051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131" name="Arc 7">
                  <a:extLst>
                    <a:ext uri="{FF2B5EF4-FFF2-40B4-BE49-F238E27FC236}">
                      <a16:creationId xmlns:a16="http://schemas.microsoft.com/office/drawing/2014/main" id="{06A43F26-1BC4-45EE-A6FF-09EC09E338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2" name="Arc 8">
                  <a:extLst>
                    <a:ext uri="{FF2B5EF4-FFF2-40B4-BE49-F238E27FC236}">
                      <a16:creationId xmlns:a16="http://schemas.microsoft.com/office/drawing/2014/main" id="{5CCC99F3-053B-482B-A377-A0BC444E3B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94" name="Line 12">
                <a:extLst>
                  <a:ext uri="{FF2B5EF4-FFF2-40B4-BE49-F238E27FC236}">
                    <a16:creationId xmlns:a16="http://schemas.microsoft.com/office/drawing/2014/main" id="{196B036E-9C59-4CA1-A270-4AF8F79F4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95" name="Group 56">
                <a:extLst>
                  <a:ext uri="{FF2B5EF4-FFF2-40B4-BE49-F238E27FC236}">
                    <a16:creationId xmlns:a16="http://schemas.microsoft.com/office/drawing/2014/main" id="{3864A783-A7C9-4F15-B9C8-2EDD39565A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127" name="Line 15">
                  <a:extLst>
                    <a:ext uri="{FF2B5EF4-FFF2-40B4-BE49-F238E27FC236}">
                      <a16:creationId xmlns:a16="http://schemas.microsoft.com/office/drawing/2014/main" id="{85687701-4CBA-48A7-BD07-4F7A236CBB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8" name="Line 16">
                  <a:extLst>
                    <a:ext uri="{FF2B5EF4-FFF2-40B4-BE49-F238E27FC236}">
                      <a16:creationId xmlns:a16="http://schemas.microsoft.com/office/drawing/2014/main" id="{E0DD94A9-D0B2-4DD3-BF7C-E3F19DC9F9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9" name="Line 17">
                  <a:extLst>
                    <a:ext uri="{FF2B5EF4-FFF2-40B4-BE49-F238E27FC236}">
                      <a16:creationId xmlns:a16="http://schemas.microsoft.com/office/drawing/2014/main" id="{9EEA98A0-AC72-4F91-8CD5-5169F50866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30" name="Line 18">
                  <a:extLst>
                    <a:ext uri="{FF2B5EF4-FFF2-40B4-BE49-F238E27FC236}">
                      <a16:creationId xmlns:a16="http://schemas.microsoft.com/office/drawing/2014/main" id="{AF69DC25-B49D-4832-A5C9-390AFB4D12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96" name="Line 43">
                <a:extLst>
                  <a:ext uri="{FF2B5EF4-FFF2-40B4-BE49-F238E27FC236}">
                    <a16:creationId xmlns:a16="http://schemas.microsoft.com/office/drawing/2014/main" id="{F2875A7A-E7BB-41DE-9E08-DFAEE082E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7" name="Line 44">
                <a:extLst>
                  <a:ext uri="{FF2B5EF4-FFF2-40B4-BE49-F238E27FC236}">
                    <a16:creationId xmlns:a16="http://schemas.microsoft.com/office/drawing/2014/main" id="{79CB4FC4-7531-48DC-883A-3D86272040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8" name="Line 45">
                <a:extLst>
                  <a:ext uri="{FF2B5EF4-FFF2-40B4-BE49-F238E27FC236}">
                    <a16:creationId xmlns:a16="http://schemas.microsoft.com/office/drawing/2014/main" id="{E21BEC4C-2929-4BC2-9995-CDE7A07247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9" name="Line 46">
                <a:extLst>
                  <a:ext uri="{FF2B5EF4-FFF2-40B4-BE49-F238E27FC236}">
                    <a16:creationId xmlns:a16="http://schemas.microsoft.com/office/drawing/2014/main" id="{F548EEBB-2D20-46B1-AF56-208932F03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0" name="Line 47">
                <a:extLst>
                  <a:ext uri="{FF2B5EF4-FFF2-40B4-BE49-F238E27FC236}">
                    <a16:creationId xmlns:a16="http://schemas.microsoft.com/office/drawing/2014/main" id="{81CC1977-BB8A-45A8-9B18-B57311D551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1" name="Line 48">
                <a:extLst>
                  <a:ext uri="{FF2B5EF4-FFF2-40B4-BE49-F238E27FC236}">
                    <a16:creationId xmlns:a16="http://schemas.microsoft.com/office/drawing/2014/main" id="{EF71754A-FB61-4220-8855-C424D9CC41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2" name="Line 50">
                <a:extLst>
                  <a:ext uri="{FF2B5EF4-FFF2-40B4-BE49-F238E27FC236}">
                    <a16:creationId xmlns:a16="http://schemas.microsoft.com/office/drawing/2014/main" id="{05F25472-20CB-438D-B793-6E87F42FB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3" name="Line 51">
                <a:extLst>
                  <a:ext uri="{FF2B5EF4-FFF2-40B4-BE49-F238E27FC236}">
                    <a16:creationId xmlns:a16="http://schemas.microsoft.com/office/drawing/2014/main" id="{CABF8106-498B-4C27-A872-3B90DE6CE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4" name="Line 52">
                <a:extLst>
                  <a:ext uri="{FF2B5EF4-FFF2-40B4-BE49-F238E27FC236}">
                    <a16:creationId xmlns:a16="http://schemas.microsoft.com/office/drawing/2014/main" id="{8B6FD917-BDA4-4C8C-896F-BF1ACCCCA0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5" name="AutoShape 53" descr="Wide downward diagonal">
                <a:extLst>
                  <a:ext uri="{FF2B5EF4-FFF2-40B4-BE49-F238E27FC236}">
                    <a16:creationId xmlns:a16="http://schemas.microsoft.com/office/drawing/2014/main" id="{36EEFF33-D2EE-40BB-8655-8D4EEF8B49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06" name="AutoShape 54" descr="Wide downward diagonal">
                <a:extLst>
                  <a:ext uri="{FF2B5EF4-FFF2-40B4-BE49-F238E27FC236}">
                    <a16:creationId xmlns:a16="http://schemas.microsoft.com/office/drawing/2014/main" id="{69D7D0A2-0938-408B-9048-64DCF083B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07" name="Group 57">
                <a:extLst>
                  <a:ext uri="{FF2B5EF4-FFF2-40B4-BE49-F238E27FC236}">
                    <a16:creationId xmlns:a16="http://schemas.microsoft.com/office/drawing/2014/main" id="{300B04F8-1CDA-43D4-99AB-73949F62DF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123" name="Line 58">
                  <a:extLst>
                    <a:ext uri="{FF2B5EF4-FFF2-40B4-BE49-F238E27FC236}">
                      <a16:creationId xmlns:a16="http://schemas.microsoft.com/office/drawing/2014/main" id="{1DF59556-578A-4E37-8188-5234B9F06B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4" name="Line 59">
                  <a:extLst>
                    <a:ext uri="{FF2B5EF4-FFF2-40B4-BE49-F238E27FC236}">
                      <a16:creationId xmlns:a16="http://schemas.microsoft.com/office/drawing/2014/main" id="{FF9DB8D6-080A-4102-B198-4AD957B99A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5" name="Line 60">
                  <a:extLst>
                    <a:ext uri="{FF2B5EF4-FFF2-40B4-BE49-F238E27FC236}">
                      <a16:creationId xmlns:a16="http://schemas.microsoft.com/office/drawing/2014/main" id="{E9DE33AD-EBFD-43F0-8482-A4F22BA593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6" name="Line 61">
                  <a:extLst>
                    <a:ext uri="{FF2B5EF4-FFF2-40B4-BE49-F238E27FC236}">
                      <a16:creationId xmlns:a16="http://schemas.microsoft.com/office/drawing/2014/main" id="{E6B94BA4-2E40-4A32-8121-FF7BA44377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8" name="Group 62">
                <a:extLst>
                  <a:ext uri="{FF2B5EF4-FFF2-40B4-BE49-F238E27FC236}">
                    <a16:creationId xmlns:a16="http://schemas.microsoft.com/office/drawing/2014/main" id="{ECCEA954-96EE-435F-AF0C-2AC2A32DB9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119" name="Line 63">
                  <a:extLst>
                    <a:ext uri="{FF2B5EF4-FFF2-40B4-BE49-F238E27FC236}">
                      <a16:creationId xmlns:a16="http://schemas.microsoft.com/office/drawing/2014/main" id="{0E78BE06-AC13-4B91-93CF-47CB4A4C47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0" name="Line 64">
                  <a:extLst>
                    <a:ext uri="{FF2B5EF4-FFF2-40B4-BE49-F238E27FC236}">
                      <a16:creationId xmlns:a16="http://schemas.microsoft.com/office/drawing/2014/main" id="{F253D55C-39DE-43D0-9EA8-1BF0E47294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1" name="Line 65">
                  <a:extLst>
                    <a:ext uri="{FF2B5EF4-FFF2-40B4-BE49-F238E27FC236}">
                      <a16:creationId xmlns:a16="http://schemas.microsoft.com/office/drawing/2014/main" id="{4CA9FD4F-8C4E-420C-A941-90CE36E95C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2" name="Line 66">
                  <a:extLst>
                    <a:ext uri="{FF2B5EF4-FFF2-40B4-BE49-F238E27FC236}">
                      <a16:creationId xmlns:a16="http://schemas.microsoft.com/office/drawing/2014/main" id="{2A2CD4C3-A7E4-4859-B866-0C2493D531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9" name="Group 67">
                <a:extLst>
                  <a:ext uri="{FF2B5EF4-FFF2-40B4-BE49-F238E27FC236}">
                    <a16:creationId xmlns:a16="http://schemas.microsoft.com/office/drawing/2014/main" id="{48117412-D296-4C60-8E98-E25022A7BD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115" name="Line 68">
                  <a:extLst>
                    <a:ext uri="{FF2B5EF4-FFF2-40B4-BE49-F238E27FC236}">
                      <a16:creationId xmlns:a16="http://schemas.microsoft.com/office/drawing/2014/main" id="{158827B4-4D36-44CD-94A1-C9F19F965A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6" name="Line 69">
                  <a:extLst>
                    <a:ext uri="{FF2B5EF4-FFF2-40B4-BE49-F238E27FC236}">
                      <a16:creationId xmlns:a16="http://schemas.microsoft.com/office/drawing/2014/main" id="{E6F19F08-BE55-4950-ACCD-BD093C1C35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7" name="Line 70">
                  <a:extLst>
                    <a:ext uri="{FF2B5EF4-FFF2-40B4-BE49-F238E27FC236}">
                      <a16:creationId xmlns:a16="http://schemas.microsoft.com/office/drawing/2014/main" id="{6E12FE96-4B17-4357-9107-7A77B4982C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8" name="Line 71">
                  <a:extLst>
                    <a:ext uri="{FF2B5EF4-FFF2-40B4-BE49-F238E27FC236}">
                      <a16:creationId xmlns:a16="http://schemas.microsoft.com/office/drawing/2014/main" id="{985CF519-0239-43AD-A4D1-AA88F4C38A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10" name="Group 72">
                <a:extLst>
                  <a:ext uri="{FF2B5EF4-FFF2-40B4-BE49-F238E27FC236}">
                    <a16:creationId xmlns:a16="http://schemas.microsoft.com/office/drawing/2014/main" id="{C76BC46D-150E-4DFD-BE7D-139541DF53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111" name="Line 73">
                  <a:extLst>
                    <a:ext uri="{FF2B5EF4-FFF2-40B4-BE49-F238E27FC236}">
                      <a16:creationId xmlns:a16="http://schemas.microsoft.com/office/drawing/2014/main" id="{8D3ABAA6-BEDE-42CA-B175-76D3F0CB3A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2" name="Line 74">
                  <a:extLst>
                    <a:ext uri="{FF2B5EF4-FFF2-40B4-BE49-F238E27FC236}">
                      <a16:creationId xmlns:a16="http://schemas.microsoft.com/office/drawing/2014/main" id="{1715D152-0F7E-4EB8-8921-971DA9E71E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3" name="Line 75">
                  <a:extLst>
                    <a:ext uri="{FF2B5EF4-FFF2-40B4-BE49-F238E27FC236}">
                      <a16:creationId xmlns:a16="http://schemas.microsoft.com/office/drawing/2014/main" id="{4839D98D-3346-41AA-821D-1CE1DF260D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4" name="Line 76">
                  <a:extLst>
                    <a:ext uri="{FF2B5EF4-FFF2-40B4-BE49-F238E27FC236}">
                      <a16:creationId xmlns:a16="http://schemas.microsoft.com/office/drawing/2014/main" id="{FEB7D4B3-28E2-44D4-B62D-456701061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79" name="Grupo 178">
              <a:extLst>
                <a:ext uri="{FF2B5EF4-FFF2-40B4-BE49-F238E27FC236}">
                  <a16:creationId xmlns:a16="http://schemas.microsoft.com/office/drawing/2014/main" id="{1AB806D3-6F27-4406-B95D-0465A512CEA9}"/>
                </a:ext>
              </a:extLst>
            </p:cNvPr>
            <p:cNvGrpSpPr/>
            <p:nvPr/>
          </p:nvGrpSpPr>
          <p:grpSpPr>
            <a:xfrm rot="10800000">
              <a:off x="3786232" y="3831049"/>
              <a:ext cx="231924" cy="228600"/>
              <a:chOff x="5643563" y="1257300"/>
              <a:chExt cx="231924" cy="228600"/>
            </a:xfrm>
          </p:grpSpPr>
          <p:sp>
            <p:nvSpPr>
              <p:cNvPr id="140" name="Line 43">
                <a:extLst>
                  <a:ext uri="{FF2B5EF4-FFF2-40B4-BE49-F238E27FC236}">
                    <a16:creationId xmlns:a16="http://schemas.microsoft.com/office/drawing/2014/main" id="{9BB72249-4331-48B6-BE6F-F6EBFC70A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21462" y="1279381"/>
                <a:ext cx="0" cy="184439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1" name="Line 44">
                <a:extLst>
                  <a:ext uri="{FF2B5EF4-FFF2-40B4-BE49-F238E27FC236}">
                    <a16:creationId xmlns:a16="http://schemas.microsoft.com/office/drawing/2014/main" id="{CDB85C93-21C7-44C0-8D7C-D9FCB7D59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74531" y="1278082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2" name="Line 45">
                <a:extLst>
                  <a:ext uri="{FF2B5EF4-FFF2-40B4-BE49-F238E27FC236}">
                    <a16:creationId xmlns:a16="http://schemas.microsoft.com/office/drawing/2014/main" id="{5A5D46CB-0F08-4373-8028-B50B16D75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8188" y="1373765"/>
                <a:ext cx="57299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3" name="Line 46">
                <a:extLst>
                  <a:ext uri="{FF2B5EF4-FFF2-40B4-BE49-F238E27FC236}">
                    <a16:creationId xmlns:a16="http://schemas.microsoft.com/office/drawing/2014/main" id="{62B7679D-382C-4E30-AB08-0597F7B4F7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6005" y="1280247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4" name="Line 47">
                <a:extLst>
                  <a:ext uri="{FF2B5EF4-FFF2-40B4-BE49-F238E27FC236}">
                    <a16:creationId xmlns:a16="http://schemas.microsoft.com/office/drawing/2014/main" id="{04568921-7D3B-4E5E-A1EC-12C300BF48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6346" y="1373332"/>
                <a:ext cx="57845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5" name="Line 48">
                <a:extLst>
                  <a:ext uri="{FF2B5EF4-FFF2-40B4-BE49-F238E27FC236}">
                    <a16:creationId xmlns:a16="http://schemas.microsoft.com/office/drawing/2014/main" id="{384CBE60-0297-40E0-BD0B-C9E2E835D5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3563" y="137419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6" name="Line 50">
                <a:extLst>
                  <a:ext uri="{FF2B5EF4-FFF2-40B4-BE49-F238E27FC236}">
                    <a16:creationId xmlns:a16="http://schemas.microsoft.com/office/drawing/2014/main" id="{4EF2A389-CDD2-4BCA-991C-8D2298159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51202" y="135081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7" name="Line 51">
                <a:extLst>
                  <a:ext uri="{FF2B5EF4-FFF2-40B4-BE49-F238E27FC236}">
                    <a16:creationId xmlns:a16="http://schemas.microsoft.com/office/drawing/2014/main" id="{0E436068-A6B9-412C-A20A-CE981DEC7F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5077" y="1351251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8" name="Line 52">
                <a:extLst>
                  <a:ext uri="{FF2B5EF4-FFF2-40B4-BE49-F238E27FC236}">
                    <a16:creationId xmlns:a16="http://schemas.microsoft.com/office/drawing/2014/main" id="{9A3D9E29-41C3-4ECD-A184-E265887CEC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6168" y="1394980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9" name="AutoShape 53" descr="Wide downward diagonal">
                <a:extLst>
                  <a:ext uri="{FF2B5EF4-FFF2-40B4-BE49-F238E27FC236}">
                    <a16:creationId xmlns:a16="http://schemas.microsoft.com/office/drawing/2014/main" id="{C422EF11-3AF2-4B69-8206-18731D3B3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430482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50" name="AutoShape 54" descr="Wide downward diagonal">
                <a:extLst>
                  <a:ext uri="{FF2B5EF4-FFF2-40B4-BE49-F238E27FC236}">
                    <a16:creationId xmlns:a16="http://schemas.microsoft.com/office/drawing/2014/main" id="{CA37CCDD-5334-43F6-B4F6-6C63DF3D9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257300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cxnSp>
        <p:nvCxnSpPr>
          <p:cNvPr id="185" name="Conector recto de flecha 184">
            <a:extLst>
              <a:ext uri="{FF2B5EF4-FFF2-40B4-BE49-F238E27FC236}">
                <a16:creationId xmlns:a16="http://schemas.microsoft.com/office/drawing/2014/main" id="{E70A90BD-6C19-42A1-BB4D-0BFE43AE9D86}"/>
              </a:ext>
            </a:extLst>
          </p:cNvPr>
          <p:cNvCxnSpPr>
            <a:cxnSpLocks/>
          </p:cNvCxnSpPr>
          <p:nvPr/>
        </p:nvCxnSpPr>
        <p:spPr>
          <a:xfrm flipH="1" flipV="1">
            <a:off x="2044524" y="3793999"/>
            <a:ext cx="1" cy="292344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FA6D84F1-78C5-4D25-B474-4AD563BC9AFD}"/>
              </a:ext>
            </a:extLst>
          </p:cNvPr>
          <p:cNvCxnSpPr>
            <a:cxnSpLocks/>
          </p:cNvCxnSpPr>
          <p:nvPr/>
        </p:nvCxnSpPr>
        <p:spPr>
          <a:xfrm flipH="1">
            <a:off x="2044127" y="4240630"/>
            <a:ext cx="1" cy="275336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14DA2E3C-31B5-4DA2-B82C-37E12FEE25B2}"/>
              </a:ext>
            </a:extLst>
          </p:cNvPr>
          <p:cNvGrpSpPr/>
          <p:nvPr/>
        </p:nvGrpSpPr>
        <p:grpSpPr>
          <a:xfrm rot="21386330">
            <a:off x="1890095" y="2688903"/>
            <a:ext cx="5622183" cy="234047"/>
            <a:chOff x="1915887" y="3825602"/>
            <a:chExt cx="5622183" cy="234047"/>
          </a:xfrm>
        </p:grpSpPr>
        <p:grpSp>
          <p:nvGrpSpPr>
            <p:cNvPr id="190" name="Group 77">
              <a:extLst>
                <a:ext uri="{FF2B5EF4-FFF2-40B4-BE49-F238E27FC236}">
                  <a16:creationId xmlns:a16="http://schemas.microsoft.com/office/drawing/2014/main" id="{C0D0652A-B6F2-4399-9DA4-BDCA71858D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2120" y="3825602"/>
              <a:ext cx="1885950" cy="228600"/>
              <a:chOff x="1872" y="2160"/>
              <a:chExt cx="3456" cy="528"/>
            </a:xfrm>
          </p:grpSpPr>
          <p:grpSp>
            <p:nvGrpSpPr>
              <p:cNvPr id="291" name="Group 10">
                <a:extLst>
                  <a:ext uri="{FF2B5EF4-FFF2-40B4-BE49-F238E27FC236}">
                    <a16:creationId xmlns:a16="http://schemas.microsoft.com/office/drawing/2014/main" id="{C850B951-1B44-4B85-A18D-DD22108867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332" name="Arc 5">
                  <a:extLst>
                    <a:ext uri="{FF2B5EF4-FFF2-40B4-BE49-F238E27FC236}">
                      <a16:creationId xmlns:a16="http://schemas.microsoft.com/office/drawing/2014/main" id="{7182EE98-83FC-47CE-A6F4-DE1F8D3F43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333" name="Arc 6">
                  <a:extLst>
                    <a:ext uri="{FF2B5EF4-FFF2-40B4-BE49-F238E27FC236}">
                      <a16:creationId xmlns:a16="http://schemas.microsoft.com/office/drawing/2014/main" id="{FB26F64B-EDAF-48C3-A8A1-EBD6197B77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292" name="Group 9">
                <a:extLst>
                  <a:ext uri="{FF2B5EF4-FFF2-40B4-BE49-F238E27FC236}">
                    <a16:creationId xmlns:a16="http://schemas.microsoft.com/office/drawing/2014/main" id="{B18AB657-BA15-4528-9A6B-A951E3F578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330" name="Arc 7">
                  <a:extLst>
                    <a:ext uri="{FF2B5EF4-FFF2-40B4-BE49-F238E27FC236}">
                      <a16:creationId xmlns:a16="http://schemas.microsoft.com/office/drawing/2014/main" id="{AA759D90-53E4-4C9F-852E-EDA2EB21E9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331" name="Arc 8">
                  <a:extLst>
                    <a:ext uri="{FF2B5EF4-FFF2-40B4-BE49-F238E27FC236}">
                      <a16:creationId xmlns:a16="http://schemas.microsoft.com/office/drawing/2014/main" id="{4271B036-F6A8-4CD8-90C8-91C037E65E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293" name="Line 12">
                <a:extLst>
                  <a:ext uri="{FF2B5EF4-FFF2-40B4-BE49-F238E27FC236}">
                    <a16:creationId xmlns:a16="http://schemas.microsoft.com/office/drawing/2014/main" id="{30700E58-3C53-4BD4-98DA-9F2C4023E3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294" name="Group 56">
                <a:extLst>
                  <a:ext uri="{FF2B5EF4-FFF2-40B4-BE49-F238E27FC236}">
                    <a16:creationId xmlns:a16="http://schemas.microsoft.com/office/drawing/2014/main" id="{937E9E1C-48F9-4F1F-8E82-F760568017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326" name="Line 15">
                  <a:extLst>
                    <a:ext uri="{FF2B5EF4-FFF2-40B4-BE49-F238E27FC236}">
                      <a16:creationId xmlns:a16="http://schemas.microsoft.com/office/drawing/2014/main" id="{FD10F269-8AA9-483D-A141-9136A566F7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7" name="Line 16">
                  <a:extLst>
                    <a:ext uri="{FF2B5EF4-FFF2-40B4-BE49-F238E27FC236}">
                      <a16:creationId xmlns:a16="http://schemas.microsoft.com/office/drawing/2014/main" id="{F42FCB46-3870-4211-A4E1-53DEAC55AF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8" name="Line 17">
                  <a:extLst>
                    <a:ext uri="{FF2B5EF4-FFF2-40B4-BE49-F238E27FC236}">
                      <a16:creationId xmlns:a16="http://schemas.microsoft.com/office/drawing/2014/main" id="{0B4207FB-DA25-4E61-8FB3-AC81BF4F69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9" name="Line 18">
                  <a:extLst>
                    <a:ext uri="{FF2B5EF4-FFF2-40B4-BE49-F238E27FC236}">
                      <a16:creationId xmlns:a16="http://schemas.microsoft.com/office/drawing/2014/main" id="{AD4915A2-5E73-4E7A-A05D-DF3D080140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95" name="Line 43">
                <a:extLst>
                  <a:ext uri="{FF2B5EF4-FFF2-40B4-BE49-F238E27FC236}">
                    <a16:creationId xmlns:a16="http://schemas.microsoft.com/office/drawing/2014/main" id="{48805E52-ED18-4EF7-B270-76C423011E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6" name="Line 44">
                <a:extLst>
                  <a:ext uri="{FF2B5EF4-FFF2-40B4-BE49-F238E27FC236}">
                    <a16:creationId xmlns:a16="http://schemas.microsoft.com/office/drawing/2014/main" id="{A256F8D1-0499-4444-A965-7F00978BEC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7" name="Line 45">
                <a:extLst>
                  <a:ext uri="{FF2B5EF4-FFF2-40B4-BE49-F238E27FC236}">
                    <a16:creationId xmlns:a16="http://schemas.microsoft.com/office/drawing/2014/main" id="{EB634605-77F1-488D-9466-08B0419FDE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8" name="Line 46">
                <a:extLst>
                  <a:ext uri="{FF2B5EF4-FFF2-40B4-BE49-F238E27FC236}">
                    <a16:creationId xmlns:a16="http://schemas.microsoft.com/office/drawing/2014/main" id="{15AB8A0A-FABC-4931-837C-F5CA973904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9" name="Line 47">
                <a:extLst>
                  <a:ext uri="{FF2B5EF4-FFF2-40B4-BE49-F238E27FC236}">
                    <a16:creationId xmlns:a16="http://schemas.microsoft.com/office/drawing/2014/main" id="{E2E94822-5C1C-4D55-8F81-A45B3BA7AB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0" name="Line 48">
                <a:extLst>
                  <a:ext uri="{FF2B5EF4-FFF2-40B4-BE49-F238E27FC236}">
                    <a16:creationId xmlns:a16="http://schemas.microsoft.com/office/drawing/2014/main" id="{83038EF4-88FB-4D09-BF3D-DD2E672F79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1" name="Line 50">
                <a:extLst>
                  <a:ext uri="{FF2B5EF4-FFF2-40B4-BE49-F238E27FC236}">
                    <a16:creationId xmlns:a16="http://schemas.microsoft.com/office/drawing/2014/main" id="{DB028627-F4DE-4808-B3CD-B6AB6BC20A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2" name="Line 51">
                <a:extLst>
                  <a:ext uri="{FF2B5EF4-FFF2-40B4-BE49-F238E27FC236}">
                    <a16:creationId xmlns:a16="http://schemas.microsoft.com/office/drawing/2014/main" id="{DDF7957D-426A-4655-BAFD-52B1B7F790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3" name="Line 52">
                <a:extLst>
                  <a:ext uri="{FF2B5EF4-FFF2-40B4-BE49-F238E27FC236}">
                    <a16:creationId xmlns:a16="http://schemas.microsoft.com/office/drawing/2014/main" id="{B043E76E-6EFC-4C01-9397-0F72B552B4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4" name="AutoShape 53" descr="Wide downward diagonal">
                <a:extLst>
                  <a:ext uri="{FF2B5EF4-FFF2-40B4-BE49-F238E27FC236}">
                    <a16:creationId xmlns:a16="http://schemas.microsoft.com/office/drawing/2014/main" id="{16C68B96-A207-49BA-9A00-A1EC662F09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305" name="AutoShape 54" descr="Wide downward diagonal">
                <a:extLst>
                  <a:ext uri="{FF2B5EF4-FFF2-40B4-BE49-F238E27FC236}">
                    <a16:creationId xmlns:a16="http://schemas.microsoft.com/office/drawing/2014/main" id="{8396DC9F-EEF6-4A08-962C-D9C1B6A66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306" name="Group 57">
                <a:extLst>
                  <a:ext uri="{FF2B5EF4-FFF2-40B4-BE49-F238E27FC236}">
                    <a16:creationId xmlns:a16="http://schemas.microsoft.com/office/drawing/2014/main" id="{5718AD82-EF4B-4B2B-B3BA-8178C47C88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322" name="Line 58">
                  <a:extLst>
                    <a:ext uri="{FF2B5EF4-FFF2-40B4-BE49-F238E27FC236}">
                      <a16:creationId xmlns:a16="http://schemas.microsoft.com/office/drawing/2014/main" id="{D2AA582C-587D-4295-B621-70A584D2F6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3" name="Line 59">
                  <a:extLst>
                    <a:ext uri="{FF2B5EF4-FFF2-40B4-BE49-F238E27FC236}">
                      <a16:creationId xmlns:a16="http://schemas.microsoft.com/office/drawing/2014/main" id="{6F133355-089C-4245-AF85-A44E7E5396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4" name="Line 60">
                  <a:extLst>
                    <a:ext uri="{FF2B5EF4-FFF2-40B4-BE49-F238E27FC236}">
                      <a16:creationId xmlns:a16="http://schemas.microsoft.com/office/drawing/2014/main" id="{967E146B-3CAB-4863-A1C0-03CB833EE5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5" name="Line 61">
                  <a:extLst>
                    <a:ext uri="{FF2B5EF4-FFF2-40B4-BE49-F238E27FC236}">
                      <a16:creationId xmlns:a16="http://schemas.microsoft.com/office/drawing/2014/main" id="{D037A90A-7348-4007-8BE1-FFBEA04FB7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07" name="Group 62">
                <a:extLst>
                  <a:ext uri="{FF2B5EF4-FFF2-40B4-BE49-F238E27FC236}">
                    <a16:creationId xmlns:a16="http://schemas.microsoft.com/office/drawing/2014/main" id="{ADA071E7-6CC9-4709-80ED-4F991EAA7A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318" name="Line 63">
                  <a:extLst>
                    <a:ext uri="{FF2B5EF4-FFF2-40B4-BE49-F238E27FC236}">
                      <a16:creationId xmlns:a16="http://schemas.microsoft.com/office/drawing/2014/main" id="{5486DD08-28D6-4915-8278-555E20B327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9" name="Line 64">
                  <a:extLst>
                    <a:ext uri="{FF2B5EF4-FFF2-40B4-BE49-F238E27FC236}">
                      <a16:creationId xmlns:a16="http://schemas.microsoft.com/office/drawing/2014/main" id="{639FDEDB-6E9C-44C8-AF04-C6532C6EE9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0" name="Line 65">
                  <a:extLst>
                    <a:ext uri="{FF2B5EF4-FFF2-40B4-BE49-F238E27FC236}">
                      <a16:creationId xmlns:a16="http://schemas.microsoft.com/office/drawing/2014/main" id="{B9AFBED7-8BE2-40D2-9ED7-C184A5C12F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1" name="Line 66">
                  <a:extLst>
                    <a:ext uri="{FF2B5EF4-FFF2-40B4-BE49-F238E27FC236}">
                      <a16:creationId xmlns:a16="http://schemas.microsoft.com/office/drawing/2014/main" id="{408B5B22-0AA2-4366-9F6D-E495193232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08" name="Group 67">
                <a:extLst>
                  <a:ext uri="{FF2B5EF4-FFF2-40B4-BE49-F238E27FC236}">
                    <a16:creationId xmlns:a16="http://schemas.microsoft.com/office/drawing/2014/main" id="{50DD4475-FEA9-4900-A421-C1C962277B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314" name="Line 68">
                  <a:extLst>
                    <a:ext uri="{FF2B5EF4-FFF2-40B4-BE49-F238E27FC236}">
                      <a16:creationId xmlns:a16="http://schemas.microsoft.com/office/drawing/2014/main" id="{489EAEDE-0079-49AA-BD91-30FF837C10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5" name="Line 69">
                  <a:extLst>
                    <a:ext uri="{FF2B5EF4-FFF2-40B4-BE49-F238E27FC236}">
                      <a16:creationId xmlns:a16="http://schemas.microsoft.com/office/drawing/2014/main" id="{3486481F-10FC-4169-9D67-561187B258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6" name="Line 70">
                  <a:extLst>
                    <a:ext uri="{FF2B5EF4-FFF2-40B4-BE49-F238E27FC236}">
                      <a16:creationId xmlns:a16="http://schemas.microsoft.com/office/drawing/2014/main" id="{4017842B-EE16-4CBE-9EB1-E61E152A6A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7" name="Line 71">
                  <a:extLst>
                    <a:ext uri="{FF2B5EF4-FFF2-40B4-BE49-F238E27FC236}">
                      <a16:creationId xmlns:a16="http://schemas.microsoft.com/office/drawing/2014/main" id="{EDA0C68B-B6EA-4952-8F1F-BA18ECEFDF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09" name="Group 72">
                <a:extLst>
                  <a:ext uri="{FF2B5EF4-FFF2-40B4-BE49-F238E27FC236}">
                    <a16:creationId xmlns:a16="http://schemas.microsoft.com/office/drawing/2014/main" id="{5BF2F333-0F7F-4AD0-B3B7-59616CB1CA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310" name="Line 73">
                  <a:extLst>
                    <a:ext uri="{FF2B5EF4-FFF2-40B4-BE49-F238E27FC236}">
                      <a16:creationId xmlns:a16="http://schemas.microsoft.com/office/drawing/2014/main" id="{781E030C-AC66-4674-A41A-E620F2BEB4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1" name="Line 74">
                  <a:extLst>
                    <a:ext uri="{FF2B5EF4-FFF2-40B4-BE49-F238E27FC236}">
                      <a16:creationId xmlns:a16="http://schemas.microsoft.com/office/drawing/2014/main" id="{391FE5A2-F5FE-4983-A6B0-701F10FEF7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2" name="Line 75">
                  <a:extLst>
                    <a:ext uri="{FF2B5EF4-FFF2-40B4-BE49-F238E27FC236}">
                      <a16:creationId xmlns:a16="http://schemas.microsoft.com/office/drawing/2014/main" id="{E7F41403-F5FC-47F9-95B3-770C418577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3" name="Line 76">
                  <a:extLst>
                    <a:ext uri="{FF2B5EF4-FFF2-40B4-BE49-F238E27FC236}">
                      <a16:creationId xmlns:a16="http://schemas.microsoft.com/office/drawing/2014/main" id="{DAE4D3A8-A799-4F33-B012-7D83CD1776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91" name="Group 77">
              <a:extLst>
                <a:ext uri="{FF2B5EF4-FFF2-40B4-BE49-F238E27FC236}">
                  <a16:creationId xmlns:a16="http://schemas.microsoft.com/office/drawing/2014/main" id="{60056C70-C28F-4B70-B2DE-EA6ED081FC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7399" y="3826882"/>
              <a:ext cx="1885950" cy="228600"/>
              <a:chOff x="1872" y="2160"/>
              <a:chExt cx="3456" cy="528"/>
            </a:xfrm>
          </p:grpSpPr>
          <p:grpSp>
            <p:nvGrpSpPr>
              <p:cNvPr id="248" name="Group 10">
                <a:extLst>
                  <a:ext uri="{FF2B5EF4-FFF2-40B4-BE49-F238E27FC236}">
                    <a16:creationId xmlns:a16="http://schemas.microsoft.com/office/drawing/2014/main" id="{7C4F9F40-1AFC-4179-97A3-BF93365B8A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289" name="Arc 5">
                  <a:extLst>
                    <a:ext uri="{FF2B5EF4-FFF2-40B4-BE49-F238E27FC236}">
                      <a16:creationId xmlns:a16="http://schemas.microsoft.com/office/drawing/2014/main" id="{02FCA225-55C2-4FAE-A64C-1A0352B4B8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90" name="Arc 6">
                  <a:extLst>
                    <a:ext uri="{FF2B5EF4-FFF2-40B4-BE49-F238E27FC236}">
                      <a16:creationId xmlns:a16="http://schemas.microsoft.com/office/drawing/2014/main" id="{8771ED70-3955-4DB7-A535-F83C7CE1F7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249" name="Group 9">
                <a:extLst>
                  <a:ext uri="{FF2B5EF4-FFF2-40B4-BE49-F238E27FC236}">
                    <a16:creationId xmlns:a16="http://schemas.microsoft.com/office/drawing/2014/main" id="{50C665D3-A025-4B6B-942D-353D2E52B2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287" name="Arc 7">
                  <a:extLst>
                    <a:ext uri="{FF2B5EF4-FFF2-40B4-BE49-F238E27FC236}">
                      <a16:creationId xmlns:a16="http://schemas.microsoft.com/office/drawing/2014/main" id="{7163ED78-FA7D-40AF-9CFA-108A6C5845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88" name="Arc 8">
                  <a:extLst>
                    <a:ext uri="{FF2B5EF4-FFF2-40B4-BE49-F238E27FC236}">
                      <a16:creationId xmlns:a16="http://schemas.microsoft.com/office/drawing/2014/main" id="{4569DED0-683D-4387-B35D-CD3D226A9D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250" name="Line 12">
                <a:extLst>
                  <a:ext uri="{FF2B5EF4-FFF2-40B4-BE49-F238E27FC236}">
                    <a16:creationId xmlns:a16="http://schemas.microsoft.com/office/drawing/2014/main" id="{D90E8E6B-8B33-4600-A6D7-F029CA34EC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251" name="Group 56">
                <a:extLst>
                  <a:ext uri="{FF2B5EF4-FFF2-40B4-BE49-F238E27FC236}">
                    <a16:creationId xmlns:a16="http://schemas.microsoft.com/office/drawing/2014/main" id="{C0B828E6-B2C6-4BEA-940D-C26BFBDD9A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283" name="Line 15">
                  <a:extLst>
                    <a:ext uri="{FF2B5EF4-FFF2-40B4-BE49-F238E27FC236}">
                      <a16:creationId xmlns:a16="http://schemas.microsoft.com/office/drawing/2014/main" id="{A9C629FF-4570-4B5D-9264-ABDF758B3C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4" name="Line 16">
                  <a:extLst>
                    <a:ext uri="{FF2B5EF4-FFF2-40B4-BE49-F238E27FC236}">
                      <a16:creationId xmlns:a16="http://schemas.microsoft.com/office/drawing/2014/main" id="{84934AFD-AEAA-4C1A-BCB9-BFC7468448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5" name="Line 17">
                  <a:extLst>
                    <a:ext uri="{FF2B5EF4-FFF2-40B4-BE49-F238E27FC236}">
                      <a16:creationId xmlns:a16="http://schemas.microsoft.com/office/drawing/2014/main" id="{769A96FD-BEC6-47B4-83AD-4A3487513E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6" name="Line 18">
                  <a:extLst>
                    <a:ext uri="{FF2B5EF4-FFF2-40B4-BE49-F238E27FC236}">
                      <a16:creationId xmlns:a16="http://schemas.microsoft.com/office/drawing/2014/main" id="{3034E885-73AD-4077-B750-804DB130CF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52" name="Line 43">
                <a:extLst>
                  <a:ext uri="{FF2B5EF4-FFF2-40B4-BE49-F238E27FC236}">
                    <a16:creationId xmlns:a16="http://schemas.microsoft.com/office/drawing/2014/main" id="{205283A6-1686-4549-AC0A-109B4DEEBD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3" name="Line 44">
                <a:extLst>
                  <a:ext uri="{FF2B5EF4-FFF2-40B4-BE49-F238E27FC236}">
                    <a16:creationId xmlns:a16="http://schemas.microsoft.com/office/drawing/2014/main" id="{8ADFA139-ADAC-4C66-BAED-310A00A792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4" name="Line 45">
                <a:extLst>
                  <a:ext uri="{FF2B5EF4-FFF2-40B4-BE49-F238E27FC236}">
                    <a16:creationId xmlns:a16="http://schemas.microsoft.com/office/drawing/2014/main" id="{746D7D77-6C05-4A88-B068-09EA443292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5" name="Line 46">
                <a:extLst>
                  <a:ext uri="{FF2B5EF4-FFF2-40B4-BE49-F238E27FC236}">
                    <a16:creationId xmlns:a16="http://schemas.microsoft.com/office/drawing/2014/main" id="{CDFF99AD-D589-4DF1-BA4C-C5C802F0AC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6" name="Line 47">
                <a:extLst>
                  <a:ext uri="{FF2B5EF4-FFF2-40B4-BE49-F238E27FC236}">
                    <a16:creationId xmlns:a16="http://schemas.microsoft.com/office/drawing/2014/main" id="{842E9B58-EEA6-4529-8258-B4085F839A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7" name="Line 48">
                <a:extLst>
                  <a:ext uri="{FF2B5EF4-FFF2-40B4-BE49-F238E27FC236}">
                    <a16:creationId xmlns:a16="http://schemas.microsoft.com/office/drawing/2014/main" id="{EE76CFDB-DB9C-408E-ABBE-CABBDCF33D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8" name="Line 50">
                <a:extLst>
                  <a:ext uri="{FF2B5EF4-FFF2-40B4-BE49-F238E27FC236}">
                    <a16:creationId xmlns:a16="http://schemas.microsoft.com/office/drawing/2014/main" id="{B85F9648-2DD6-4482-B120-3FD8921456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9" name="Line 51">
                <a:extLst>
                  <a:ext uri="{FF2B5EF4-FFF2-40B4-BE49-F238E27FC236}">
                    <a16:creationId xmlns:a16="http://schemas.microsoft.com/office/drawing/2014/main" id="{7ECB4C57-5EFE-439C-B5B5-DFAC96626E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60" name="Line 52">
                <a:extLst>
                  <a:ext uri="{FF2B5EF4-FFF2-40B4-BE49-F238E27FC236}">
                    <a16:creationId xmlns:a16="http://schemas.microsoft.com/office/drawing/2014/main" id="{7B0E335D-FEBD-4198-9592-4BFA2A4A36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61" name="AutoShape 53" descr="Wide downward diagonal">
                <a:extLst>
                  <a:ext uri="{FF2B5EF4-FFF2-40B4-BE49-F238E27FC236}">
                    <a16:creationId xmlns:a16="http://schemas.microsoft.com/office/drawing/2014/main" id="{05772447-C81C-4E2B-A10C-0B1C4E83E7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62" name="AutoShape 54" descr="Wide downward diagonal">
                <a:extLst>
                  <a:ext uri="{FF2B5EF4-FFF2-40B4-BE49-F238E27FC236}">
                    <a16:creationId xmlns:a16="http://schemas.microsoft.com/office/drawing/2014/main" id="{75CBCBA9-1658-44E0-97C9-85889D8B8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263" name="Group 57">
                <a:extLst>
                  <a:ext uri="{FF2B5EF4-FFF2-40B4-BE49-F238E27FC236}">
                    <a16:creationId xmlns:a16="http://schemas.microsoft.com/office/drawing/2014/main" id="{99147D71-70BE-4F1F-9E46-8FA8117E91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279" name="Line 58">
                  <a:extLst>
                    <a:ext uri="{FF2B5EF4-FFF2-40B4-BE49-F238E27FC236}">
                      <a16:creationId xmlns:a16="http://schemas.microsoft.com/office/drawing/2014/main" id="{1D12DE11-DD7C-4488-8CCC-05952B39A3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0" name="Line 59">
                  <a:extLst>
                    <a:ext uri="{FF2B5EF4-FFF2-40B4-BE49-F238E27FC236}">
                      <a16:creationId xmlns:a16="http://schemas.microsoft.com/office/drawing/2014/main" id="{4086ECE9-AC95-42AF-A6E7-6DEF29F06F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1" name="Line 60">
                  <a:extLst>
                    <a:ext uri="{FF2B5EF4-FFF2-40B4-BE49-F238E27FC236}">
                      <a16:creationId xmlns:a16="http://schemas.microsoft.com/office/drawing/2014/main" id="{C8F7EF07-8A8D-45E9-AC0B-9CC93FC133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2" name="Line 61">
                  <a:extLst>
                    <a:ext uri="{FF2B5EF4-FFF2-40B4-BE49-F238E27FC236}">
                      <a16:creationId xmlns:a16="http://schemas.microsoft.com/office/drawing/2014/main" id="{02A74B49-DB64-4C97-9B61-3FECD37C88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64" name="Group 62">
                <a:extLst>
                  <a:ext uri="{FF2B5EF4-FFF2-40B4-BE49-F238E27FC236}">
                    <a16:creationId xmlns:a16="http://schemas.microsoft.com/office/drawing/2014/main" id="{CF6F4081-E092-4BD6-A039-FB54F083F9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275" name="Line 63">
                  <a:extLst>
                    <a:ext uri="{FF2B5EF4-FFF2-40B4-BE49-F238E27FC236}">
                      <a16:creationId xmlns:a16="http://schemas.microsoft.com/office/drawing/2014/main" id="{063814C6-0AFF-4EDD-9723-476402FB95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6" name="Line 64">
                  <a:extLst>
                    <a:ext uri="{FF2B5EF4-FFF2-40B4-BE49-F238E27FC236}">
                      <a16:creationId xmlns:a16="http://schemas.microsoft.com/office/drawing/2014/main" id="{352D276C-D692-4FFA-8C99-2A2FB9867F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7" name="Line 65">
                  <a:extLst>
                    <a:ext uri="{FF2B5EF4-FFF2-40B4-BE49-F238E27FC236}">
                      <a16:creationId xmlns:a16="http://schemas.microsoft.com/office/drawing/2014/main" id="{D22AFB58-551A-4CDF-BA63-C930BA37DC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8" name="Line 66">
                  <a:extLst>
                    <a:ext uri="{FF2B5EF4-FFF2-40B4-BE49-F238E27FC236}">
                      <a16:creationId xmlns:a16="http://schemas.microsoft.com/office/drawing/2014/main" id="{FC8C95B1-B8CE-48A6-804F-3D422561E9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65" name="Group 67">
                <a:extLst>
                  <a:ext uri="{FF2B5EF4-FFF2-40B4-BE49-F238E27FC236}">
                    <a16:creationId xmlns:a16="http://schemas.microsoft.com/office/drawing/2014/main" id="{449E584F-9BC2-4681-89BD-4AA492DF40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71" name="Line 68">
                  <a:extLst>
                    <a:ext uri="{FF2B5EF4-FFF2-40B4-BE49-F238E27FC236}">
                      <a16:creationId xmlns:a16="http://schemas.microsoft.com/office/drawing/2014/main" id="{BE35557B-4CA6-4B8D-8400-DCB0F5422A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2" name="Line 69">
                  <a:extLst>
                    <a:ext uri="{FF2B5EF4-FFF2-40B4-BE49-F238E27FC236}">
                      <a16:creationId xmlns:a16="http://schemas.microsoft.com/office/drawing/2014/main" id="{F91B726B-0AE1-467A-B74D-2135302881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3" name="Line 70">
                  <a:extLst>
                    <a:ext uri="{FF2B5EF4-FFF2-40B4-BE49-F238E27FC236}">
                      <a16:creationId xmlns:a16="http://schemas.microsoft.com/office/drawing/2014/main" id="{E77FA6EE-2AB0-4E9F-A355-4391501D42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4" name="Line 71">
                  <a:extLst>
                    <a:ext uri="{FF2B5EF4-FFF2-40B4-BE49-F238E27FC236}">
                      <a16:creationId xmlns:a16="http://schemas.microsoft.com/office/drawing/2014/main" id="{A9CE81FE-BC84-43D3-94A6-A383354A15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66" name="Group 72">
                <a:extLst>
                  <a:ext uri="{FF2B5EF4-FFF2-40B4-BE49-F238E27FC236}">
                    <a16:creationId xmlns:a16="http://schemas.microsoft.com/office/drawing/2014/main" id="{00B15116-BD36-4041-BFE5-C7C8B1DCA7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67" name="Line 73">
                  <a:extLst>
                    <a:ext uri="{FF2B5EF4-FFF2-40B4-BE49-F238E27FC236}">
                      <a16:creationId xmlns:a16="http://schemas.microsoft.com/office/drawing/2014/main" id="{BEA91A65-5186-42C9-BD82-AC33F481F4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8" name="Line 74">
                  <a:extLst>
                    <a:ext uri="{FF2B5EF4-FFF2-40B4-BE49-F238E27FC236}">
                      <a16:creationId xmlns:a16="http://schemas.microsoft.com/office/drawing/2014/main" id="{9ABAD9BD-7801-47F8-BB18-085C16828C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9" name="Line 75">
                  <a:extLst>
                    <a:ext uri="{FF2B5EF4-FFF2-40B4-BE49-F238E27FC236}">
                      <a16:creationId xmlns:a16="http://schemas.microsoft.com/office/drawing/2014/main" id="{6214C116-4A46-4E8F-9403-B22DA2CF14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0" name="Line 76">
                  <a:extLst>
                    <a:ext uri="{FF2B5EF4-FFF2-40B4-BE49-F238E27FC236}">
                      <a16:creationId xmlns:a16="http://schemas.microsoft.com/office/drawing/2014/main" id="{11D25E0A-A0E2-431E-B84D-B55C3A9272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92" name="Group 77">
              <a:extLst>
                <a:ext uri="{FF2B5EF4-FFF2-40B4-BE49-F238E27FC236}">
                  <a16:creationId xmlns:a16="http://schemas.microsoft.com/office/drawing/2014/main" id="{8F9CC465-135A-4F70-A0EF-707AA8905BA9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915887" y="3831049"/>
              <a:ext cx="1885950" cy="228600"/>
              <a:chOff x="1872" y="2160"/>
              <a:chExt cx="3456" cy="528"/>
            </a:xfrm>
          </p:grpSpPr>
          <p:grpSp>
            <p:nvGrpSpPr>
              <p:cNvPr id="205" name="Group 10">
                <a:extLst>
                  <a:ext uri="{FF2B5EF4-FFF2-40B4-BE49-F238E27FC236}">
                    <a16:creationId xmlns:a16="http://schemas.microsoft.com/office/drawing/2014/main" id="{58312DA3-A0A5-41EC-832E-2570914850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246" name="Arc 5">
                  <a:extLst>
                    <a:ext uri="{FF2B5EF4-FFF2-40B4-BE49-F238E27FC236}">
                      <a16:creationId xmlns:a16="http://schemas.microsoft.com/office/drawing/2014/main" id="{697998C3-599B-48CD-A7E8-D724E69309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47" name="Arc 6">
                  <a:extLst>
                    <a:ext uri="{FF2B5EF4-FFF2-40B4-BE49-F238E27FC236}">
                      <a16:creationId xmlns:a16="http://schemas.microsoft.com/office/drawing/2014/main" id="{5CB3D5A1-3C78-4783-BDC0-F11C6FB0E0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206" name="Group 9">
                <a:extLst>
                  <a:ext uri="{FF2B5EF4-FFF2-40B4-BE49-F238E27FC236}">
                    <a16:creationId xmlns:a16="http://schemas.microsoft.com/office/drawing/2014/main" id="{F8B1F5B5-4107-43B1-AC67-63AD038AC6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244" name="Arc 7">
                  <a:extLst>
                    <a:ext uri="{FF2B5EF4-FFF2-40B4-BE49-F238E27FC236}">
                      <a16:creationId xmlns:a16="http://schemas.microsoft.com/office/drawing/2014/main" id="{66A281FF-FEE6-4C0A-95D2-3EDA371FAE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45" name="Arc 8">
                  <a:extLst>
                    <a:ext uri="{FF2B5EF4-FFF2-40B4-BE49-F238E27FC236}">
                      <a16:creationId xmlns:a16="http://schemas.microsoft.com/office/drawing/2014/main" id="{069DBD19-14A2-4E3F-BA1F-362D476D7D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207" name="Line 12">
                <a:extLst>
                  <a:ext uri="{FF2B5EF4-FFF2-40B4-BE49-F238E27FC236}">
                    <a16:creationId xmlns:a16="http://schemas.microsoft.com/office/drawing/2014/main" id="{3EA80D41-FCEF-4CA9-94C2-85B75FDDAD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208" name="Group 56">
                <a:extLst>
                  <a:ext uri="{FF2B5EF4-FFF2-40B4-BE49-F238E27FC236}">
                    <a16:creationId xmlns:a16="http://schemas.microsoft.com/office/drawing/2014/main" id="{08EACCFA-9C68-4FD4-B880-611912C6BC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240" name="Line 15">
                  <a:extLst>
                    <a:ext uri="{FF2B5EF4-FFF2-40B4-BE49-F238E27FC236}">
                      <a16:creationId xmlns:a16="http://schemas.microsoft.com/office/drawing/2014/main" id="{8B1F3F1D-4A9C-47AD-8D30-4C56EB3BD7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1" name="Line 16">
                  <a:extLst>
                    <a:ext uri="{FF2B5EF4-FFF2-40B4-BE49-F238E27FC236}">
                      <a16:creationId xmlns:a16="http://schemas.microsoft.com/office/drawing/2014/main" id="{3B19C249-2672-48C5-B09A-DB4C138176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2" name="Line 17">
                  <a:extLst>
                    <a:ext uri="{FF2B5EF4-FFF2-40B4-BE49-F238E27FC236}">
                      <a16:creationId xmlns:a16="http://schemas.microsoft.com/office/drawing/2014/main" id="{39FF8350-EE58-4C40-AFBA-685577AB9A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3" name="Line 18">
                  <a:extLst>
                    <a:ext uri="{FF2B5EF4-FFF2-40B4-BE49-F238E27FC236}">
                      <a16:creationId xmlns:a16="http://schemas.microsoft.com/office/drawing/2014/main" id="{2A95279F-7F7A-4222-B5A1-3B49C07334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09" name="Line 43">
                <a:extLst>
                  <a:ext uri="{FF2B5EF4-FFF2-40B4-BE49-F238E27FC236}">
                    <a16:creationId xmlns:a16="http://schemas.microsoft.com/office/drawing/2014/main" id="{830A8D38-37B9-465C-8BFB-D655F275A1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0" name="Line 44">
                <a:extLst>
                  <a:ext uri="{FF2B5EF4-FFF2-40B4-BE49-F238E27FC236}">
                    <a16:creationId xmlns:a16="http://schemas.microsoft.com/office/drawing/2014/main" id="{A8557C60-3EB7-468A-B1AE-A05BFA6B8B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1" name="Line 45">
                <a:extLst>
                  <a:ext uri="{FF2B5EF4-FFF2-40B4-BE49-F238E27FC236}">
                    <a16:creationId xmlns:a16="http://schemas.microsoft.com/office/drawing/2014/main" id="{C989EA2D-46DB-41A9-9F46-649AC8A8E0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2" name="Line 46">
                <a:extLst>
                  <a:ext uri="{FF2B5EF4-FFF2-40B4-BE49-F238E27FC236}">
                    <a16:creationId xmlns:a16="http://schemas.microsoft.com/office/drawing/2014/main" id="{6D2E369B-6954-4FDF-9A76-C50B817D98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3" name="Line 47">
                <a:extLst>
                  <a:ext uri="{FF2B5EF4-FFF2-40B4-BE49-F238E27FC236}">
                    <a16:creationId xmlns:a16="http://schemas.microsoft.com/office/drawing/2014/main" id="{52DCF834-25E9-4F6B-9084-C00F65E156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4" name="Line 48">
                <a:extLst>
                  <a:ext uri="{FF2B5EF4-FFF2-40B4-BE49-F238E27FC236}">
                    <a16:creationId xmlns:a16="http://schemas.microsoft.com/office/drawing/2014/main" id="{F896A925-1D1F-4BF2-BA01-78E54B01B8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5" name="Line 50">
                <a:extLst>
                  <a:ext uri="{FF2B5EF4-FFF2-40B4-BE49-F238E27FC236}">
                    <a16:creationId xmlns:a16="http://schemas.microsoft.com/office/drawing/2014/main" id="{7956287E-0230-4746-BB8E-4EB39E046C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6" name="Line 51">
                <a:extLst>
                  <a:ext uri="{FF2B5EF4-FFF2-40B4-BE49-F238E27FC236}">
                    <a16:creationId xmlns:a16="http://schemas.microsoft.com/office/drawing/2014/main" id="{E748D4D1-8005-4BE3-B72B-C629924BC0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7" name="Line 52">
                <a:extLst>
                  <a:ext uri="{FF2B5EF4-FFF2-40B4-BE49-F238E27FC236}">
                    <a16:creationId xmlns:a16="http://schemas.microsoft.com/office/drawing/2014/main" id="{C7843E4A-E089-4F29-A49B-44C47EB8FC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8" name="AutoShape 53" descr="Wide downward diagonal">
                <a:extLst>
                  <a:ext uri="{FF2B5EF4-FFF2-40B4-BE49-F238E27FC236}">
                    <a16:creationId xmlns:a16="http://schemas.microsoft.com/office/drawing/2014/main" id="{D441DDFE-BB06-4B7C-86E4-913DFFE588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19" name="AutoShape 54" descr="Wide downward diagonal">
                <a:extLst>
                  <a:ext uri="{FF2B5EF4-FFF2-40B4-BE49-F238E27FC236}">
                    <a16:creationId xmlns:a16="http://schemas.microsoft.com/office/drawing/2014/main" id="{A1F764E2-2637-4709-AB09-1F515FD357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220" name="Group 57">
                <a:extLst>
                  <a:ext uri="{FF2B5EF4-FFF2-40B4-BE49-F238E27FC236}">
                    <a16:creationId xmlns:a16="http://schemas.microsoft.com/office/drawing/2014/main" id="{D2175B25-09DE-4CA3-AA25-71C435CF8D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236" name="Line 58">
                  <a:extLst>
                    <a:ext uri="{FF2B5EF4-FFF2-40B4-BE49-F238E27FC236}">
                      <a16:creationId xmlns:a16="http://schemas.microsoft.com/office/drawing/2014/main" id="{8C29AA9E-C7C4-480A-A72C-D7ECA6A11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7" name="Line 59">
                  <a:extLst>
                    <a:ext uri="{FF2B5EF4-FFF2-40B4-BE49-F238E27FC236}">
                      <a16:creationId xmlns:a16="http://schemas.microsoft.com/office/drawing/2014/main" id="{B060615C-2F7D-4CF4-A6DF-09F6F0D981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8" name="Line 60">
                  <a:extLst>
                    <a:ext uri="{FF2B5EF4-FFF2-40B4-BE49-F238E27FC236}">
                      <a16:creationId xmlns:a16="http://schemas.microsoft.com/office/drawing/2014/main" id="{8906D332-8B9C-45A9-939B-1E5A49ADD8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9" name="Line 61">
                  <a:extLst>
                    <a:ext uri="{FF2B5EF4-FFF2-40B4-BE49-F238E27FC236}">
                      <a16:creationId xmlns:a16="http://schemas.microsoft.com/office/drawing/2014/main" id="{8B00F5CE-3295-451F-A2C8-771EB252B9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1" name="Group 62">
                <a:extLst>
                  <a:ext uri="{FF2B5EF4-FFF2-40B4-BE49-F238E27FC236}">
                    <a16:creationId xmlns:a16="http://schemas.microsoft.com/office/drawing/2014/main" id="{C77A32F1-4C4A-4C57-8603-A5232A0E5C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232" name="Line 63">
                  <a:extLst>
                    <a:ext uri="{FF2B5EF4-FFF2-40B4-BE49-F238E27FC236}">
                      <a16:creationId xmlns:a16="http://schemas.microsoft.com/office/drawing/2014/main" id="{832AB706-F2E2-40B6-A3DD-4F71F0FB73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3" name="Line 64">
                  <a:extLst>
                    <a:ext uri="{FF2B5EF4-FFF2-40B4-BE49-F238E27FC236}">
                      <a16:creationId xmlns:a16="http://schemas.microsoft.com/office/drawing/2014/main" id="{E63A2BE5-A899-4D0D-AE50-E8C9A4F94B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4" name="Line 65">
                  <a:extLst>
                    <a:ext uri="{FF2B5EF4-FFF2-40B4-BE49-F238E27FC236}">
                      <a16:creationId xmlns:a16="http://schemas.microsoft.com/office/drawing/2014/main" id="{616D93B9-3BBA-4A87-9E58-D228297737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5" name="Line 66">
                  <a:extLst>
                    <a:ext uri="{FF2B5EF4-FFF2-40B4-BE49-F238E27FC236}">
                      <a16:creationId xmlns:a16="http://schemas.microsoft.com/office/drawing/2014/main" id="{24AF8672-B8F5-4C08-A364-E13F3A0736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2" name="Group 67">
                <a:extLst>
                  <a:ext uri="{FF2B5EF4-FFF2-40B4-BE49-F238E27FC236}">
                    <a16:creationId xmlns:a16="http://schemas.microsoft.com/office/drawing/2014/main" id="{9AF1C9EB-B3EA-48D6-AAD7-78CDEAE674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28" name="Line 68">
                  <a:extLst>
                    <a:ext uri="{FF2B5EF4-FFF2-40B4-BE49-F238E27FC236}">
                      <a16:creationId xmlns:a16="http://schemas.microsoft.com/office/drawing/2014/main" id="{1A3D7CED-A72F-4B53-A4F7-3DFEC75A8B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29" name="Line 69">
                  <a:extLst>
                    <a:ext uri="{FF2B5EF4-FFF2-40B4-BE49-F238E27FC236}">
                      <a16:creationId xmlns:a16="http://schemas.microsoft.com/office/drawing/2014/main" id="{99AA4CA2-D78C-4861-A230-9CBD6CDF64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0" name="Line 70">
                  <a:extLst>
                    <a:ext uri="{FF2B5EF4-FFF2-40B4-BE49-F238E27FC236}">
                      <a16:creationId xmlns:a16="http://schemas.microsoft.com/office/drawing/2014/main" id="{0D2BA1D3-E6F1-45B4-8BFA-F02C4236C8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1" name="Line 71">
                  <a:extLst>
                    <a:ext uri="{FF2B5EF4-FFF2-40B4-BE49-F238E27FC236}">
                      <a16:creationId xmlns:a16="http://schemas.microsoft.com/office/drawing/2014/main" id="{1F9FDC31-9BC3-4D42-BE5C-217B7ADC63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3" name="Group 72">
                <a:extLst>
                  <a:ext uri="{FF2B5EF4-FFF2-40B4-BE49-F238E27FC236}">
                    <a16:creationId xmlns:a16="http://schemas.microsoft.com/office/drawing/2014/main" id="{764661C4-13A1-4011-9E17-D158FB514D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24" name="Line 73">
                  <a:extLst>
                    <a:ext uri="{FF2B5EF4-FFF2-40B4-BE49-F238E27FC236}">
                      <a16:creationId xmlns:a16="http://schemas.microsoft.com/office/drawing/2014/main" id="{1876B95B-B90A-486E-B022-3A136A3DDE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25" name="Line 74">
                  <a:extLst>
                    <a:ext uri="{FF2B5EF4-FFF2-40B4-BE49-F238E27FC236}">
                      <a16:creationId xmlns:a16="http://schemas.microsoft.com/office/drawing/2014/main" id="{0C0F4BFB-8285-4B4F-A4E5-7A92F858FD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26" name="Line 75">
                  <a:extLst>
                    <a:ext uri="{FF2B5EF4-FFF2-40B4-BE49-F238E27FC236}">
                      <a16:creationId xmlns:a16="http://schemas.microsoft.com/office/drawing/2014/main" id="{929B0DB4-83CD-446F-AD05-954E29A710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27" name="Line 76">
                  <a:extLst>
                    <a:ext uri="{FF2B5EF4-FFF2-40B4-BE49-F238E27FC236}">
                      <a16:creationId xmlns:a16="http://schemas.microsoft.com/office/drawing/2014/main" id="{EE4A2ED6-EEAA-46EF-A90D-455325370B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93" name="Grupo 192">
              <a:extLst>
                <a:ext uri="{FF2B5EF4-FFF2-40B4-BE49-F238E27FC236}">
                  <a16:creationId xmlns:a16="http://schemas.microsoft.com/office/drawing/2014/main" id="{9704BB55-8766-43B1-8798-99BE257A9C2D}"/>
                </a:ext>
              </a:extLst>
            </p:cNvPr>
            <p:cNvGrpSpPr/>
            <p:nvPr/>
          </p:nvGrpSpPr>
          <p:grpSpPr>
            <a:xfrm rot="10800000">
              <a:off x="3786232" y="3831049"/>
              <a:ext cx="231924" cy="228600"/>
              <a:chOff x="5643563" y="1257300"/>
              <a:chExt cx="231924" cy="228600"/>
            </a:xfrm>
          </p:grpSpPr>
          <p:sp>
            <p:nvSpPr>
              <p:cNvPr id="194" name="Line 43">
                <a:extLst>
                  <a:ext uri="{FF2B5EF4-FFF2-40B4-BE49-F238E27FC236}">
                    <a16:creationId xmlns:a16="http://schemas.microsoft.com/office/drawing/2014/main" id="{DDD28CE9-A90D-4AA3-9995-EED695A990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21462" y="1279381"/>
                <a:ext cx="0" cy="184439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5" name="Line 44">
                <a:extLst>
                  <a:ext uri="{FF2B5EF4-FFF2-40B4-BE49-F238E27FC236}">
                    <a16:creationId xmlns:a16="http://schemas.microsoft.com/office/drawing/2014/main" id="{06757953-DE5C-4D08-8623-0CB5759852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74531" y="1278082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6" name="Line 45">
                <a:extLst>
                  <a:ext uri="{FF2B5EF4-FFF2-40B4-BE49-F238E27FC236}">
                    <a16:creationId xmlns:a16="http://schemas.microsoft.com/office/drawing/2014/main" id="{984512DC-D2E6-41CF-827E-7BDEDFDA6A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8188" y="1373765"/>
                <a:ext cx="57299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7" name="Line 46">
                <a:extLst>
                  <a:ext uri="{FF2B5EF4-FFF2-40B4-BE49-F238E27FC236}">
                    <a16:creationId xmlns:a16="http://schemas.microsoft.com/office/drawing/2014/main" id="{8AE304BF-AF6D-4C87-9137-FB65BD6DAF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6005" y="1280247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8" name="Line 47">
                <a:extLst>
                  <a:ext uri="{FF2B5EF4-FFF2-40B4-BE49-F238E27FC236}">
                    <a16:creationId xmlns:a16="http://schemas.microsoft.com/office/drawing/2014/main" id="{635ABFE2-44DC-4BB0-87ED-42DA7B11CC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6346" y="1373332"/>
                <a:ext cx="57845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9" name="Line 48">
                <a:extLst>
                  <a:ext uri="{FF2B5EF4-FFF2-40B4-BE49-F238E27FC236}">
                    <a16:creationId xmlns:a16="http://schemas.microsoft.com/office/drawing/2014/main" id="{C134C227-64A2-4D7F-8F37-5FAB35C680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3563" y="137419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0" name="Line 50">
                <a:extLst>
                  <a:ext uri="{FF2B5EF4-FFF2-40B4-BE49-F238E27FC236}">
                    <a16:creationId xmlns:a16="http://schemas.microsoft.com/office/drawing/2014/main" id="{1B85AD68-5DF0-4AE9-B098-D77731A2A8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51202" y="135081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1" name="Line 51">
                <a:extLst>
                  <a:ext uri="{FF2B5EF4-FFF2-40B4-BE49-F238E27FC236}">
                    <a16:creationId xmlns:a16="http://schemas.microsoft.com/office/drawing/2014/main" id="{23E3EAC1-7561-428C-8E19-B5FDCBDEC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5077" y="1351251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2" name="Line 52">
                <a:extLst>
                  <a:ext uri="{FF2B5EF4-FFF2-40B4-BE49-F238E27FC236}">
                    <a16:creationId xmlns:a16="http://schemas.microsoft.com/office/drawing/2014/main" id="{24C0E206-11B3-419B-A942-74EDD43DB8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6168" y="1394980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3" name="AutoShape 53" descr="Wide downward diagonal">
                <a:extLst>
                  <a:ext uri="{FF2B5EF4-FFF2-40B4-BE49-F238E27FC236}">
                    <a16:creationId xmlns:a16="http://schemas.microsoft.com/office/drawing/2014/main" id="{781291A2-8283-42FD-BD51-884085CC88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430482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04" name="AutoShape 54" descr="Wide downward diagonal">
                <a:extLst>
                  <a:ext uri="{FF2B5EF4-FFF2-40B4-BE49-F238E27FC236}">
                    <a16:creationId xmlns:a16="http://schemas.microsoft.com/office/drawing/2014/main" id="{D8F5AC76-1492-43D5-B22F-C1262DC1A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257300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cxnSp>
        <p:nvCxnSpPr>
          <p:cNvPr id="334" name="Conector recto de flecha 333">
            <a:extLst>
              <a:ext uri="{FF2B5EF4-FFF2-40B4-BE49-F238E27FC236}">
                <a16:creationId xmlns:a16="http://schemas.microsoft.com/office/drawing/2014/main" id="{E8309155-71E3-48CB-A45B-A08086510BB2}"/>
              </a:ext>
            </a:extLst>
          </p:cNvPr>
          <p:cNvCxnSpPr>
            <a:cxnSpLocks/>
          </p:cNvCxnSpPr>
          <p:nvPr/>
        </p:nvCxnSpPr>
        <p:spPr>
          <a:xfrm flipV="1">
            <a:off x="1998480" y="2649005"/>
            <a:ext cx="32177" cy="284201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Conector recto de flecha 334">
            <a:extLst>
              <a:ext uri="{FF2B5EF4-FFF2-40B4-BE49-F238E27FC236}">
                <a16:creationId xmlns:a16="http://schemas.microsoft.com/office/drawing/2014/main" id="{27CF9874-0844-4F1E-82F7-898534D83DFE}"/>
              </a:ext>
            </a:extLst>
          </p:cNvPr>
          <p:cNvCxnSpPr>
            <a:cxnSpLocks/>
          </p:cNvCxnSpPr>
          <p:nvPr/>
        </p:nvCxnSpPr>
        <p:spPr>
          <a:xfrm>
            <a:off x="2007923" y="3006013"/>
            <a:ext cx="33946" cy="288515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ector recto 337">
            <a:extLst>
              <a:ext uri="{FF2B5EF4-FFF2-40B4-BE49-F238E27FC236}">
                <a16:creationId xmlns:a16="http://schemas.microsoft.com/office/drawing/2014/main" id="{52C84580-DAA0-44D9-BEBC-7609BF5BE820}"/>
              </a:ext>
            </a:extLst>
          </p:cNvPr>
          <p:cNvCxnSpPr>
            <a:cxnSpLocks/>
          </p:cNvCxnSpPr>
          <p:nvPr/>
        </p:nvCxnSpPr>
        <p:spPr>
          <a:xfrm>
            <a:off x="1953626" y="2355726"/>
            <a:ext cx="98094" cy="1153969"/>
          </a:xfrm>
          <a:prstGeom prst="line">
            <a:avLst/>
          </a:prstGeom>
          <a:ln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onector recto 340">
            <a:extLst>
              <a:ext uri="{FF2B5EF4-FFF2-40B4-BE49-F238E27FC236}">
                <a16:creationId xmlns:a16="http://schemas.microsoft.com/office/drawing/2014/main" id="{F8A6ADD3-7E0F-4486-9FA5-E14A33991796}"/>
              </a:ext>
            </a:extLst>
          </p:cNvPr>
          <p:cNvCxnSpPr>
            <a:cxnSpLocks/>
          </p:cNvCxnSpPr>
          <p:nvPr/>
        </p:nvCxnSpPr>
        <p:spPr>
          <a:xfrm flipV="1">
            <a:off x="1915886" y="3561960"/>
            <a:ext cx="0" cy="589423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Conector recto 344">
            <a:extLst>
              <a:ext uri="{FF2B5EF4-FFF2-40B4-BE49-F238E27FC236}">
                <a16:creationId xmlns:a16="http://schemas.microsoft.com/office/drawing/2014/main" id="{7230E42F-7021-4466-9C43-4CAE1F275848}"/>
              </a:ext>
            </a:extLst>
          </p:cNvPr>
          <p:cNvCxnSpPr>
            <a:cxnSpLocks/>
          </p:cNvCxnSpPr>
          <p:nvPr/>
        </p:nvCxnSpPr>
        <p:spPr>
          <a:xfrm flipV="1">
            <a:off x="7538070" y="3561960"/>
            <a:ext cx="0" cy="589423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4B17F4FA-7546-4916-823E-FD568CF978F4}"/>
              </a:ext>
            </a:extLst>
          </p:cNvPr>
          <p:cNvCxnSpPr>
            <a:cxnSpLocks/>
          </p:cNvCxnSpPr>
          <p:nvPr/>
        </p:nvCxnSpPr>
        <p:spPr>
          <a:xfrm>
            <a:off x="1691680" y="3561960"/>
            <a:ext cx="60486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C0D35398-F956-4B8F-B37C-5F47D101CD55}"/>
              </a:ext>
            </a:extLst>
          </p:cNvPr>
          <p:cNvSpPr txBox="1"/>
          <p:nvPr/>
        </p:nvSpPr>
        <p:spPr>
          <a:xfrm>
            <a:off x="1525659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34RPM</a:t>
            </a:r>
          </a:p>
        </p:txBody>
      </p:sp>
      <p:sp>
        <p:nvSpPr>
          <p:cNvPr id="352" name="CuadroTexto 351">
            <a:extLst>
              <a:ext uri="{FF2B5EF4-FFF2-40B4-BE49-F238E27FC236}">
                <a16:creationId xmlns:a16="http://schemas.microsoft.com/office/drawing/2014/main" id="{0E658F3A-5D13-4924-AE6B-FCAFD8F9A59B}"/>
              </a:ext>
            </a:extLst>
          </p:cNvPr>
          <p:cNvSpPr txBox="1"/>
          <p:nvPr/>
        </p:nvSpPr>
        <p:spPr>
          <a:xfrm>
            <a:off x="3296939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44RPM</a:t>
            </a:r>
          </a:p>
        </p:txBody>
      </p:sp>
      <p:sp>
        <p:nvSpPr>
          <p:cNvPr id="353" name="CuadroTexto 352">
            <a:extLst>
              <a:ext uri="{FF2B5EF4-FFF2-40B4-BE49-F238E27FC236}">
                <a16:creationId xmlns:a16="http://schemas.microsoft.com/office/drawing/2014/main" id="{35339FA0-EDD0-419C-AEF2-E7B5D666CC45}"/>
              </a:ext>
            </a:extLst>
          </p:cNvPr>
          <p:cNvSpPr txBox="1"/>
          <p:nvPr/>
        </p:nvSpPr>
        <p:spPr>
          <a:xfrm>
            <a:off x="5264764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68RPM</a:t>
            </a:r>
          </a:p>
        </p:txBody>
      </p:sp>
      <p:sp>
        <p:nvSpPr>
          <p:cNvPr id="354" name="CuadroTexto 353">
            <a:extLst>
              <a:ext uri="{FF2B5EF4-FFF2-40B4-BE49-F238E27FC236}">
                <a16:creationId xmlns:a16="http://schemas.microsoft.com/office/drawing/2014/main" id="{8507A6E5-ED35-4ADC-9706-A0BDC318E5CC}"/>
              </a:ext>
            </a:extLst>
          </p:cNvPr>
          <p:cNvSpPr txBox="1"/>
          <p:nvPr/>
        </p:nvSpPr>
        <p:spPr>
          <a:xfrm>
            <a:off x="7158408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34RPM</a:t>
            </a:r>
          </a:p>
        </p:txBody>
      </p:sp>
      <p:cxnSp>
        <p:nvCxnSpPr>
          <p:cNvPr id="355" name="Conector recto 354">
            <a:extLst>
              <a:ext uri="{FF2B5EF4-FFF2-40B4-BE49-F238E27FC236}">
                <a16:creationId xmlns:a16="http://schemas.microsoft.com/office/drawing/2014/main" id="{FC0B6925-5886-4D0E-A156-0423C7A15708}"/>
              </a:ext>
            </a:extLst>
          </p:cNvPr>
          <p:cNvCxnSpPr>
            <a:cxnSpLocks/>
          </p:cNvCxnSpPr>
          <p:nvPr/>
        </p:nvCxnSpPr>
        <p:spPr>
          <a:xfrm flipV="1">
            <a:off x="1898199" y="2373426"/>
            <a:ext cx="0" cy="589423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Conector recto 356">
            <a:extLst>
              <a:ext uri="{FF2B5EF4-FFF2-40B4-BE49-F238E27FC236}">
                <a16:creationId xmlns:a16="http://schemas.microsoft.com/office/drawing/2014/main" id="{BB81F411-C701-4421-8BC7-0071457DDC05}"/>
              </a:ext>
            </a:extLst>
          </p:cNvPr>
          <p:cNvCxnSpPr>
            <a:cxnSpLocks/>
          </p:cNvCxnSpPr>
          <p:nvPr/>
        </p:nvCxnSpPr>
        <p:spPr>
          <a:xfrm flipH="1" flipV="1">
            <a:off x="7448533" y="2448284"/>
            <a:ext cx="11253" cy="146801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Conector recto 357">
            <a:extLst>
              <a:ext uri="{FF2B5EF4-FFF2-40B4-BE49-F238E27FC236}">
                <a16:creationId xmlns:a16="http://schemas.microsoft.com/office/drawing/2014/main" id="{9C536D5D-CBC0-449A-BC72-595B3C05FFA1}"/>
              </a:ext>
            </a:extLst>
          </p:cNvPr>
          <p:cNvCxnSpPr>
            <a:cxnSpLocks/>
          </p:cNvCxnSpPr>
          <p:nvPr/>
        </p:nvCxnSpPr>
        <p:spPr>
          <a:xfrm>
            <a:off x="1713233" y="2373426"/>
            <a:ext cx="6027119" cy="106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CuadroTexto 358">
            <a:extLst>
              <a:ext uri="{FF2B5EF4-FFF2-40B4-BE49-F238E27FC236}">
                <a16:creationId xmlns:a16="http://schemas.microsoft.com/office/drawing/2014/main" id="{BEF64CD6-92EA-4FB8-B7D9-E0F5A08A202F}"/>
              </a:ext>
            </a:extLst>
          </p:cNvPr>
          <p:cNvSpPr txBox="1"/>
          <p:nvPr/>
        </p:nvSpPr>
        <p:spPr>
          <a:xfrm>
            <a:off x="1022124" y="3728301"/>
            <a:ext cx="895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%T = 50%</a:t>
            </a:r>
          </a:p>
        </p:txBody>
      </p:sp>
      <p:sp>
        <p:nvSpPr>
          <p:cNvPr id="360" name="CuadroTexto 359">
            <a:extLst>
              <a:ext uri="{FF2B5EF4-FFF2-40B4-BE49-F238E27FC236}">
                <a16:creationId xmlns:a16="http://schemas.microsoft.com/office/drawing/2014/main" id="{B423BA9A-217E-40D6-B522-44B7CC57DF72}"/>
              </a:ext>
            </a:extLst>
          </p:cNvPr>
          <p:cNvSpPr txBox="1"/>
          <p:nvPr/>
        </p:nvSpPr>
        <p:spPr>
          <a:xfrm>
            <a:off x="7511760" y="3752440"/>
            <a:ext cx="895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%T = 50%</a:t>
            </a:r>
          </a:p>
        </p:txBody>
      </p:sp>
      <p:sp>
        <p:nvSpPr>
          <p:cNvPr id="361" name="CuadroTexto 360">
            <a:extLst>
              <a:ext uri="{FF2B5EF4-FFF2-40B4-BE49-F238E27FC236}">
                <a16:creationId xmlns:a16="http://schemas.microsoft.com/office/drawing/2014/main" id="{1F418B42-9CB8-4E89-92AF-152CB106AE2A}"/>
              </a:ext>
            </a:extLst>
          </p:cNvPr>
          <p:cNvSpPr txBox="1"/>
          <p:nvPr/>
        </p:nvSpPr>
        <p:spPr>
          <a:xfrm>
            <a:off x="991743" y="2530977"/>
            <a:ext cx="895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%T = 50%</a:t>
            </a:r>
          </a:p>
        </p:txBody>
      </p: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05D52FEE-64F5-4728-9724-3E1C5214A81C}"/>
              </a:ext>
            </a:extLst>
          </p:cNvPr>
          <p:cNvSpPr txBox="1"/>
          <p:nvPr/>
        </p:nvSpPr>
        <p:spPr>
          <a:xfrm>
            <a:off x="7560875" y="2436870"/>
            <a:ext cx="1058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66FF"/>
                </a:solidFill>
              </a:rPr>
              <a:t>Pulse </a:t>
            </a:r>
            <a:r>
              <a:rPr lang="en-US" sz="1400" dirty="0">
                <a:solidFill>
                  <a:srgbClr val="FF66FF"/>
                </a:solidFill>
                <a:sym typeface="Symbol" panose="05050102010706020507" pitchFamily="18" charset="2"/>
              </a:rPr>
              <a:t></a:t>
            </a:r>
            <a:r>
              <a:rPr lang="en-US" sz="1200" dirty="0">
                <a:solidFill>
                  <a:srgbClr val="FF66FF"/>
                </a:solidFill>
              </a:rPr>
              <a:t> 10%</a:t>
            </a:r>
          </a:p>
        </p:txBody>
      </p:sp>
      <p:cxnSp>
        <p:nvCxnSpPr>
          <p:cNvPr id="336" name="Conector recto 335">
            <a:extLst>
              <a:ext uri="{FF2B5EF4-FFF2-40B4-BE49-F238E27FC236}">
                <a16:creationId xmlns:a16="http://schemas.microsoft.com/office/drawing/2014/main" id="{6E4788A8-F6CD-4DB5-88DB-CEDA88AA3BE3}"/>
              </a:ext>
            </a:extLst>
          </p:cNvPr>
          <p:cNvCxnSpPr>
            <a:cxnSpLocks/>
          </p:cNvCxnSpPr>
          <p:nvPr/>
        </p:nvCxnSpPr>
        <p:spPr>
          <a:xfrm flipV="1">
            <a:off x="5612776" y="2448284"/>
            <a:ext cx="0" cy="26991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Conector recto 336">
            <a:extLst>
              <a:ext uri="{FF2B5EF4-FFF2-40B4-BE49-F238E27FC236}">
                <a16:creationId xmlns:a16="http://schemas.microsoft.com/office/drawing/2014/main" id="{1753DC90-AC82-4AA5-9192-44915BB54D1B}"/>
              </a:ext>
            </a:extLst>
          </p:cNvPr>
          <p:cNvCxnSpPr>
            <a:cxnSpLocks/>
          </p:cNvCxnSpPr>
          <p:nvPr/>
        </p:nvCxnSpPr>
        <p:spPr>
          <a:xfrm flipH="1">
            <a:off x="2202749" y="2571750"/>
            <a:ext cx="3240203" cy="144964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CuadroTexto 338">
            <a:extLst>
              <a:ext uri="{FF2B5EF4-FFF2-40B4-BE49-F238E27FC236}">
                <a16:creationId xmlns:a16="http://schemas.microsoft.com/office/drawing/2014/main" id="{13CD2134-91CF-4EDF-9795-57F3E788DAD1}"/>
              </a:ext>
            </a:extLst>
          </p:cNvPr>
          <p:cNvSpPr txBox="1"/>
          <p:nvPr/>
        </p:nvSpPr>
        <p:spPr>
          <a:xfrm>
            <a:off x="4482320" y="2146170"/>
            <a:ext cx="10358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66FF"/>
                </a:solidFill>
              </a:rPr>
              <a:t>Pulse Signal</a:t>
            </a:r>
          </a:p>
        </p:txBody>
      </p:sp>
      <p:cxnSp>
        <p:nvCxnSpPr>
          <p:cNvPr id="343" name="Conector recto 342">
            <a:extLst>
              <a:ext uri="{FF2B5EF4-FFF2-40B4-BE49-F238E27FC236}">
                <a16:creationId xmlns:a16="http://schemas.microsoft.com/office/drawing/2014/main" id="{69CFE23F-60C7-4F9E-BFDD-806CA342C2CE}"/>
              </a:ext>
            </a:extLst>
          </p:cNvPr>
          <p:cNvCxnSpPr>
            <a:cxnSpLocks/>
          </p:cNvCxnSpPr>
          <p:nvPr/>
        </p:nvCxnSpPr>
        <p:spPr>
          <a:xfrm flipV="1">
            <a:off x="2284257" y="2864266"/>
            <a:ext cx="5122844" cy="283548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102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Imagen que contiene texto&#10;&#10;Descripción generada automáticamente">
            <a:extLst>
              <a:ext uri="{FF2B5EF4-FFF2-40B4-BE49-F238E27FC236}">
                <a16:creationId xmlns:a16="http://schemas.microsoft.com/office/drawing/2014/main" id="{77593E91-F356-4955-AFE1-F9FB77D3C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550" y="0"/>
            <a:ext cx="6953842" cy="5143500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55DE239-2782-4B5C-971C-4F8FCF30EB57}"/>
              </a:ext>
            </a:extLst>
          </p:cNvPr>
          <p:cNvCxnSpPr>
            <a:cxnSpLocks/>
          </p:cNvCxnSpPr>
          <p:nvPr/>
        </p:nvCxnSpPr>
        <p:spPr>
          <a:xfrm>
            <a:off x="2555776" y="1059582"/>
            <a:ext cx="2988224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F3B74192-6977-442C-90F8-1F62E21B96F3}"/>
              </a:ext>
            </a:extLst>
          </p:cNvPr>
          <p:cNvCxnSpPr>
            <a:cxnSpLocks/>
          </p:cNvCxnSpPr>
          <p:nvPr/>
        </p:nvCxnSpPr>
        <p:spPr>
          <a:xfrm>
            <a:off x="5544000" y="1059582"/>
            <a:ext cx="0" cy="648072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E8F4231-0624-41BD-BA68-93FA1EDA009D}"/>
              </a:ext>
            </a:extLst>
          </p:cNvPr>
          <p:cNvCxnSpPr>
            <a:cxnSpLocks/>
          </p:cNvCxnSpPr>
          <p:nvPr/>
        </p:nvCxnSpPr>
        <p:spPr>
          <a:xfrm>
            <a:off x="5832000" y="1584000"/>
            <a:ext cx="0" cy="123654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6EB10487-5AD6-4678-9267-B99943F5D349}"/>
              </a:ext>
            </a:extLst>
          </p:cNvPr>
          <p:cNvCxnSpPr>
            <a:cxnSpLocks/>
          </p:cNvCxnSpPr>
          <p:nvPr/>
        </p:nvCxnSpPr>
        <p:spPr>
          <a:xfrm>
            <a:off x="5544000" y="1584000"/>
            <a:ext cx="288000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FEB7767-018A-4768-B8F9-86325487640B}"/>
              </a:ext>
            </a:extLst>
          </p:cNvPr>
          <p:cNvCxnSpPr>
            <a:cxnSpLocks/>
          </p:cNvCxnSpPr>
          <p:nvPr/>
        </p:nvCxnSpPr>
        <p:spPr>
          <a:xfrm flipH="1">
            <a:off x="3456016" y="2232000"/>
            <a:ext cx="2340120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F941047-6166-4F83-8C62-9320B36BB8D2}"/>
              </a:ext>
            </a:extLst>
          </p:cNvPr>
          <p:cNvCxnSpPr>
            <a:cxnSpLocks/>
          </p:cNvCxnSpPr>
          <p:nvPr/>
        </p:nvCxnSpPr>
        <p:spPr>
          <a:xfrm>
            <a:off x="5788422" y="1851670"/>
            <a:ext cx="0" cy="38033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7FC35800-1E30-4793-B8BD-D60A9ED81644}"/>
              </a:ext>
            </a:extLst>
          </p:cNvPr>
          <p:cNvCxnSpPr>
            <a:cxnSpLocks/>
          </p:cNvCxnSpPr>
          <p:nvPr/>
        </p:nvCxnSpPr>
        <p:spPr>
          <a:xfrm>
            <a:off x="5508104" y="1840692"/>
            <a:ext cx="0" cy="288032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909F66A-C98A-4034-AA38-19317EF072D6}"/>
              </a:ext>
            </a:extLst>
          </p:cNvPr>
          <p:cNvCxnSpPr>
            <a:cxnSpLocks/>
          </p:cNvCxnSpPr>
          <p:nvPr/>
        </p:nvCxnSpPr>
        <p:spPr>
          <a:xfrm flipH="1">
            <a:off x="3190950" y="2128724"/>
            <a:ext cx="2317154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1C974DB8-94D1-4A14-8B65-445487E92CC2}"/>
              </a:ext>
            </a:extLst>
          </p:cNvPr>
          <p:cNvCxnSpPr>
            <a:cxnSpLocks/>
          </p:cNvCxnSpPr>
          <p:nvPr/>
        </p:nvCxnSpPr>
        <p:spPr>
          <a:xfrm>
            <a:off x="3456016" y="2232000"/>
            <a:ext cx="0" cy="123726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DD3A615F-E99C-46A1-A901-6B084DD5B0BC}"/>
              </a:ext>
            </a:extLst>
          </p:cNvPr>
          <p:cNvCxnSpPr>
            <a:cxnSpLocks/>
          </p:cNvCxnSpPr>
          <p:nvPr/>
        </p:nvCxnSpPr>
        <p:spPr>
          <a:xfrm>
            <a:off x="3190950" y="2139702"/>
            <a:ext cx="0" cy="216024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4F6F0C3D-3FAE-4F5D-8194-4C97186AE54E}"/>
              </a:ext>
            </a:extLst>
          </p:cNvPr>
          <p:cNvCxnSpPr>
            <a:cxnSpLocks/>
          </p:cNvCxnSpPr>
          <p:nvPr/>
        </p:nvCxnSpPr>
        <p:spPr>
          <a:xfrm>
            <a:off x="3419872" y="2478256"/>
            <a:ext cx="0" cy="309518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889B511D-A750-49B6-AC81-781C88204012}"/>
              </a:ext>
            </a:extLst>
          </p:cNvPr>
          <p:cNvCxnSpPr>
            <a:cxnSpLocks/>
          </p:cNvCxnSpPr>
          <p:nvPr/>
        </p:nvCxnSpPr>
        <p:spPr>
          <a:xfrm>
            <a:off x="3131840" y="2478256"/>
            <a:ext cx="0" cy="23751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06409C3-02A0-4223-8AEB-6D30A986D421}"/>
              </a:ext>
            </a:extLst>
          </p:cNvPr>
          <p:cNvCxnSpPr>
            <a:cxnSpLocks/>
          </p:cNvCxnSpPr>
          <p:nvPr/>
        </p:nvCxnSpPr>
        <p:spPr>
          <a:xfrm>
            <a:off x="1763688" y="1328968"/>
            <a:ext cx="720080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CC818597-48DC-44CD-A912-8F25047F5A9E}"/>
              </a:ext>
            </a:extLst>
          </p:cNvPr>
          <p:cNvCxnSpPr>
            <a:cxnSpLocks/>
          </p:cNvCxnSpPr>
          <p:nvPr/>
        </p:nvCxnSpPr>
        <p:spPr>
          <a:xfrm>
            <a:off x="107504" y="915566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BB9E0243-95F0-4036-B5A0-ECA6F798D3DE}"/>
              </a:ext>
            </a:extLst>
          </p:cNvPr>
          <p:cNvCxnSpPr>
            <a:cxnSpLocks/>
          </p:cNvCxnSpPr>
          <p:nvPr/>
        </p:nvCxnSpPr>
        <p:spPr>
          <a:xfrm flipV="1">
            <a:off x="107504" y="483518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A8AACD36-4180-47E5-9616-A622BFFF48B0}"/>
              </a:ext>
            </a:extLst>
          </p:cNvPr>
          <p:cNvCxnSpPr>
            <a:cxnSpLocks/>
          </p:cNvCxnSpPr>
          <p:nvPr/>
        </p:nvCxnSpPr>
        <p:spPr>
          <a:xfrm>
            <a:off x="107504" y="1620000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166EC83E-89D3-42F3-A614-7E35FBAA05C6}"/>
              </a:ext>
            </a:extLst>
          </p:cNvPr>
          <p:cNvCxnSpPr>
            <a:cxnSpLocks/>
          </p:cNvCxnSpPr>
          <p:nvPr/>
        </p:nvCxnSpPr>
        <p:spPr>
          <a:xfrm flipV="1">
            <a:off x="107504" y="1187952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85027308-54DE-4C57-BE26-F3A74B39B1F7}"/>
              </a:ext>
            </a:extLst>
          </p:cNvPr>
          <p:cNvCxnSpPr>
            <a:cxnSpLocks/>
          </p:cNvCxnSpPr>
          <p:nvPr/>
        </p:nvCxnSpPr>
        <p:spPr>
          <a:xfrm>
            <a:off x="107504" y="627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733371F7-98B1-49D4-9C34-0A004D4357ED}"/>
              </a:ext>
            </a:extLst>
          </p:cNvPr>
          <p:cNvCxnSpPr>
            <a:cxnSpLocks/>
          </p:cNvCxnSpPr>
          <p:nvPr/>
        </p:nvCxnSpPr>
        <p:spPr>
          <a:xfrm>
            <a:off x="251520" y="915565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858BC8CD-A617-4A77-B007-FB3C68B21700}"/>
              </a:ext>
            </a:extLst>
          </p:cNvPr>
          <p:cNvCxnSpPr>
            <a:cxnSpLocks/>
          </p:cNvCxnSpPr>
          <p:nvPr/>
        </p:nvCxnSpPr>
        <p:spPr>
          <a:xfrm>
            <a:off x="395536" y="627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78EDC4A4-ABCC-4E0D-9CF9-D466011385D1}"/>
              </a:ext>
            </a:extLst>
          </p:cNvPr>
          <p:cNvCxnSpPr>
            <a:cxnSpLocks/>
          </p:cNvCxnSpPr>
          <p:nvPr/>
        </p:nvCxnSpPr>
        <p:spPr>
          <a:xfrm>
            <a:off x="539552" y="915565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DBF7C51-CB58-48F3-B101-95A2E285DF1F}"/>
              </a:ext>
            </a:extLst>
          </p:cNvPr>
          <p:cNvCxnSpPr>
            <a:cxnSpLocks/>
          </p:cNvCxnSpPr>
          <p:nvPr/>
        </p:nvCxnSpPr>
        <p:spPr>
          <a:xfrm flipH="1">
            <a:off x="683568" y="624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437ECDC8-067E-4172-A941-4FBF62F83918}"/>
              </a:ext>
            </a:extLst>
          </p:cNvPr>
          <p:cNvCxnSpPr>
            <a:cxnSpLocks/>
          </p:cNvCxnSpPr>
          <p:nvPr/>
        </p:nvCxnSpPr>
        <p:spPr>
          <a:xfrm flipV="1">
            <a:off x="251520" y="624533"/>
            <a:ext cx="0" cy="291034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80039D4C-62DB-4F54-BBCB-948F624E0A52}"/>
              </a:ext>
            </a:extLst>
          </p:cNvPr>
          <p:cNvCxnSpPr>
            <a:cxnSpLocks/>
          </p:cNvCxnSpPr>
          <p:nvPr/>
        </p:nvCxnSpPr>
        <p:spPr>
          <a:xfrm flipV="1">
            <a:off x="395536" y="627535"/>
            <a:ext cx="0" cy="28803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B39C5CCA-BE08-415E-93AF-CDC6AC161168}"/>
              </a:ext>
            </a:extLst>
          </p:cNvPr>
          <p:cNvCxnSpPr>
            <a:cxnSpLocks/>
          </p:cNvCxnSpPr>
          <p:nvPr/>
        </p:nvCxnSpPr>
        <p:spPr>
          <a:xfrm flipV="1">
            <a:off x="539552" y="627534"/>
            <a:ext cx="0" cy="28803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F6B23612-7868-4C6F-A5DB-DC83DAE2F4E3}"/>
              </a:ext>
            </a:extLst>
          </p:cNvPr>
          <p:cNvCxnSpPr>
            <a:cxnSpLocks/>
          </p:cNvCxnSpPr>
          <p:nvPr/>
        </p:nvCxnSpPr>
        <p:spPr>
          <a:xfrm flipV="1">
            <a:off x="683568" y="624533"/>
            <a:ext cx="0" cy="291032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D5A9AF93-F685-475A-AD4E-E5B417D0092A}"/>
              </a:ext>
            </a:extLst>
          </p:cNvPr>
          <p:cNvCxnSpPr>
            <a:cxnSpLocks/>
          </p:cNvCxnSpPr>
          <p:nvPr/>
        </p:nvCxnSpPr>
        <p:spPr>
          <a:xfrm flipV="1">
            <a:off x="179512" y="1337309"/>
            <a:ext cx="68645" cy="1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A4ABB85A-C221-423A-B752-DE01719AF4D6}"/>
              </a:ext>
            </a:extLst>
          </p:cNvPr>
          <p:cNvCxnSpPr>
            <a:cxnSpLocks/>
          </p:cNvCxnSpPr>
          <p:nvPr/>
        </p:nvCxnSpPr>
        <p:spPr>
          <a:xfrm>
            <a:off x="248157" y="1620000"/>
            <a:ext cx="155700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5A9F3F19-ED88-4D9A-ADF2-5902AD37DF33}"/>
              </a:ext>
            </a:extLst>
          </p:cNvPr>
          <p:cNvCxnSpPr>
            <a:cxnSpLocks/>
          </p:cNvCxnSpPr>
          <p:nvPr/>
        </p:nvCxnSpPr>
        <p:spPr>
          <a:xfrm>
            <a:off x="403857" y="1337309"/>
            <a:ext cx="63687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295C8F6B-9808-460E-82D6-0BC7C3128817}"/>
              </a:ext>
            </a:extLst>
          </p:cNvPr>
          <p:cNvCxnSpPr>
            <a:cxnSpLocks/>
          </p:cNvCxnSpPr>
          <p:nvPr/>
        </p:nvCxnSpPr>
        <p:spPr>
          <a:xfrm>
            <a:off x="467544" y="1620000"/>
            <a:ext cx="144016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73145E0F-B3C7-443C-BAFA-FAEAF1C48A48}"/>
              </a:ext>
            </a:extLst>
          </p:cNvPr>
          <p:cNvCxnSpPr>
            <a:cxnSpLocks/>
          </p:cNvCxnSpPr>
          <p:nvPr/>
        </p:nvCxnSpPr>
        <p:spPr>
          <a:xfrm flipH="1">
            <a:off x="611562" y="1328968"/>
            <a:ext cx="72006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80EC9527-77E0-4278-BCC8-3709DC2B34F5}"/>
              </a:ext>
            </a:extLst>
          </p:cNvPr>
          <p:cNvCxnSpPr>
            <a:cxnSpLocks/>
          </p:cNvCxnSpPr>
          <p:nvPr/>
        </p:nvCxnSpPr>
        <p:spPr>
          <a:xfrm flipV="1">
            <a:off x="248157" y="1328968"/>
            <a:ext cx="0" cy="291034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8BE56997-86FA-4567-98F0-56B84816D5F7}"/>
              </a:ext>
            </a:extLst>
          </p:cNvPr>
          <p:cNvCxnSpPr>
            <a:cxnSpLocks/>
          </p:cNvCxnSpPr>
          <p:nvPr/>
        </p:nvCxnSpPr>
        <p:spPr>
          <a:xfrm flipV="1">
            <a:off x="403857" y="1331970"/>
            <a:ext cx="0" cy="28803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C73D8EC9-A68E-43D3-8DF8-40D858C09E5C}"/>
              </a:ext>
            </a:extLst>
          </p:cNvPr>
          <p:cNvCxnSpPr>
            <a:cxnSpLocks/>
          </p:cNvCxnSpPr>
          <p:nvPr/>
        </p:nvCxnSpPr>
        <p:spPr>
          <a:xfrm flipV="1">
            <a:off x="467544" y="1328968"/>
            <a:ext cx="0" cy="288031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DD278182-9FDE-41BB-B1D5-537852606079}"/>
              </a:ext>
            </a:extLst>
          </p:cNvPr>
          <p:cNvCxnSpPr>
            <a:cxnSpLocks/>
          </p:cNvCxnSpPr>
          <p:nvPr/>
        </p:nvCxnSpPr>
        <p:spPr>
          <a:xfrm flipV="1">
            <a:off x="611560" y="1328968"/>
            <a:ext cx="0" cy="291032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3E8590DB-83C8-4F56-987F-538887CE9CF9}"/>
              </a:ext>
            </a:extLst>
          </p:cNvPr>
          <p:cNvCxnSpPr>
            <a:cxnSpLocks/>
          </p:cNvCxnSpPr>
          <p:nvPr/>
        </p:nvCxnSpPr>
        <p:spPr>
          <a:xfrm flipV="1">
            <a:off x="179512" y="1328968"/>
            <a:ext cx="0" cy="291034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398F6C29-CE5F-4D88-AB69-1620F11C4D8F}"/>
              </a:ext>
            </a:extLst>
          </p:cNvPr>
          <p:cNvCxnSpPr>
            <a:cxnSpLocks/>
          </p:cNvCxnSpPr>
          <p:nvPr/>
        </p:nvCxnSpPr>
        <p:spPr>
          <a:xfrm flipV="1">
            <a:off x="689325" y="1328968"/>
            <a:ext cx="0" cy="291032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57F28F5F-333A-4B6F-B6D5-767ED47E8D7D}"/>
              </a:ext>
            </a:extLst>
          </p:cNvPr>
          <p:cNvCxnSpPr>
            <a:cxnSpLocks/>
          </p:cNvCxnSpPr>
          <p:nvPr/>
        </p:nvCxnSpPr>
        <p:spPr>
          <a:xfrm>
            <a:off x="689325" y="1618832"/>
            <a:ext cx="138259" cy="1168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0C293B12-D4FA-4FE0-9998-B924D8469FD9}"/>
              </a:ext>
            </a:extLst>
          </p:cNvPr>
          <p:cNvCxnSpPr>
            <a:cxnSpLocks/>
          </p:cNvCxnSpPr>
          <p:nvPr/>
        </p:nvCxnSpPr>
        <p:spPr>
          <a:xfrm>
            <a:off x="113664" y="1616999"/>
            <a:ext cx="65848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85A1A5E1-F295-4636-96FD-6311AC07809C}"/>
              </a:ext>
            </a:extLst>
          </p:cNvPr>
          <p:cNvCxnSpPr>
            <a:cxnSpLocks/>
          </p:cNvCxnSpPr>
          <p:nvPr/>
        </p:nvCxnSpPr>
        <p:spPr>
          <a:xfrm>
            <a:off x="2555776" y="1328968"/>
            <a:ext cx="2916224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72B39D29-1B9D-4BD5-BD87-02E1DC1FFD32}"/>
              </a:ext>
            </a:extLst>
          </p:cNvPr>
          <p:cNvCxnSpPr>
            <a:cxnSpLocks/>
          </p:cNvCxnSpPr>
          <p:nvPr/>
        </p:nvCxnSpPr>
        <p:spPr>
          <a:xfrm>
            <a:off x="5472000" y="1328968"/>
            <a:ext cx="0" cy="378686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1AA80D7B-2E4C-4F80-83FF-A7F9DD549E33}"/>
              </a:ext>
            </a:extLst>
          </p:cNvPr>
          <p:cNvCxnSpPr>
            <a:cxnSpLocks/>
          </p:cNvCxnSpPr>
          <p:nvPr/>
        </p:nvCxnSpPr>
        <p:spPr>
          <a:xfrm>
            <a:off x="5461111" y="1647878"/>
            <a:ext cx="298889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077FA690-74B5-4028-BFB8-0CB82E7541FE}"/>
              </a:ext>
            </a:extLst>
          </p:cNvPr>
          <p:cNvCxnSpPr>
            <a:cxnSpLocks/>
          </p:cNvCxnSpPr>
          <p:nvPr/>
        </p:nvCxnSpPr>
        <p:spPr>
          <a:xfrm flipV="1">
            <a:off x="5760000" y="1635646"/>
            <a:ext cx="0" cy="90656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6649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Imagen que contiene texto&#10;&#10;Descripción generada automáticamente">
            <a:extLst>
              <a:ext uri="{FF2B5EF4-FFF2-40B4-BE49-F238E27FC236}">
                <a16:creationId xmlns:a16="http://schemas.microsoft.com/office/drawing/2014/main" id="{77593E91-F356-4955-AFE1-F9FB77D3C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550" y="0"/>
            <a:ext cx="6953842" cy="5143500"/>
          </a:xfrm>
          <a:prstGeom prst="rect">
            <a:avLst/>
          </a:prstGeom>
        </p:spPr>
      </p:pic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C02AD27A-2179-47F0-A523-4624FB1132E2}"/>
              </a:ext>
            </a:extLst>
          </p:cNvPr>
          <p:cNvCxnSpPr>
            <a:cxnSpLocks/>
          </p:cNvCxnSpPr>
          <p:nvPr/>
        </p:nvCxnSpPr>
        <p:spPr>
          <a:xfrm flipV="1">
            <a:off x="5788422" y="1744844"/>
            <a:ext cx="43578" cy="75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55DE239-2782-4B5C-971C-4F8FCF30EB57}"/>
              </a:ext>
            </a:extLst>
          </p:cNvPr>
          <p:cNvCxnSpPr>
            <a:cxnSpLocks/>
          </p:cNvCxnSpPr>
          <p:nvPr/>
        </p:nvCxnSpPr>
        <p:spPr>
          <a:xfrm>
            <a:off x="2555776" y="1059582"/>
            <a:ext cx="2988224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F3B74192-6977-442C-90F8-1F62E21B96F3}"/>
              </a:ext>
            </a:extLst>
          </p:cNvPr>
          <p:cNvCxnSpPr>
            <a:cxnSpLocks/>
          </p:cNvCxnSpPr>
          <p:nvPr/>
        </p:nvCxnSpPr>
        <p:spPr>
          <a:xfrm>
            <a:off x="5544000" y="1059582"/>
            <a:ext cx="0" cy="648072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E8F4231-0624-41BD-BA68-93FA1EDA009D}"/>
              </a:ext>
            </a:extLst>
          </p:cNvPr>
          <p:cNvCxnSpPr>
            <a:cxnSpLocks/>
          </p:cNvCxnSpPr>
          <p:nvPr/>
        </p:nvCxnSpPr>
        <p:spPr>
          <a:xfrm>
            <a:off x="5832000" y="1584000"/>
            <a:ext cx="0" cy="123654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6EB10487-5AD6-4678-9267-B99943F5D349}"/>
              </a:ext>
            </a:extLst>
          </p:cNvPr>
          <p:cNvCxnSpPr>
            <a:cxnSpLocks/>
          </p:cNvCxnSpPr>
          <p:nvPr/>
        </p:nvCxnSpPr>
        <p:spPr>
          <a:xfrm>
            <a:off x="5544000" y="1584000"/>
            <a:ext cx="288000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FEB7767-018A-4768-B8F9-86325487640B}"/>
              </a:ext>
            </a:extLst>
          </p:cNvPr>
          <p:cNvCxnSpPr>
            <a:cxnSpLocks/>
          </p:cNvCxnSpPr>
          <p:nvPr/>
        </p:nvCxnSpPr>
        <p:spPr>
          <a:xfrm flipH="1">
            <a:off x="3456016" y="2232000"/>
            <a:ext cx="2340120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F941047-6166-4F83-8C62-9320B36BB8D2}"/>
              </a:ext>
            </a:extLst>
          </p:cNvPr>
          <p:cNvCxnSpPr>
            <a:cxnSpLocks/>
          </p:cNvCxnSpPr>
          <p:nvPr/>
        </p:nvCxnSpPr>
        <p:spPr>
          <a:xfrm>
            <a:off x="5788422" y="1851670"/>
            <a:ext cx="0" cy="38033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7FC35800-1E30-4793-B8BD-D60A9ED81644}"/>
              </a:ext>
            </a:extLst>
          </p:cNvPr>
          <p:cNvCxnSpPr>
            <a:cxnSpLocks/>
          </p:cNvCxnSpPr>
          <p:nvPr/>
        </p:nvCxnSpPr>
        <p:spPr>
          <a:xfrm>
            <a:off x="5508104" y="1840692"/>
            <a:ext cx="0" cy="288032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909F66A-C98A-4034-AA38-19317EF072D6}"/>
              </a:ext>
            </a:extLst>
          </p:cNvPr>
          <p:cNvCxnSpPr>
            <a:cxnSpLocks/>
          </p:cNvCxnSpPr>
          <p:nvPr/>
        </p:nvCxnSpPr>
        <p:spPr>
          <a:xfrm flipH="1">
            <a:off x="3190950" y="2128724"/>
            <a:ext cx="2317154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1C974DB8-94D1-4A14-8B65-445487E92CC2}"/>
              </a:ext>
            </a:extLst>
          </p:cNvPr>
          <p:cNvCxnSpPr>
            <a:cxnSpLocks/>
          </p:cNvCxnSpPr>
          <p:nvPr/>
        </p:nvCxnSpPr>
        <p:spPr>
          <a:xfrm>
            <a:off x="3456016" y="2232000"/>
            <a:ext cx="0" cy="123726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DD3A615F-E99C-46A1-A901-6B084DD5B0BC}"/>
              </a:ext>
            </a:extLst>
          </p:cNvPr>
          <p:cNvCxnSpPr>
            <a:cxnSpLocks/>
          </p:cNvCxnSpPr>
          <p:nvPr/>
        </p:nvCxnSpPr>
        <p:spPr>
          <a:xfrm>
            <a:off x="3190950" y="2139702"/>
            <a:ext cx="0" cy="216024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4F6F0C3D-3FAE-4F5D-8194-4C97186AE54E}"/>
              </a:ext>
            </a:extLst>
          </p:cNvPr>
          <p:cNvCxnSpPr>
            <a:cxnSpLocks/>
          </p:cNvCxnSpPr>
          <p:nvPr/>
        </p:nvCxnSpPr>
        <p:spPr>
          <a:xfrm>
            <a:off x="3419872" y="2478256"/>
            <a:ext cx="0" cy="309518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889B511D-A750-49B6-AC81-781C88204012}"/>
              </a:ext>
            </a:extLst>
          </p:cNvPr>
          <p:cNvCxnSpPr>
            <a:cxnSpLocks/>
          </p:cNvCxnSpPr>
          <p:nvPr/>
        </p:nvCxnSpPr>
        <p:spPr>
          <a:xfrm>
            <a:off x="3131840" y="2478256"/>
            <a:ext cx="0" cy="23751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06409C3-02A0-4223-8AEB-6D30A986D421}"/>
              </a:ext>
            </a:extLst>
          </p:cNvPr>
          <p:cNvCxnSpPr>
            <a:cxnSpLocks/>
          </p:cNvCxnSpPr>
          <p:nvPr/>
        </p:nvCxnSpPr>
        <p:spPr>
          <a:xfrm>
            <a:off x="1763688" y="1328968"/>
            <a:ext cx="720080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CC818597-48DC-44CD-A912-8F25047F5A9E}"/>
              </a:ext>
            </a:extLst>
          </p:cNvPr>
          <p:cNvCxnSpPr>
            <a:cxnSpLocks/>
          </p:cNvCxnSpPr>
          <p:nvPr/>
        </p:nvCxnSpPr>
        <p:spPr>
          <a:xfrm>
            <a:off x="107504" y="915566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BB9E0243-95F0-4036-B5A0-ECA6F798D3DE}"/>
              </a:ext>
            </a:extLst>
          </p:cNvPr>
          <p:cNvCxnSpPr>
            <a:cxnSpLocks/>
          </p:cNvCxnSpPr>
          <p:nvPr/>
        </p:nvCxnSpPr>
        <p:spPr>
          <a:xfrm flipV="1">
            <a:off x="107504" y="483518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A8AACD36-4180-47E5-9616-A622BFFF48B0}"/>
              </a:ext>
            </a:extLst>
          </p:cNvPr>
          <p:cNvCxnSpPr>
            <a:cxnSpLocks/>
          </p:cNvCxnSpPr>
          <p:nvPr/>
        </p:nvCxnSpPr>
        <p:spPr>
          <a:xfrm>
            <a:off x="107504" y="1620000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166EC83E-89D3-42F3-A614-7E35FBAA05C6}"/>
              </a:ext>
            </a:extLst>
          </p:cNvPr>
          <p:cNvCxnSpPr>
            <a:cxnSpLocks/>
          </p:cNvCxnSpPr>
          <p:nvPr/>
        </p:nvCxnSpPr>
        <p:spPr>
          <a:xfrm flipV="1">
            <a:off x="107504" y="1187952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85027308-54DE-4C57-BE26-F3A74B39B1F7}"/>
              </a:ext>
            </a:extLst>
          </p:cNvPr>
          <p:cNvCxnSpPr>
            <a:cxnSpLocks/>
          </p:cNvCxnSpPr>
          <p:nvPr/>
        </p:nvCxnSpPr>
        <p:spPr>
          <a:xfrm>
            <a:off x="107504" y="627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733371F7-98B1-49D4-9C34-0A004D4357ED}"/>
              </a:ext>
            </a:extLst>
          </p:cNvPr>
          <p:cNvCxnSpPr>
            <a:cxnSpLocks/>
          </p:cNvCxnSpPr>
          <p:nvPr/>
        </p:nvCxnSpPr>
        <p:spPr>
          <a:xfrm>
            <a:off x="251520" y="915565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858BC8CD-A617-4A77-B007-FB3C68B21700}"/>
              </a:ext>
            </a:extLst>
          </p:cNvPr>
          <p:cNvCxnSpPr>
            <a:cxnSpLocks/>
          </p:cNvCxnSpPr>
          <p:nvPr/>
        </p:nvCxnSpPr>
        <p:spPr>
          <a:xfrm>
            <a:off x="395536" y="627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78EDC4A4-ABCC-4E0D-9CF9-D466011385D1}"/>
              </a:ext>
            </a:extLst>
          </p:cNvPr>
          <p:cNvCxnSpPr>
            <a:cxnSpLocks/>
          </p:cNvCxnSpPr>
          <p:nvPr/>
        </p:nvCxnSpPr>
        <p:spPr>
          <a:xfrm>
            <a:off x="539552" y="915565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DBF7C51-CB58-48F3-B101-95A2E285DF1F}"/>
              </a:ext>
            </a:extLst>
          </p:cNvPr>
          <p:cNvCxnSpPr>
            <a:cxnSpLocks/>
          </p:cNvCxnSpPr>
          <p:nvPr/>
        </p:nvCxnSpPr>
        <p:spPr>
          <a:xfrm flipH="1">
            <a:off x="683568" y="624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437ECDC8-067E-4172-A941-4FBF62F83918}"/>
              </a:ext>
            </a:extLst>
          </p:cNvPr>
          <p:cNvCxnSpPr>
            <a:cxnSpLocks/>
          </p:cNvCxnSpPr>
          <p:nvPr/>
        </p:nvCxnSpPr>
        <p:spPr>
          <a:xfrm flipV="1">
            <a:off x="251520" y="624533"/>
            <a:ext cx="0" cy="291034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80039D4C-62DB-4F54-BBCB-948F624E0A52}"/>
              </a:ext>
            </a:extLst>
          </p:cNvPr>
          <p:cNvCxnSpPr>
            <a:cxnSpLocks/>
          </p:cNvCxnSpPr>
          <p:nvPr/>
        </p:nvCxnSpPr>
        <p:spPr>
          <a:xfrm flipV="1">
            <a:off x="395536" y="627535"/>
            <a:ext cx="0" cy="28803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B39C5CCA-BE08-415E-93AF-CDC6AC161168}"/>
              </a:ext>
            </a:extLst>
          </p:cNvPr>
          <p:cNvCxnSpPr>
            <a:cxnSpLocks/>
          </p:cNvCxnSpPr>
          <p:nvPr/>
        </p:nvCxnSpPr>
        <p:spPr>
          <a:xfrm flipV="1">
            <a:off x="539552" y="627534"/>
            <a:ext cx="0" cy="28803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F6B23612-7868-4C6F-A5DB-DC83DAE2F4E3}"/>
              </a:ext>
            </a:extLst>
          </p:cNvPr>
          <p:cNvCxnSpPr>
            <a:cxnSpLocks/>
          </p:cNvCxnSpPr>
          <p:nvPr/>
        </p:nvCxnSpPr>
        <p:spPr>
          <a:xfrm flipV="1">
            <a:off x="683568" y="624533"/>
            <a:ext cx="0" cy="291032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D5A9AF93-F685-475A-AD4E-E5B417D0092A}"/>
              </a:ext>
            </a:extLst>
          </p:cNvPr>
          <p:cNvCxnSpPr>
            <a:cxnSpLocks/>
          </p:cNvCxnSpPr>
          <p:nvPr/>
        </p:nvCxnSpPr>
        <p:spPr>
          <a:xfrm flipV="1">
            <a:off x="179512" y="1337309"/>
            <a:ext cx="68645" cy="1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A4ABB85A-C221-423A-B752-DE01719AF4D6}"/>
              </a:ext>
            </a:extLst>
          </p:cNvPr>
          <p:cNvCxnSpPr>
            <a:cxnSpLocks/>
          </p:cNvCxnSpPr>
          <p:nvPr/>
        </p:nvCxnSpPr>
        <p:spPr>
          <a:xfrm>
            <a:off x="248157" y="1620000"/>
            <a:ext cx="155700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5A9F3F19-ED88-4D9A-ADF2-5902AD37DF33}"/>
              </a:ext>
            </a:extLst>
          </p:cNvPr>
          <p:cNvCxnSpPr>
            <a:cxnSpLocks/>
          </p:cNvCxnSpPr>
          <p:nvPr/>
        </p:nvCxnSpPr>
        <p:spPr>
          <a:xfrm>
            <a:off x="403857" y="1337309"/>
            <a:ext cx="63687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295C8F6B-9808-460E-82D6-0BC7C3128817}"/>
              </a:ext>
            </a:extLst>
          </p:cNvPr>
          <p:cNvCxnSpPr>
            <a:cxnSpLocks/>
          </p:cNvCxnSpPr>
          <p:nvPr/>
        </p:nvCxnSpPr>
        <p:spPr>
          <a:xfrm>
            <a:off x="467544" y="1620000"/>
            <a:ext cx="144016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73145E0F-B3C7-443C-BAFA-FAEAF1C48A48}"/>
              </a:ext>
            </a:extLst>
          </p:cNvPr>
          <p:cNvCxnSpPr>
            <a:cxnSpLocks/>
          </p:cNvCxnSpPr>
          <p:nvPr/>
        </p:nvCxnSpPr>
        <p:spPr>
          <a:xfrm flipH="1">
            <a:off x="611562" y="1328968"/>
            <a:ext cx="72006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80EC9527-77E0-4278-BCC8-3709DC2B34F5}"/>
              </a:ext>
            </a:extLst>
          </p:cNvPr>
          <p:cNvCxnSpPr>
            <a:cxnSpLocks/>
          </p:cNvCxnSpPr>
          <p:nvPr/>
        </p:nvCxnSpPr>
        <p:spPr>
          <a:xfrm flipV="1">
            <a:off x="248157" y="1328968"/>
            <a:ext cx="0" cy="291034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8BE56997-86FA-4567-98F0-56B84816D5F7}"/>
              </a:ext>
            </a:extLst>
          </p:cNvPr>
          <p:cNvCxnSpPr>
            <a:cxnSpLocks/>
          </p:cNvCxnSpPr>
          <p:nvPr/>
        </p:nvCxnSpPr>
        <p:spPr>
          <a:xfrm flipV="1">
            <a:off x="403857" y="1331970"/>
            <a:ext cx="0" cy="28803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C73D8EC9-A68E-43D3-8DF8-40D858C09E5C}"/>
              </a:ext>
            </a:extLst>
          </p:cNvPr>
          <p:cNvCxnSpPr>
            <a:cxnSpLocks/>
          </p:cNvCxnSpPr>
          <p:nvPr/>
        </p:nvCxnSpPr>
        <p:spPr>
          <a:xfrm flipV="1">
            <a:off x="467544" y="1328968"/>
            <a:ext cx="0" cy="288031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DD278182-9FDE-41BB-B1D5-537852606079}"/>
              </a:ext>
            </a:extLst>
          </p:cNvPr>
          <p:cNvCxnSpPr>
            <a:cxnSpLocks/>
          </p:cNvCxnSpPr>
          <p:nvPr/>
        </p:nvCxnSpPr>
        <p:spPr>
          <a:xfrm flipV="1">
            <a:off x="611560" y="1328968"/>
            <a:ext cx="0" cy="291032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3E8590DB-83C8-4F56-987F-538887CE9CF9}"/>
              </a:ext>
            </a:extLst>
          </p:cNvPr>
          <p:cNvCxnSpPr>
            <a:cxnSpLocks/>
          </p:cNvCxnSpPr>
          <p:nvPr/>
        </p:nvCxnSpPr>
        <p:spPr>
          <a:xfrm flipV="1">
            <a:off x="179512" y="1328968"/>
            <a:ext cx="0" cy="291034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398F6C29-CE5F-4D88-AB69-1620F11C4D8F}"/>
              </a:ext>
            </a:extLst>
          </p:cNvPr>
          <p:cNvCxnSpPr>
            <a:cxnSpLocks/>
          </p:cNvCxnSpPr>
          <p:nvPr/>
        </p:nvCxnSpPr>
        <p:spPr>
          <a:xfrm flipV="1">
            <a:off x="689325" y="1328968"/>
            <a:ext cx="0" cy="291032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57F28F5F-333A-4B6F-B6D5-767ED47E8D7D}"/>
              </a:ext>
            </a:extLst>
          </p:cNvPr>
          <p:cNvCxnSpPr>
            <a:cxnSpLocks/>
          </p:cNvCxnSpPr>
          <p:nvPr/>
        </p:nvCxnSpPr>
        <p:spPr>
          <a:xfrm>
            <a:off x="689325" y="1618832"/>
            <a:ext cx="138259" cy="1168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0C293B12-D4FA-4FE0-9998-B924D8469FD9}"/>
              </a:ext>
            </a:extLst>
          </p:cNvPr>
          <p:cNvCxnSpPr>
            <a:cxnSpLocks/>
          </p:cNvCxnSpPr>
          <p:nvPr/>
        </p:nvCxnSpPr>
        <p:spPr>
          <a:xfrm>
            <a:off x="113664" y="1616999"/>
            <a:ext cx="65848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85A1A5E1-F295-4636-96FD-6311AC07809C}"/>
              </a:ext>
            </a:extLst>
          </p:cNvPr>
          <p:cNvCxnSpPr>
            <a:cxnSpLocks/>
          </p:cNvCxnSpPr>
          <p:nvPr/>
        </p:nvCxnSpPr>
        <p:spPr>
          <a:xfrm>
            <a:off x="2555776" y="1328968"/>
            <a:ext cx="2916224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72B39D29-1B9D-4BD5-BD87-02E1DC1FFD32}"/>
              </a:ext>
            </a:extLst>
          </p:cNvPr>
          <p:cNvCxnSpPr>
            <a:cxnSpLocks/>
          </p:cNvCxnSpPr>
          <p:nvPr/>
        </p:nvCxnSpPr>
        <p:spPr>
          <a:xfrm>
            <a:off x="5472000" y="1328968"/>
            <a:ext cx="0" cy="378686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1AA80D7B-2E4C-4F80-83FF-A7F9DD549E33}"/>
              </a:ext>
            </a:extLst>
          </p:cNvPr>
          <p:cNvCxnSpPr>
            <a:cxnSpLocks/>
          </p:cNvCxnSpPr>
          <p:nvPr/>
        </p:nvCxnSpPr>
        <p:spPr>
          <a:xfrm>
            <a:off x="5461111" y="1647878"/>
            <a:ext cx="298889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077FA690-74B5-4028-BFB8-0CB82E7541FE}"/>
              </a:ext>
            </a:extLst>
          </p:cNvPr>
          <p:cNvCxnSpPr>
            <a:cxnSpLocks/>
          </p:cNvCxnSpPr>
          <p:nvPr/>
        </p:nvCxnSpPr>
        <p:spPr>
          <a:xfrm flipV="1">
            <a:off x="5760000" y="1635646"/>
            <a:ext cx="0" cy="90656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2ED134EA-D0C6-4401-98A5-3E565891B968}"/>
              </a:ext>
            </a:extLst>
          </p:cNvPr>
          <p:cNvCxnSpPr>
            <a:cxnSpLocks/>
          </p:cNvCxnSpPr>
          <p:nvPr/>
        </p:nvCxnSpPr>
        <p:spPr>
          <a:xfrm flipH="1" flipV="1">
            <a:off x="5752764" y="1707654"/>
            <a:ext cx="35658" cy="1129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2071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Conector recto 181">
            <a:extLst>
              <a:ext uri="{FF2B5EF4-FFF2-40B4-BE49-F238E27FC236}">
                <a16:creationId xmlns:a16="http://schemas.microsoft.com/office/drawing/2014/main" id="{026E217E-4EA7-4A9F-85C1-EF7C01D6A6C3}"/>
              </a:ext>
            </a:extLst>
          </p:cNvPr>
          <p:cNvCxnSpPr>
            <a:cxnSpLocks/>
          </p:cNvCxnSpPr>
          <p:nvPr/>
        </p:nvCxnSpPr>
        <p:spPr>
          <a:xfrm>
            <a:off x="2024329" y="0"/>
            <a:ext cx="14886" cy="469598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Grupo 179">
            <a:extLst>
              <a:ext uri="{FF2B5EF4-FFF2-40B4-BE49-F238E27FC236}">
                <a16:creationId xmlns:a16="http://schemas.microsoft.com/office/drawing/2014/main" id="{3D930823-B5BD-4274-AFB8-45E9F17FA213}"/>
              </a:ext>
            </a:extLst>
          </p:cNvPr>
          <p:cNvGrpSpPr/>
          <p:nvPr/>
        </p:nvGrpSpPr>
        <p:grpSpPr>
          <a:xfrm>
            <a:off x="1915887" y="4039739"/>
            <a:ext cx="5622183" cy="234047"/>
            <a:chOff x="1915887" y="3825602"/>
            <a:chExt cx="5622183" cy="234047"/>
          </a:xfrm>
        </p:grpSpPr>
        <p:grpSp>
          <p:nvGrpSpPr>
            <p:cNvPr id="3" name="Group 77">
              <a:extLst>
                <a:ext uri="{FF2B5EF4-FFF2-40B4-BE49-F238E27FC236}">
                  <a16:creationId xmlns:a16="http://schemas.microsoft.com/office/drawing/2014/main" id="{427B9A5A-58A5-423E-B9CC-44B3A3EAF4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2120" y="3825602"/>
              <a:ext cx="1885950" cy="228600"/>
              <a:chOff x="1872" y="2160"/>
              <a:chExt cx="3456" cy="528"/>
            </a:xfrm>
          </p:grpSpPr>
          <p:grpSp>
            <p:nvGrpSpPr>
              <p:cNvPr id="4" name="Group 10">
                <a:extLst>
                  <a:ext uri="{FF2B5EF4-FFF2-40B4-BE49-F238E27FC236}">
                    <a16:creationId xmlns:a16="http://schemas.microsoft.com/office/drawing/2014/main" id="{A4508DC3-E445-4C4F-B4BF-1D98F11F77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45" name="Arc 5">
                  <a:extLst>
                    <a:ext uri="{FF2B5EF4-FFF2-40B4-BE49-F238E27FC236}">
                      <a16:creationId xmlns:a16="http://schemas.microsoft.com/office/drawing/2014/main" id="{3A0CBF5B-7BD5-4AB6-BAB1-62757093EF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6" name="Arc 6">
                  <a:extLst>
                    <a:ext uri="{FF2B5EF4-FFF2-40B4-BE49-F238E27FC236}">
                      <a16:creationId xmlns:a16="http://schemas.microsoft.com/office/drawing/2014/main" id="{8BC5DE0E-278F-4596-83B5-2B295E5DE6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5" name="Group 9">
                <a:extLst>
                  <a:ext uri="{FF2B5EF4-FFF2-40B4-BE49-F238E27FC236}">
                    <a16:creationId xmlns:a16="http://schemas.microsoft.com/office/drawing/2014/main" id="{CAB85BD9-789E-4134-8AC7-5C4E6CC11C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43" name="Arc 7">
                  <a:extLst>
                    <a:ext uri="{FF2B5EF4-FFF2-40B4-BE49-F238E27FC236}">
                      <a16:creationId xmlns:a16="http://schemas.microsoft.com/office/drawing/2014/main" id="{1BAE59FA-6026-4378-9F02-97234239E1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" name="Arc 8">
                  <a:extLst>
                    <a:ext uri="{FF2B5EF4-FFF2-40B4-BE49-F238E27FC236}">
                      <a16:creationId xmlns:a16="http://schemas.microsoft.com/office/drawing/2014/main" id="{E3DCD426-B540-4EFB-B7E4-5FAE85FADD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6" name="Line 12">
                <a:extLst>
                  <a:ext uri="{FF2B5EF4-FFF2-40B4-BE49-F238E27FC236}">
                    <a16:creationId xmlns:a16="http://schemas.microsoft.com/office/drawing/2014/main" id="{DC96CA83-434E-4E2D-8046-FBAB51554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7" name="Group 56">
                <a:extLst>
                  <a:ext uri="{FF2B5EF4-FFF2-40B4-BE49-F238E27FC236}">
                    <a16:creationId xmlns:a16="http://schemas.microsoft.com/office/drawing/2014/main" id="{43AAC5EB-C25B-44E4-B689-E6D315994C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39" name="Line 15">
                  <a:extLst>
                    <a:ext uri="{FF2B5EF4-FFF2-40B4-BE49-F238E27FC236}">
                      <a16:creationId xmlns:a16="http://schemas.microsoft.com/office/drawing/2014/main" id="{C3995371-8007-43D8-8223-5B4977F246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" name="Line 16">
                  <a:extLst>
                    <a:ext uri="{FF2B5EF4-FFF2-40B4-BE49-F238E27FC236}">
                      <a16:creationId xmlns:a16="http://schemas.microsoft.com/office/drawing/2014/main" id="{92DB2B01-2D9C-4BA3-B76F-B228175800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" name="Line 17">
                  <a:extLst>
                    <a:ext uri="{FF2B5EF4-FFF2-40B4-BE49-F238E27FC236}">
                      <a16:creationId xmlns:a16="http://schemas.microsoft.com/office/drawing/2014/main" id="{367E90BE-6562-4A82-AC20-A6FAC2880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2" name="Line 18">
                  <a:extLst>
                    <a:ext uri="{FF2B5EF4-FFF2-40B4-BE49-F238E27FC236}">
                      <a16:creationId xmlns:a16="http://schemas.microsoft.com/office/drawing/2014/main" id="{200B8F51-07A5-467D-A908-D190D7CBC5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8" name="Line 43">
                <a:extLst>
                  <a:ext uri="{FF2B5EF4-FFF2-40B4-BE49-F238E27FC236}">
                    <a16:creationId xmlns:a16="http://schemas.microsoft.com/office/drawing/2014/main" id="{6DCC0198-F0FC-41CE-B568-49647473A5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" name="Line 44">
                <a:extLst>
                  <a:ext uri="{FF2B5EF4-FFF2-40B4-BE49-F238E27FC236}">
                    <a16:creationId xmlns:a16="http://schemas.microsoft.com/office/drawing/2014/main" id="{E9681665-B00D-443F-A7DB-6C0797D5C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" name="Line 45">
                <a:extLst>
                  <a:ext uri="{FF2B5EF4-FFF2-40B4-BE49-F238E27FC236}">
                    <a16:creationId xmlns:a16="http://schemas.microsoft.com/office/drawing/2014/main" id="{4C13B563-5497-4181-BD6A-05DA3030A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" name="Line 46">
                <a:extLst>
                  <a:ext uri="{FF2B5EF4-FFF2-40B4-BE49-F238E27FC236}">
                    <a16:creationId xmlns:a16="http://schemas.microsoft.com/office/drawing/2014/main" id="{BB2D3E74-35CD-41E6-917D-839094FAB6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2" name="Line 47">
                <a:extLst>
                  <a:ext uri="{FF2B5EF4-FFF2-40B4-BE49-F238E27FC236}">
                    <a16:creationId xmlns:a16="http://schemas.microsoft.com/office/drawing/2014/main" id="{80725343-70C5-4082-B675-02046C4B92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3" name="Line 48">
                <a:extLst>
                  <a:ext uri="{FF2B5EF4-FFF2-40B4-BE49-F238E27FC236}">
                    <a16:creationId xmlns:a16="http://schemas.microsoft.com/office/drawing/2014/main" id="{967E91C2-389C-419E-B2FA-965D00455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" name="Line 50">
                <a:extLst>
                  <a:ext uri="{FF2B5EF4-FFF2-40B4-BE49-F238E27FC236}">
                    <a16:creationId xmlns:a16="http://schemas.microsoft.com/office/drawing/2014/main" id="{C6FC4871-B6AF-4F52-B203-5B5F50993E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5" name="Line 51">
                <a:extLst>
                  <a:ext uri="{FF2B5EF4-FFF2-40B4-BE49-F238E27FC236}">
                    <a16:creationId xmlns:a16="http://schemas.microsoft.com/office/drawing/2014/main" id="{00AD0469-5077-4C6C-A3BB-AC313F9E97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" name="Line 52">
                <a:extLst>
                  <a:ext uri="{FF2B5EF4-FFF2-40B4-BE49-F238E27FC236}">
                    <a16:creationId xmlns:a16="http://schemas.microsoft.com/office/drawing/2014/main" id="{D8D96CD6-3C3C-4DB2-B7F7-D84BC72F4A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" name="AutoShape 53" descr="Wide downward diagonal">
                <a:extLst>
                  <a:ext uri="{FF2B5EF4-FFF2-40B4-BE49-F238E27FC236}">
                    <a16:creationId xmlns:a16="http://schemas.microsoft.com/office/drawing/2014/main" id="{680DAA6C-2A35-420E-8553-B37DCD81A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8" name="AutoShape 54" descr="Wide downward diagonal">
                <a:extLst>
                  <a:ext uri="{FF2B5EF4-FFF2-40B4-BE49-F238E27FC236}">
                    <a16:creationId xmlns:a16="http://schemas.microsoft.com/office/drawing/2014/main" id="{1506FB64-7E06-485C-B78C-8F8D46194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9" name="Group 57">
                <a:extLst>
                  <a:ext uri="{FF2B5EF4-FFF2-40B4-BE49-F238E27FC236}">
                    <a16:creationId xmlns:a16="http://schemas.microsoft.com/office/drawing/2014/main" id="{E377CBF8-ABBE-450A-A3A1-CD4BFEF89A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35" name="Line 58">
                  <a:extLst>
                    <a:ext uri="{FF2B5EF4-FFF2-40B4-BE49-F238E27FC236}">
                      <a16:creationId xmlns:a16="http://schemas.microsoft.com/office/drawing/2014/main" id="{622ED985-A2F2-4BE8-9F77-9E1BBF9160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6" name="Line 59">
                  <a:extLst>
                    <a:ext uri="{FF2B5EF4-FFF2-40B4-BE49-F238E27FC236}">
                      <a16:creationId xmlns:a16="http://schemas.microsoft.com/office/drawing/2014/main" id="{3F953F05-8B3F-42E7-B081-D51084642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7" name="Line 60">
                  <a:extLst>
                    <a:ext uri="{FF2B5EF4-FFF2-40B4-BE49-F238E27FC236}">
                      <a16:creationId xmlns:a16="http://schemas.microsoft.com/office/drawing/2014/main" id="{22D0FC71-E1AF-4D3D-A27A-5FD9574297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8" name="Line 61">
                  <a:extLst>
                    <a:ext uri="{FF2B5EF4-FFF2-40B4-BE49-F238E27FC236}">
                      <a16:creationId xmlns:a16="http://schemas.microsoft.com/office/drawing/2014/main" id="{A9B568AB-20E4-4307-9D86-1C3422C870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0" name="Group 62">
                <a:extLst>
                  <a:ext uri="{FF2B5EF4-FFF2-40B4-BE49-F238E27FC236}">
                    <a16:creationId xmlns:a16="http://schemas.microsoft.com/office/drawing/2014/main" id="{3A282A75-5496-41E8-9AB5-F8E4BA859F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31" name="Line 63">
                  <a:extLst>
                    <a:ext uri="{FF2B5EF4-FFF2-40B4-BE49-F238E27FC236}">
                      <a16:creationId xmlns:a16="http://schemas.microsoft.com/office/drawing/2014/main" id="{84AFF24A-8759-47F4-9D2B-4274ADE310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" name="Line 64">
                  <a:extLst>
                    <a:ext uri="{FF2B5EF4-FFF2-40B4-BE49-F238E27FC236}">
                      <a16:creationId xmlns:a16="http://schemas.microsoft.com/office/drawing/2014/main" id="{DB018066-6B0E-441F-9E6C-82771043B3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3" name="Line 65">
                  <a:extLst>
                    <a:ext uri="{FF2B5EF4-FFF2-40B4-BE49-F238E27FC236}">
                      <a16:creationId xmlns:a16="http://schemas.microsoft.com/office/drawing/2014/main" id="{B4E14B46-1D84-4B88-A47F-B7F45EEB27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4" name="Line 66">
                  <a:extLst>
                    <a:ext uri="{FF2B5EF4-FFF2-40B4-BE49-F238E27FC236}">
                      <a16:creationId xmlns:a16="http://schemas.microsoft.com/office/drawing/2014/main" id="{7C55C04F-38B2-4475-8185-22CFB692B1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1" name="Group 67">
                <a:extLst>
                  <a:ext uri="{FF2B5EF4-FFF2-40B4-BE49-F238E27FC236}">
                    <a16:creationId xmlns:a16="http://schemas.microsoft.com/office/drawing/2014/main" id="{9B562D04-AF6F-483B-8CB2-D48EC3511D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7" name="Line 68">
                  <a:extLst>
                    <a:ext uri="{FF2B5EF4-FFF2-40B4-BE49-F238E27FC236}">
                      <a16:creationId xmlns:a16="http://schemas.microsoft.com/office/drawing/2014/main" id="{DE00A8AB-CA8F-4977-9CF0-64D84FE3BA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" name="Line 69">
                  <a:extLst>
                    <a:ext uri="{FF2B5EF4-FFF2-40B4-BE49-F238E27FC236}">
                      <a16:creationId xmlns:a16="http://schemas.microsoft.com/office/drawing/2014/main" id="{576B0717-7758-411F-894E-D5BE455B41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A7D8C475-295F-4E1A-BBDF-699F18BFB4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0" name="Line 71">
                  <a:extLst>
                    <a:ext uri="{FF2B5EF4-FFF2-40B4-BE49-F238E27FC236}">
                      <a16:creationId xmlns:a16="http://schemas.microsoft.com/office/drawing/2014/main" id="{2FF08205-5527-440C-8C3B-B62C1D0936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" name="Group 72">
                <a:extLst>
                  <a:ext uri="{FF2B5EF4-FFF2-40B4-BE49-F238E27FC236}">
                    <a16:creationId xmlns:a16="http://schemas.microsoft.com/office/drawing/2014/main" id="{3A9D7441-5B58-4DE3-96F3-58A37BF2B0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3" name="Line 73">
                  <a:extLst>
                    <a:ext uri="{FF2B5EF4-FFF2-40B4-BE49-F238E27FC236}">
                      <a16:creationId xmlns:a16="http://schemas.microsoft.com/office/drawing/2014/main" id="{94A6C4EA-F544-4403-8509-08B68DE670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" name="Line 74">
                  <a:extLst>
                    <a:ext uri="{FF2B5EF4-FFF2-40B4-BE49-F238E27FC236}">
                      <a16:creationId xmlns:a16="http://schemas.microsoft.com/office/drawing/2014/main" id="{60C66506-2377-4B4D-AEC3-9C4800BF96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5" name="Line 75">
                  <a:extLst>
                    <a:ext uri="{FF2B5EF4-FFF2-40B4-BE49-F238E27FC236}">
                      <a16:creationId xmlns:a16="http://schemas.microsoft.com/office/drawing/2014/main" id="{77CAE46B-1320-4D2B-8EF9-039B434C05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" name="Line 76">
                  <a:extLst>
                    <a:ext uri="{FF2B5EF4-FFF2-40B4-BE49-F238E27FC236}">
                      <a16:creationId xmlns:a16="http://schemas.microsoft.com/office/drawing/2014/main" id="{50D5E31D-618A-449B-8473-E5A94ED923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47" name="Group 77">
              <a:extLst>
                <a:ext uri="{FF2B5EF4-FFF2-40B4-BE49-F238E27FC236}">
                  <a16:creationId xmlns:a16="http://schemas.microsoft.com/office/drawing/2014/main" id="{74108F16-FC0C-49FD-B661-DD9EE53587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7399" y="3826882"/>
              <a:ext cx="1885950" cy="228600"/>
              <a:chOff x="1872" y="2160"/>
              <a:chExt cx="3456" cy="528"/>
            </a:xfrm>
          </p:grpSpPr>
          <p:grpSp>
            <p:nvGrpSpPr>
              <p:cNvPr id="48" name="Group 10">
                <a:extLst>
                  <a:ext uri="{FF2B5EF4-FFF2-40B4-BE49-F238E27FC236}">
                    <a16:creationId xmlns:a16="http://schemas.microsoft.com/office/drawing/2014/main" id="{B13B6B9B-36BD-4F93-9D1E-C61E23709D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89" name="Arc 5">
                  <a:extLst>
                    <a:ext uri="{FF2B5EF4-FFF2-40B4-BE49-F238E27FC236}">
                      <a16:creationId xmlns:a16="http://schemas.microsoft.com/office/drawing/2014/main" id="{68BA63F1-6DF5-4A51-BB13-C60D8AABD5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90" name="Arc 6">
                  <a:extLst>
                    <a:ext uri="{FF2B5EF4-FFF2-40B4-BE49-F238E27FC236}">
                      <a16:creationId xmlns:a16="http://schemas.microsoft.com/office/drawing/2014/main" id="{A1067F58-8B5A-4955-90FC-0952C4AE26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49" name="Group 9">
                <a:extLst>
                  <a:ext uri="{FF2B5EF4-FFF2-40B4-BE49-F238E27FC236}">
                    <a16:creationId xmlns:a16="http://schemas.microsoft.com/office/drawing/2014/main" id="{CD3EFBF8-83A0-4CF9-A3CD-DB8E67A153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87" name="Arc 7">
                  <a:extLst>
                    <a:ext uri="{FF2B5EF4-FFF2-40B4-BE49-F238E27FC236}">
                      <a16:creationId xmlns:a16="http://schemas.microsoft.com/office/drawing/2014/main" id="{947A8E94-0831-449A-9895-3B45D07D5C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88" name="Arc 8">
                  <a:extLst>
                    <a:ext uri="{FF2B5EF4-FFF2-40B4-BE49-F238E27FC236}">
                      <a16:creationId xmlns:a16="http://schemas.microsoft.com/office/drawing/2014/main" id="{E13462E0-060F-4846-829A-1EC1408B24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50" name="Line 12">
                <a:extLst>
                  <a:ext uri="{FF2B5EF4-FFF2-40B4-BE49-F238E27FC236}">
                    <a16:creationId xmlns:a16="http://schemas.microsoft.com/office/drawing/2014/main" id="{06E33F54-1FE4-437A-BB18-4B528D147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51" name="Group 56">
                <a:extLst>
                  <a:ext uri="{FF2B5EF4-FFF2-40B4-BE49-F238E27FC236}">
                    <a16:creationId xmlns:a16="http://schemas.microsoft.com/office/drawing/2014/main" id="{D889849C-9EA5-4EE2-AECD-28CBF5237C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83" name="Line 15">
                  <a:extLst>
                    <a:ext uri="{FF2B5EF4-FFF2-40B4-BE49-F238E27FC236}">
                      <a16:creationId xmlns:a16="http://schemas.microsoft.com/office/drawing/2014/main" id="{CD9FF0B6-4FC0-42A6-8BCF-8E6012A7F8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4" name="Line 16">
                  <a:extLst>
                    <a:ext uri="{FF2B5EF4-FFF2-40B4-BE49-F238E27FC236}">
                      <a16:creationId xmlns:a16="http://schemas.microsoft.com/office/drawing/2014/main" id="{A3D39CA4-95C4-4CB9-822C-6B78F2CC2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5" name="Line 17">
                  <a:extLst>
                    <a:ext uri="{FF2B5EF4-FFF2-40B4-BE49-F238E27FC236}">
                      <a16:creationId xmlns:a16="http://schemas.microsoft.com/office/drawing/2014/main" id="{1B77DFAB-D1A6-4540-8AB2-7DC1B612C8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6" name="Line 18">
                  <a:extLst>
                    <a:ext uri="{FF2B5EF4-FFF2-40B4-BE49-F238E27FC236}">
                      <a16:creationId xmlns:a16="http://schemas.microsoft.com/office/drawing/2014/main" id="{8B823563-3978-418A-AAC0-A95C889970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52" name="Line 43">
                <a:extLst>
                  <a:ext uri="{FF2B5EF4-FFF2-40B4-BE49-F238E27FC236}">
                    <a16:creationId xmlns:a16="http://schemas.microsoft.com/office/drawing/2014/main" id="{8AEB6FB6-A9FC-40B5-BFA2-00BF55648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" name="Line 44">
                <a:extLst>
                  <a:ext uri="{FF2B5EF4-FFF2-40B4-BE49-F238E27FC236}">
                    <a16:creationId xmlns:a16="http://schemas.microsoft.com/office/drawing/2014/main" id="{F49102F1-F3BD-44F2-BE41-545708D5CA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4" name="Line 45">
                <a:extLst>
                  <a:ext uri="{FF2B5EF4-FFF2-40B4-BE49-F238E27FC236}">
                    <a16:creationId xmlns:a16="http://schemas.microsoft.com/office/drawing/2014/main" id="{B4906DF4-E045-4A33-9961-D71138240D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5" name="Line 46">
                <a:extLst>
                  <a:ext uri="{FF2B5EF4-FFF2-40B4-BE49-F238E27FC236}">
                    <a16:creationId xmlns:a16="http://schemas.microsoft.com/office/drawing/2014/main" id="{4976B827-D836-4FB5-B001-A71D4CEEA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6" name="Line 47">
                <a:extLst>
                  <a:ext uri="{FF2B5EF4-FFF2-40B4-BE49-F238E27FC236}">
                    <a16:creationId xmlns:a16="http://schemas.microsoft.com/office/drawing/2014/main" id="{651ABC65-B332-457E-B12D-FF06A1BC3C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" name="Line 48">
                <a:extLst>
                  <a:ext uri="{FF2B5EF4-FFF2-40B4-BE49-F238E27FC236}">
                    <a16:creationId xmlns:a16="http://schemas.microsoft.com/office/drawing/2014/main" id="{F6BC7C03-BC59-425A-9567-736AB5B65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" name="Line 50">
                <a:extLst>
                  <a:ext uri="{FF2B5EF4-FFF2-40B4-BE49-F238E27FC236}">
                    <a16:creationId xmlns:a16="http://schemas.microsoft.com/office/drawing/2014/main" id="{F9693EB0-59A5-4780-AB86-AB200E6982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9" name="Line 51">
                <a:extLst>
                  <a:ext uri="{FF2B5EF4-FFF2-40B4-BE49-F238E27FC236}">
                    <a16:creationId xmlns:a16="http://schemas.microsoft.com/office/drawing/2014/main" id="{29923DC8-80F4-4E5F-82B3-47F8E9C12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0" name="Line 52">
                <a:extLst>
                  <a:ext uri="{FF2B5EF4-FFF2-40B4-BE49-F238E27FC236}">
                    <a16:creationId xmlns:a16="http://schemas.microsoft.com/office/drawing/2014/main" id="{A5D023BF-2479-4107-AD72-A6B409952F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1" name="AutoShape 53" descr="Wide downward diagonal">
                <a:extLst>
                  <a:ext uri="{FF2B5EF4-FFF2-40B4-BE49-F238E27FC236}">
                    <a16:creationId xmlns:a16="http://schemas.microsoft.com/office/drawing/2014/main" id="{73328271-E963-4D8C-8199-0E0131E0C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62" name="AutoShape 54" descr="Wide downward diagonal">
                <a:extLst>
                  <a:ext uri="{FF2B5EF4-FFF2-40B4-BE49-F238E27FC236}">
                    <a16:creationId xmlns:a16="http://schemas.microsoft.com/office/drawing/2014/main" id="{08F410EF-1154-4487-A26B-CDE7E4042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63" name="Group 57">
                <a:extLst>
                  <a:ext uri="{FF2B5EF4-FFF2-40B4-BE49-F238E27FC236}">
                    <a16:creationId xmlns:a16="http://schemas.microsoft.com/office/drawing/2014/main" id="{9F40ED7B-0EB0-400A-9C28-5A091C5BDB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79" name="Line 58">
                  <a:extLst>
                    <a:ext uri="{FF2B5EF4-FFF2-40B4-BE49-F238E27FC236}">
                      <a16:creationId xmlns:a16="http://schemas.microsoft.com/office/drawing/2014/main" id="{EBC81EFD-C586-4180-A74D-2A9115EA1A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0" name="Line 59">
                  <a:extLst>
                    <a:ext uri="{FF2B5EF4-FFF2-40B4-BE49-F238E27FC236}">
                      <a16:creationId xmlns:a16="http://schemas.microsoft.com/office/drawing/2014/main" id="{42C93F10-E239-414C-BF44-881B3B8437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1" name="Line 60">
                  <a:extLst>
                    <a:ext uri="{FF2B5EF4-FFF2-40B4-BE49-F238E27FC236}">
                      <a16:creationId xmlns:a16="http://schemas.microsoft.com/office/drawing/2014/main" id="{4D04A4E7-A8E5-4530-826C-34C188D6FF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2" name="Line 61">
                  <a:extLst>
                    <a:ext uri="{FF2B5EF4-FFF2-40B4-BE49-F238E27FC236}">
                      <a16:creationId xmlns:a16="http://schemas.microsoft.com/office/drawing/2014/main" id="{1CCBB668-568F-4AD2-8B3E-2B5CC6F3B0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4" name="Group 62">
                <a:extLst>
                  <a:ext uri="{FF2B5EF4-FFF2-40B4-BE49-F238E27FC236}">
                    <a16:creationId xmlns:a16="http://schemas.microsoft.com/office/drawing/2014/main" id="{4A413A78-9CAC-460E-81EE-8A3DBA4E7A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75" name="Line 63">
                  <a:extLst>
                    <a:ext uri="{FF2B5EF4-FFF2-40B4-BE49-F238E27FC236}">
                      <a16:creationId xmlns:a16="http://schemas.microsoft.com/office/drawing/2014/main" id="{A542F2A2-5991-4B74-9DE3-D676AA0A82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6" name="Line 64">
                  <a:extLst>
                    <a:ext uri="{FF2B5EF4-FFF2-40B4-BE49-F238E27FC236}">
                      <a16:creationId xmlns:a16="http://schemas.microsoft.com/office/drawing/2014/main" id="{E2B48CAD-B54A-47F6-A171-211D27643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7" name="Line 65">
                  <a:extLst>
                    <a:ext uri="{FF2B5EF4-FFF2-40B4-BE49-F238E27FC236}">
                      <a16:creationId xmlns:a16="http://schemas.microsoft.com/office/drawing/2014/main" id="{97EB65D2-CD45-4DBC-9BEE-6C2139277B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8" name="Line 66">
                  <a:extLst>
                    <a:ext uri="{FF2B5EF4-FFF2-40B4-BE49-F238E27FC236}">
                      <a16:creationId xmlns:a16="http://schemas.microsoft.com/office/drawing/2014/main" id="{B6EB2FA7-D3A3-46F0-AB4A-1B463440EB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5" name="Group 67">
                <a:extLst>
                  <a:ext uri="{FF2B5EF4-FFF2-40B4-BE49-F238E27FC236}">
                    <a16:creationId xmlns:a16="http://schemas.microsoft.com/office/drawing/2014/main" id="{F6EA329E-7003-4FF4-ADBE-3F21926D0E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71" name="Line 68">
                  <a:extLst>
                    <a:ext uri="{FF2B5EF4-FFF2-40B4-BE49-F238E27FC236}">
                      <a16:creationId xmlns:a16="http://schemas.microsoft.com/office/drawing/2014/main" id="{7B66C20F-73E9-4E7C-9359-66ED85D24D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2" name="Line 69">
                  <a:extLst>
                    <a:ext uri="{FF2B5EF4-FFF2-40B4-BE49-F238E27FC236}">
                      <a16:creationId xmlns:a16="http://schemas.microsoft.com/office/drawing/2014/main" id="{D2701A5D-022B-4E72-A971-40E1DE2FBC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3" name="Line 70">
                  <a:extLst>
                    <a:ext uri="{FF2B5EF4-FFF2-40B4-BE49-F238E27FC236}">
                      <a16:creationId xmlns:a16="http://schemas.microsoft.com/office/drawing/2014/main" id="{DE310500-EB95-4A4B-8CB4-29638ECC9E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4" name="Line 71">
                  <a:extLst>
                    <a:ext uri="{FF2B5EF4-FFF2-40B4-BE49-F238E27FC236}">
                      <a16:creationId xmlns:a16="http://schemas.microsoft.com/office/drawing/2014/main" id="{A2101B2D-8C6B-432C-9134-04C8C03975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6" name="Group 72">
                <a:extLst>
                  <a:ext uri="{FF2B5EF4-FFF2-40B4-BE49-F238E27FC236}">
                    <a16:creationId xmlns:a16="http://schemas.microsoft.com/office/drawing/2014/main" id="{3D47904C-2797-4916-8BF3-3084F456BB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67" name="Line 73">
                  <a:extLst>
                    <a:ext uri="{FF2B5EF4-FFF2-40B4-BE49-F238E27FC236}">
                      <a16:creationId xmlns:a16="http://schemas.microsoft.com/office/drawing/2014/main" id="{4C8F99FE-1515-4180-8120-BC844D455E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8" name="Line 74">
                  <a:extLst>
                    <a:ext uri="{FF2B5EF4-FFF2-40B4-BE49-F238E27FC236}">
                      <a16:creationId xmlns:a16="http://schemas.microsoft.com/office/drawing/2014/main" id="{FC28D43F-E1DD-4074-812D-E2F03AD808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9" name="Line 75">
                  <a:extLst>
                    <a:ext uri="{FF2B5EF4-FFF2-40B4-BE49-F238E27FC236}">
                      <a16:creationId xmlns:a16="http://schemas.microsoft.com/office/drawing/2014/main" id="{D8AB5095-BFDD-475B-9CA5-E7AD2A9167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0" name="Line 76">
                  <a:extLst>
                    <a:ext uri="{FF2B5EF4-FFF2-40B4-BE49-F238E27FC236}">
                      <a16:creationId xmlns:a16="http://schemas.microsoft.com/office/drawing/2014/main" id="{A06305CA-6C0A-4CC1-BE45-2D2882E0FE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91" name="Group 77">
              <a:extLst>
                <a:ext uri="{FF2B5EF4-FFF2-40B4-BE49-F238E27FC236}">
                  <a16:creationId xmlns:a16="http://schemas.microsoft.com/office/drawing/2014/main" id="{D9348F2A-414F-430D-ABEF-C02AB886F693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915887" y="3831049"/>
              <a:ext cx="1885950" cy="228600"/>
              <a:chOff x="1872" y="2160"/>
              <a:chExt cx="3456" cy="528"/>
            </a:xfrm>
          </p:grpSpPr>
          <p:grpSp>
            <p:nvGrpSpPr>
              <p:cNvPr id="92" name="Group 10">
                <a:extLst>
                  <a:ext uri="{FF2B5EF4-FFF2-40B4-BE49-F238E27FC236}">
                    <a16:creationId xmlns:a16="http://schemas.microsoft.com/office/drawing/2014/main" id="{50CCEC5D-4999-4C0D-A730-2A21090296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133" name="Arc 5">
                  <a:extLst>
                    <a:ext uri="{FF2B5EF4-FFF2-40B4-BE49-F238E27FC236}">
                      <a16:creationId xmlns:a16="http://schemas.microsoft.com/office/drawing/2014/main" id="{271EE402-80F0-4147-853B-9191512891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4" name="Arc 6">
                  <a:extLst>
                    <a:ext uri="{FF2B5EF4-FFF2-40B4-BE49-F238E27FC236}">
                      <a16:creationId xmlns:a16="http://schemas.microsoft.com/office/drawing/2014/main" id="{23041494-9D79-4EB7-BC4F-E037D0899F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93" name="Group 9">
                <a:extLst>
                  <a:ext uri="{FF2B5EF4-FFF2-40B4-BE49-F238E27FC236}">
                    <a16:creationId xmlns:a16="http://schemas.microsoft.com/office/drawing/2014/main" id="{A68EEAB9-771F-410E-9BD3-F4B964B051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131" name="Arc 7">
                  <a:extLst>
                    <a:ext uri="{FF2B5EF4-FFF2-40B4-BE49-F238E27FC236}">
                      <a16:creationId xmlns:a16="http://schemas.microsoft.com/office/drawing/2014/main" id="{06A43F26-1BC4-45EE-A6FF-09EC09E338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2" name="Arc 8">
                  <a:extLst>
                    <a:ext uri="{FF2B5EF4-FFF2-40B4-BE49-F238E27FC236}">
                      <a16:creationId xmlns:a16="http://schemas.microsoft.com/office/drawing/2014/main" id="{5CCC99F3-053B-482B-A377-A0BC444E3B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94" name="Line 12">
                <a:extLst>
                  <a:ext uri="{FF2B5EF4-FFF2-40B4-BE49-F238E27FC236}">
                    <a16:creationId xmlns:a16="http://schemas.microsoft.com/office/drawing/2014/main" id="{196B036E-9C59-4CA1-A270-4AF8F79F4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95" name="Group 56">
                <a:extLst>
                  <a:ext uri="{FF2B5EF4-FFF2-40B4-BE49-F238E27FC236}">
                    <a16:creationId xmlns:a16="http://schemas.microsoft.com/office/drawing/2014/main" id="{3864A783-A7C9-4F15-B9C8-2EDD39565A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127" name="Line 15">
                  <a:extLst>
                    <a:ext uri="{FF2B5EF4-FFF2-40B4-BE49-F238E27FC236}">
                      <a16:creationId xmlns:a16="http://schemas.microsoft.com/office/drawing/2014/main" id="{85687701-4CBA-48A7-BD07-4F7A236CBB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8" name="Line 16">
                  <a:extLst>
                    <a:ext uri="{FF2B5EF4-FFF2-40B4-BE49-F238E27FC236}">
                      <a16:creationId xmlns:a16="http://schemas.microsoft.com/office/drawing/2014/main" id="{E0DD94A9-D0B2-4DD3-BF7C-E3F19DC9F9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9" name="Line 17">
                  <a:extLst>
                    <a:ext uri="{FF2B5EF4-FFF2-40B4-BE49-F238E27FC236}">
                      <a16:creationId xmlns:a16="http://schemas.microsoft.com/office/drawing/2014/main" id="{9EEA98A0-AC72-4F91-8CD5-5169F50866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30" name="Line 18">
                  <a:extLst>
                    <a:ext uri="{FF2B5EF4-FFF2-40B4-BE49-F238E27FC236}">
                      <a16:creationId xmlns:a16="http://schemas.microsoft.com/office/drawing/2014/main" id="{AF69DC25-B49D-4832-A5C9-390AFB4D12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96" name="Line 43">
                <a:extLst>
                  <a:ext uri="{FF2B5EF4-FFF2-40B4-BE49-F238E27FC236}">
                    <a16:creationId xmlns:a16="http://schemas.microsoft.com/office/drawing/2014/main" id="{F2875A7A-E7BB-41DE-9E08-DFAEE082E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7" name="Line 44">
                <a:extLst>
                  <a:ext uri="{FF2B5EF4-FFF2-40B4-BE49-F238E27FC236}">
                    <a16:creationId xmlns:a16="http://schemas.microsoft.com/office/drawing/2014/main" id="{79CB4FC4-7531-48DC-883A-3D86272040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8" name="Line 45">
                <a:extLst>
                  <a:ext uri="{FF2B5EF4-FFF2-40B4-BE49-F238E27FC236}">
                    <a16:creationId xmlns:a16="http://schemas.microsoft.com/office/drawing/2014/main" id="{E21BEC4C-2929-4BC2-9995-CDE7A07247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9" name="Line 46">
                <a:extLst>
                  <a:ext uri="{FF2B5EF4-FFF2-40B4-BE49-F238E27FC236}">
                    <a16:creationId xmlns:a16="http://schemas.microsoft.com/office/drawing/2014/main" id="{F548EEBB-2D20-46B1-AF56-208932F03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0" name="Line 47">
                <a:extLst>
                  <a:ext uri="{FF2B5EF4-FFF2-40B4-BE49-F238E27FC236}">
                    <a16:creationId xmlns:a16="http://schemas.microsoft.com/office/drawing/2014/main" id="{81CC1977-BB8A-45A8-9B18-B57311D551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1" name="Line 48">
                <a:extLst>
                  <a:ext uri="{FF2B5EF4-FFF2-40B4-BE49-F238E27FC236}">
                    <a16:creationId xmlns:a16="http://schemas.microsoft.com/office/drawing/2014/main" id="{EF71754A-FB61-4220-8855-C424D9CC41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2" name="Line 50">
                <a:extLst>
                  <a:ext uri="{FF2B5EF4-FFF2-40B4-BE49-F238E27FC236}">
                    <a16:creationId xmlns:a16="http://schemas.microsoft.com/office/drawing/2014/main" id="{05F25472-20CB-438D-B793-6E87F42FB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3" name="Line 51">
                <a:extLst>
                  <a:ext uri="{FF2B5EF4-FFF2-40B4-BE49-F238E27FC236}">
                    <a16:creationId xmlns:a16="http://schemas.microsoft.com/office/drawing/2014/main" id="{CABF8106-498B-4C27-A872-3B90DE6CE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4" name="Line 52">
                <a:extLst>
                  <a:ext uri="{FF2B5EF4-FFF2-40B4-BE49-F238E27FC236}">
                    <a16:creationId xmlns:a16="http://schemas.microsoft.com/office/drawing/2014/main" id="{8B6FD917-BDA4-4C8C-896F-BF1ACCCCA0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5" name="AutoShape 53" descr="Wide downward diagonal">
                <a:extLst>
                  <a:ext uri="{FF2B5EF4-FFF2-40B4-BE49-F238E27FC236}">
                    <a16:creationId xmlns:a16="http://schemas.microsoft.com/office/drawing/2014/main" id="{36EEFF33-D2EE-40BB-8655-8D4EEF8B49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06" name="AutoShape 54" descr="Wide downward diagonal">
                <a:extLst>
                  <a:ext uri="{FF2B5EF4-FFF2-40B4-BE49-F238E27FC236}">
                    <a16:creationId xmlns:a16="http://schemas.microsoft.com/office/drawing/2014/main" id="{69D7D0A2-0938-408B-9048-64DCF083B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07" name="Group 57">
                <a:extLst>
                  <a:ext uri="{FF2B5EF4-FFF2-40B4-BE49-F238E27FC236}">
                    <a16:creationId xmlns:a16="http://schemas.microsoft.com/office/drawing/2014/main" id="{300B04F8-1CDA-43D4-99AB-73949F62DF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123" name="Line 58">
                  <a:extLst>
                    <a:ext uri="{FF2B5EF4-FFF2-40B4-BE49-F238E27FC236}">
                      <a16:creationId xmlns:a16="http://schemas.microsoft.com/office/drawing/2014/main" id="{1DF59556-578A-4E37-8188-5234B9F06B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4" name="Line 59">
                  <a:extLst>
                    <a:ext uri="{FF2B5EF4-FFF2-40B4-BE49-F238E27FC236}">
                      <a16:creationId xmlns:a16="http://schemas.microsoft.com/office/drawing/2014/main" id="{FF9DB8D6-080A-4102-B198-4AD957B99A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5" name="Line 60">
                  <a:extLst>
                    <a:ext uri="{FF2B5EF4-FFF2-40B4-BE49-F238E27FC236}">
                      <a16:creationId xmlns:a16="http://schemas.microsoft.com/office/drawing/2014/main" id="{E9DE33AD-EBFD-43F0-8482-A4F22BA593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6" name="Line 61">
                  <a:extLst>
                    <a:ext uri="{FF2B5EF4-FFF2-40B4-BE49-F238E27FC236}">
                      <a16:creationId xmlns:a16="http://schemas.microsoft.com/office/drawing/2014/main" id="{E6B94BA4-2E40-4A32-8121-FF7BA44377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8" name="Group 62">
                <a:extLst>
                  <a:ext uri="{FF2B5EF4-FFF2-40B4-BE49-F238E27FC236}">
                    <a16:creationId xmlns:a16="http://schemas.microsoft.com/office/drawing/2014/main" id="{ECCEA954-96EE-435F-AF0C-2AC2A32DB9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119" name="Line 63">
                  <a:extLst>
                    <a:ext uri="{FF2B5EF4-FFF2-40B4-BE49-F238E27FC236}">
                      <a16:creationId xmlns:a16="http://schemas.microsoft.com/office/drawing/2014/main" id="{0E78BE06-AC13-4B91-93CF-47CB4A4C47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0" name="Line 64">
                  <a:extLst>
                    <a:ext uri="{FF2B5EF4-FFF2-40B4-BE49-F238E27FC236}">
                      <a16:creationId xmlns:a16="http://schemas.microsoft.com/office/drawing/2014/main" id="{F253D55C-39DE-43D0-9EA8-1BF0E47294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1" name="Line 65">
                  <a:extLst>
                    <a:ext uri="{FF2B5EF4-FFF2-40B4-BE49-F238E27FC236}">
                      <a16:creationId xmlns:a16="http://schemas.microsoft.com/office/drawing/2014/main" id="{4CA9FD4F-8C4E-420C-A941-90CE36E95C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2" name="Line 66">
                  <a:extLst>
                    <a:ext uri="{FF2B5EF4-FFF2-40B4-BE49-F238E27FC236}">
                      <a16:creationId xmlns:a16="http://schemas.microsoft.com/office/drawing/2014/main" id="{2A2CD4C3-A7E4-4859-B866-0C2493D531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9" name="Group 67">
                <a:extLst>
                  <a:ext uri="{FF2B5EF4-FFF2-40B4-BE49-F238E27FC236}">
                    <a16:creationId xmlns:a16="http://schemas.microsoft.com/office/drawing/2014/main" id="{48117412-D296-4C60-8E98-E25022A7BD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115" name="Line 68">
                  <a:extLst>
                    <a:ext uri="{FF2B5EF4-FFF2-40B4-BE49-F238E27FC236}">
                      <a16:creationId xmlns:a16="http://schemas.microsoft.com/office/drawing/2014/main" id="{158827B4-4D36-44CD-94A1-C9F19F965A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6" name="Line 69">
                  <a:extLst>
                    <a:ext uri="{FF2B5EF4-FFF2-40B4-BE49-F238E27FC236}">
                      <a16:creationId xmlns:a16="http://schemas.microsoft.com/office/drawing/2014/main" id="{E6F19F08-BE55-4950-ACCD-BD093C1C35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7" name="Line 70">
                  <a:extLst>
                    <a:ext uri="{FF2B5EF4-FFF2-40B4-BE49-F238E27FC236}">
                      <a16:creationId xmlns:a16="http://schemas.microsoft.com/office/drawing/2014/main" id="{6E12FE96-4B17-4357-9107-7A77B4982C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8" name="Line 71">
                  <a:extLst>
                    <a:ext uri="{FF2B5EF4-FFF2-40B4-BE49-F238E27FC236}">
                      <a16:creationId xmlns:a16="http://schemas.microsoft.com/office/drawing/2014/main" id="{985CF519-0239-43AD-A4D1-AA88F4C38A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10" name="Group 72">
                <a:extLst>
                  <a:ext uri="{FF2B5EF4-FFF2-40B4-BE49-F238E27FC236}">
                    <a16:creationId xmlns:a16="http://schemas.microsoft.com/office/drawing/2014/main" id="{C76BC46D-150E-4DFD-BE7D-139541DF53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111" name="Line 73">
                  <a:extLst>
                    <a:ext uri="{FF2B5EF4-FFF2-40B4-BE49-F238E27FC236}">
                      <a16:creationId xmlns:a16="http://schemas.microsoft.com/office/drawing/2014/main" id="{8D3ABAA6-BEDE-42CA-B175-76D3F0CB3A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2" name="Line 74">
                  <a:extLst>
                    <a:ext uri="{FF2B5EF4-FFF2-40B4-BE49-F238E27FC236}">
                      <a16:creationId xmlns:a16="http://schemas.microsoft.com/office/drawing/2014/main" id="{1715D152-0F7E-4EB8-8921-971DA9E71E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3" name="Line 75">
                  <a:extLst>
                    <a:ext uri="{FF2B5EF4-FFF2-40B4-BE49-F238E27FC236}">
                      <a16:creationId xmlns:a16="http://schemas.microsoft.com/office/drawing/2014/main" id="{4839D98D-3346-41AA-821D-1CE1DF260D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4" name="Line 76">
                  <a:extLst>
                    <a:ext uri="{FF2B5EF4-FFF2-40B4-BE49-F238E27FC236}">
                      <a16:creationId xmlns:a16="http://schemas.microsoft.com/office/drawing/2014/main" id="{FEB7D4B3-28E2-44D4-B62D-456701061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79" name="Grupo 178">
              <a:extLst>
                <a:ext uri="{FF2B5EF4-FFF2-40B4-BE49-F238E27FC236}">
                  <a16:creationId xmlns:a16="http://schemas.microsoft.com/office/drawing/2014/main" id="{1AB806D3-6F27-4406-B95D-0465A512CEA9}"/>
                </a:ext>
              </a:extLst>
            </p:cNvPr>
            <p:cNvGrpSpPr/>
            <p:nvPr/>
          </p:nvGrpSpPr>
          <p:grpSpPr>
            <a:xfrm rot="10800000">
              <a:off x="3786232" y="3831049"/>
              <a:ext cx="231924" cy="228600"/>
              <a:chOff x="5643563" y="1257300"/>
              <a:chExt cx="231924" cy="228600"/>
            </a:xfrm>
          </p:grpSpPr>
          <p:sp>
            <p:nvSpPr>
              <p:cNvPr id="140" name="Line 43">
                <a:extLst>
                  <a:ext uri="{FF2B5EF4-FFF2-40B4-BE49-F238E27FC236}">
                    <a16:creationId xmlns:a16="http://schemas.microsoft.com/office/drawing/2014/main" id="{9BB72249-4331-48B6-BE6F-F6EBFC70A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21462" y="1279381"/>
                <a:ext cx="0" cy="184439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1" name="Line 44">
                <a:extLst>
                  <a:ext uri="{FF2B5EF4-FFF2-40B4-BE49-F238E27FC236}">
                    <a16:creationId xmlns:a16="http://schemas.microsoft.com/office/drawing/2014/main" id="{CDB85C93-21C7-44C0-8D7C-D9FCB7D59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74531" y="1278082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2" name="Line 45">
                <a:extLst>
                  <a:ext uri="{FF2B5EF4-FFF2-40B4-BE49-F238E27FC236}">
                    <a16:creationId xmlns:a16="http://schemas.microsoft.com/office/drawing/2014/main" id="{5A5D46CB-0F08-4373-8028-B50B16D75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8188" y="1373765"/>
                <a:ext cx="57299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3" name="Line 46">
                <a:extLst>
                  <a:ext uri="{FF2B5EF4-FFF2-40B4-BE49-F238E27FC236}">
                    <a16:creationId xmlns:a16="http://schemas.microsoft.com/office/drawing/2014/main" id="{62B7679D-382C-4E30-AB08-0597F7B4F7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6005" y="1280247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4" name="Line 47">
                <a:extLst>
                  <a:ext uri="{FF2B5EF4-FFF2-40B4-BE49-F238E27FC236}">
                    <a16:creationId xmlns:a16="http://schemas.microsoft.com/office/drawing/2014/main" id="{04568921-7D3B-4E5E-A1EC-12C300BF48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6346" y="1373332"/>
                <a:ext cx="57845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5" name="Line 48">
                <a:extLst>
                  <a:ext uri="{FF2B5EF4-FFF2-40B4-BE49-F238E27FC236}">
                    <a16:creationId xmlns:a16="http://schemas.microsoft.com/office/drawing/2014/main" id="{384CBE60-0297-40E0-BD0B-C9E2E835D5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3563" y="137419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6" name="Line 50">
                <a:extLst>
                  <a:ext uri="{FF2B5EF4-FFF2-40B4-BE49-F238E27FC236}">
                    <a16:creationId xmlns:a16="http://schemas.microsoft.com/office/drawing/2014/main" id="{4EF2A389-CDD2-4BCA-991C-8D2298159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51202" y="135081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7" name="Line 51">
                <a:extLst>
                  <a:ext uri="{FF2B5EF4-FFF2-40B4-BE49-F238E27FC236}">
                    <a16:creationId xmlns:a16="http://schemas.microsoft.com/office/drawing/2014/main" id="{0E436068-A6B9-412C-A20A-CE981DEC7F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5077" y="1351251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8" name="Line 52">
                <a:extLst>
                  <a:ext uri="{FF2B5EF4-FFF2-40B4-BE49-F238E27FC236}">
                    <a16:creationId xmlns:a16="http://schemas.microsoft.com/office/drawing/2014/main" id="{9A3D9E29-41C3-4ECD-A184-E265887CEC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6168" y="1394980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9" name="AutoShape 53" descr="Wide downward diagonal">
                <a:extLst>
                  <a:ext uri="{FF2B5EF4-FFF2-40B4-BE49-F238E27FC236}">
                    <a16:creationId xmlns:a16="http://schemas.microsoft.com/office/drawing/2014/main" id="{C422EF11-3AF2-4B69-8206-18731D3B3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430482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50" name="AutoShape 54" descr="Wide downward diagonal">
                <a:extLst>
                  <a:ext uri="{FF2B5EF4-FFF2-40B4-BE49-F238E27FC236}">
                    <a16:creationId xmlns:a16="http://schemas.microsoft.com/office/drawing/2014/main" id="{CA37CCDD-5334-43F6-B4F6-6C63DF3D9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257300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cxnSp>
        <p:nvCxnSpPr>
          <p:cNvPr id="185" name="Conector recto de flecha 184">
            <a:extLst>
              <a:ext uri="{FF2B5EF4-FFF2-40B4-BE49-F238E27FC236}">
                <a16:creationId xmlns:a16="http://schemas.microsoft.com/office/drawing/2014/main" id="{E70A90BD-6C19-42A1-BB4D-0BFE43AE9D86}"/>
              </a:ext>
            </a:extLst>
          </p:cNvPr>
          <p:cNvCxnSpPr>
            <a:cxnSpLocks/>
          </p:cNvCxnSpPr>
          <p:nvPr/>
        </p:nvCxnSpPr>
        <p:spPr>
          <a:xfrm flipH="1" flipV="1">
            <a:off x="2044524" y="3793999"/>
            <a:ext cx="1" cy="292344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FA6D84F1-78C5-4D25-B474-4AD563BC9AFD}"/>
              </a:ext>
            </a:extLst>
          </p:cNvPr>
          <p:cNvCxnSpPr>
            <a:cxnSpLocks/>
          </p:cNvCxnSpPr>
          <p:nvPr/>
        </p:nvCxnSpPr>
        <p:spPr>
          <a:xfrm flipH="1">
            <a:off x="2044127" y="4240630"/>
            <a:ext cx="1" cy="275336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14DA2E3C-31B5-4DA2-B82C-37E12FEE25B2}"/>
              </a:ext>
            </a:extLst>
          </p:cNvPr>
          <p:cNvGrpSpPr/>
          <p:nvPr/>
        </p:nvGrpSpPr>
        <p:grpSpPr>
          <a:xfrm rot="21386330">
            <a:off x="1890095" y="2688903"/>
            <a:ext cx="5622183" cy="234047"/>
            <a:chOff x="1915887" y="3825602"/>
            <a:chExt cx="5622183" cy="234047"/>
          </a:xfrm>
        </p:grpSpPr>
        <p:grpSp>
          <p:nvGrpSpPr>
            <p:cNvPr id="190" name="Group 77">
              <a:extLst>
                <a:ext uri="{FF2B5EF4-FFF2-40B4-BE49-F238E27FC236}">
                  <a16:creationId xmlns:a16="http://schemas.microsoft.com/office/drawing/2014/main" id="{C0D0652A-B6F2-4399-9DA4-BDCA71858D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2120" y="3825602"/>
              <a:ext cx="1885950" cy="228600"/>
              <a:chOff x="1872" y="2160"/>
              <a:chExt cx="3456" cy="528"/>
            </a:xfrm>
          </p:grpSpPr>
          <p:grpSp>
            <p:nvGrpSpPr>
              <p:cNvPr id="291" name="Group 10">
                <a:extLst>
                  <a:ext uri="{FF2B5EF4-FFF2-40B4-BE49-F238E27FC236}">
                    <a16:creationId xmlns:a16="http://schemas.microsoft.com/office/drawing/2014/main" id="{C850B951-1B44-4B85-A18D-DD22108867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332" name="Arc 5">
                  <a:extLst>
                    <a:ext uri="{FF2B5EF4-FFF2-40B4-BE49-F238E27FC236}">
                      <a16:creationId xmlns:a16="http://schemas.microsoft.com/office/drawing/2014/main" id="{7182EE98-83FC-47CE-A6F4-DE1F8D3F43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333" name="Arc 6">
                  <a:extLst>
                    <a:ext uri="{FF2B5EF4-FFF2-40B4-BE49-F238E27FC236}">
                      <a16:creationId xmlns:a16="http://schemas.microsoft.com/office/drawing/2014/main" id="{FB26F64B-EDAF-48C3-A8A1-EBD6197B77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292" name="Group 9">
                <a:extLst>
                  <a:ext uri="{FF2B5EF4-FFF2-40B4-BE49-F238E27FC236}">
                    <a16:creationId xmlns:a16="http://schemas.microsoft.com/office/drawing/2014/main" id="{B18AB657-BA15-4528-9A6B-A951E3F578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330" name="Arc 7">
                  <a:extLst>
                    <a:ext uri="{FF2B5EF4-FFF2-40B4-BE49-F238E27FC236}">
                      <a16:creationId xmlns:a16="http://schemas.microsoft.com/office/drawing/2014/main" id="{AA759D90-53E4-4C9F-852E-EDA2EB21E9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331" name="Arc 8">
                  <a:extLst>
                    <a:ext uri="{FF2B5EF4-FFF2-40B4-BE49-F238E27FC236}">
                      <a16:creationId xmlns:a16="http://schemas.microsoft.com/office/drawing/2014/main" id="{4271B036-F6A8-4CD8-90C8-91C037E65E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293" name="Line 12">
                <a:extLst>
                  <a:ext uri="{FF2B5EF4-FFF2-40B4-BE49-F238E27FC236}">
                    <a16:creationId xmlns:a16="http://schemas.microsoft.com/office/drawing/2014/main" id="{30700E58-3C53-4BD4-98DA-9F2C4023E3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294" name="Group 56">
                <a:extLst>
                  <a:ext uri="{FF2B5EF4-FFF2-40B4-BE49-F238E27FC236}">
                    <a16:creationId xmlns:a16="http://schemas.microsoft.com/office/drawing/2014/main" id="{937E9E1C-48F9-4F1F-8E82-F760568017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326" name="Line 15">
                  <a:extLst>
                    <a:ext uri="{FF2B5EF4-FFF2-40B4-BE49-F238E27FC236}">
                      <a16:creationId xmlns:a16="http://schemas.microsoft.com/office/drawing/2014/main" id="{FD10F269-8AA9-483D-A141-9136A566F7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7" name="Line 16">
                  <a:extLst>
                    <a:ext uri="{FF2B5EF4-FFF2-40B4-BE49-F238E27FC236}">
                      <a16:creationId xmlns:a16="http://schemas.microsoft.com/office/drawing/2014/main" id="{F42FCB46-3870-4211-A4E1-53DEAC55AF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8" name="Line 17">
                  <a:extLst>
                    <a:ext uri="{FF2B5EF4-FFF2-40B4-BE49-F238E27FC236}">
                      <a16:creationId xmlns:a16="http://schemas.microsoft.com/office/drawing/2014/main" id="{0B4207FB-DA25-4E61-8FB3-AC81BF4F69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9" name="Line 18">
                  <a:extLst>
                    <a:ext uri="{FF2B5EF4-FFF2-40B4-BE49-F238E27FC236}">
                      <a16:creationId xmlns:a16="http://schemas.microsoft.com/office/drawing/2014/main" id="{AD4915A2-5E73-4E7A-A05D-DF3D080140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95" name="Line 43">
                <a:extLst>
                  <a:ext uri="{FF2B5EF4-FFF2-40B4-BE49-F238E27FC236}">
                    <a16:creationId xmlns:a16="http://schemas.microsoft.com/office/drawing/2014/main" id="{48805E52-ED18-4EF7-B270-76C423011E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6" name="Line 44">
                <a:extLst>
                  <a:ext uri="{FF2B5EF4-FFF2-40B4-BE49-F238E27FC236}">
                    <a16:creationId xmlns:a16="http://schemas.microsoft.com/office/drawing/2014/main" id="{A256F8D1-0499-4444-A965-7F00978BEC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7" name="Line 45">
                <a:extLst>
                  <a:ext uri="{FF2B5EF4-FFF2-40B4-BE49-F238E27FC236}">
                    <a16:creationId xmlns:a16="http://schemas.microsoft.com/office/drawing/2014/main" id="{EB634605-77F1-488D-9466-08B0419FDE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8" name="Line 46">
                <a:extLst>
                  <a:ext uri="{FF2B5EF4-FFF2-40B4-BE49-F238E27FC236}">
                    <a16:creationId xmlns:a16="http://schemas.microsoft.com/office/drawing/2014/main" id="{15AB8A0A-FABC-4931-837C-F5CA973904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9" name="Line 47">
                <a:extLst>
                  <a:ext uri="{FF2B5EF4-FFF2-40B4-BE49-F238E27FC236}">
                    <a16:creationId xmlns:a16="http://schemas.microsoft.com/office/drawing/2014/main" id="{E2E94822-5C1C-4D55-8F81-A45B3BA7AB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0" name="Line 48">
                <a:extLst>
                  <a:ext uri="{FF2B5EF4-FFF2-40B4-BE49-F238E27FC236}">
                    <a16:creationId xmlns:a16="http://schemas.microsoft.com/office/drawing/2014/main" id="{83038EF4-88FB-4D09-BF3D-DD2E672F79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1" name="Line 50">
                <a:extLst>
                  <a:ext uri="{FF2B5EF4-FFF2-40B4-BE49-F238E27FC236}">
                    <a16:creationId xmlns:a16="http://schemas.microsoft.com/office/drawing/2014/main" id="{DB028627-F4DE-4808-B3CD-B6AB6BC20A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2" name="Line 51">
                <a:extLst>
                  <a:ext uri="{FF2B5EF4-FFF2-40B4-BE49-F238E27FC236}">
                    <a16:creationId xmlns:a16="http://schemas.microsoft.com/office/drawing/2014/main" id="{DDF7957D-426A-4655-BAFD-52B1B7F790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3" name="Line 52">
                <a:extLst>
                  <a:ext uri="{FF2B5EF4-FFF2-40B4-BE49-F238E27FC236}">
                    <a16:creationId xmlns:a16="http://schemas.microsoft.com/office/drawing/2014/main" id="{B043E76E-6EFC-4C01-9397-0F72B552B4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4" name="AutoShape 53" descr="Wide downward diagonal">
                <a:extLst>
                  <a:ext uri="{FF2B5EF4-FFF2-40B4-BE49-F238E27FC236}">
                    <a16:creationId xmlns:a16="http://schemas.microsoft.com/office/drawing/2014/main" id="{16C68B96-A207-49BA-9A00-A1EC662F09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305" name="AutoShape 54" descr="Wide downward diagonal">
                <a:extLst>
                  <a:ext uri="{FF2B5EF4-FFF2-40B4-BE49-F238E27FC236}">
                    <a16:creationId xmlns:a16="http://schemas.microsoft.com/office/drawing/2014/main" id="{8396DC9F-EEF6-4A08-962C-D9C1B6A66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306" name="Group 57">
                <a:extLst>
                  <a:ext uri="{FF2B5EF4-FFF2-40B4-BE49-F238E27FC236}">
                    <a16:creationId xmlns:a16="http://schemas.microsoft.com/office/drawing/2014/main" id="{5718AD82-EF4B-4B2B-B3BA-8178C47C88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322" name="Line 58">
                  <a:extLst>
                    <a:ext uri="{FF2B5EF4-FFF2-40B4-BE49-F238E27FC236}">
                      <a16:creationId xmlns:a16="http://schemas.microsoft.com/office/drawing/2014/main" id="{D2AA582C-587D-4295-B621-70A584D2F6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3" name="Line 59">
                  <a:extLst>
                    <a:ext uri="{FF2B5EF4-FFF2-40B4-BE49-F238E27FC236}">
                      <a16:creationId xmlns:a16="http://schemas.microsoft.com/office/drawing/2014/main" id="{6F133355-089C-4245-AF85-A44E7E5396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4" name="Line 60">
                  <a:extLst>
                    <a:ext uri="{FF2B5EF4-FFF2-40B4-BE49-F238E27FC236}">
                      <a16:creationId xmlns:a16="http://schemas.microsoft.com/office/drawing/2014/main" id="{967E146B-3CAB-4863-A1C0-03CB833EE5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5" name="Line 61">
                  <a:extLst>
                    <a:ext uri="{FF2B5EF4-FFF2-40B4-BE49-F238E27FC236}">
                      <a16:creationId xmlns:a16="http://schemas.microsoft.com/office/drawing/2014/main" id="{D037A90A-7348-4007-8BE1-FFBEA04FB7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07" name="Group 62">
                <a:extLst>
                  <a:ext uri="{FF2B5EF4-FFF2-40B4-BE49-F238E27FC236}">
                    <a16:creationId xmlns:a16="http://schemas.microsoft.com/office/drawing/2014/main" id="{ADA071E7-6CC9-4709-80ED-4F991EAA7A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318" name="Line 63">
                  <a:extLst>
                    <a:ext uri="{FF2B5EF4-FFF2-40B4-BE49-F238E27FC236}">
                      <a16:creationId xmlns:a16="http://schemas.microsoft.com/office/drawing/2014/main" id="{5486DD08-28D6-4915-8278-555E20B327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9" name="Line 64">
                  <a:extLst>
                    <a:ext uri="{FF2B5EF4-FFF2-40B4-BE49-F238E27FC236}">
                      <a16:creationId xmlns:a16="http://schemas.microsoft.com/office/drawing/2014/main" id="{639FDEDB-6E9C-44C8-AF04-C6532C6EE9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0" name="Line 65">
                  <a:extLst>
                    <a:ext uri="{FF2B5EF4-FFF2-40B4-BE49-F238E27FC236}">
                      <a16:creationId xmlns:a16="http://schemas.microsoft.com/office/drawing/2014/main" id="{B9AFBED7-8BE2-40D2-9ED7-C184A5C12F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1" name="Line 66">
                  <a:extLst>
                    <a:ext uri="{FF2B5EF4-FFF2-40B4-BE49-F238E27FC236}">
                      <a16:creationId xmlns:a16="http://schemas.microsoft.com/office/drawing/2014/main" id="{408B5B22-0AA2-4366-9F6D-E495193232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08" name="Group 67">
                <a:extLst>
                  <a:ext uri="{FF2B5EF4-FFF2-40B4-BE49-F238E27FC236}">
                    <a16:creationId xmlns:a16="http://schemas.microsoft.com/office/drawing/2014/main" id="{50DD4475-FEA9-4900-A421-C1C962277B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314" name="Line 68">
                  <a:extLst>
                    <a:ext uri="{FF2B5EF4-FFF2-40B4-BE49-F238E27FC236}">
                      <a16:creationId xmlns:a16="http://schemas.microsoft.com/office/drawing/2014/main" id="{489EAEDE-0079-49AA-BD91-30FF837C10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5" name="Line 69">
                  <a:extLst>
                    <a:ext uri="{FF2B5EF4-FFF2-40B4-BE49-F238E27FC236}">
                      <a16:creationId xmlns:a16="http://schemas.microsoft.com/office/drawing/2014/main" id="{3486481F-10FC-4169-9D67-561187B258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6" name="Line 70">
                  <a:extLst>
                    <a:ext uri="{FF2B5EF4-FFF2-40B4-BE49-F238E27FC236}">
                      <a16:creationId xmlns:a16="http://schemas.microsoft.com/office/drawing/2014/main" id="{4017842B-EE16-4CBE-9EB1-E61E152A6A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7" name="Line 71">
                  <a:extLst>
                    <a:ext uri="{FF2B5EF4-FFF2-40B4-BE49-F238E27FC236}">
                      <a16:creationId xmlns:a16="http://schemas.microsoft.com/office/drawing/2014/main" id="{EDA0C68B-B6EA-4952-8F1F-BA18ECEFDF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09" name="Group 72">
                <a:extLst>
                  <a:ext uri="{FF2B5EF4-FFF2-40B4-BE49-F238E27FC236}">
                    <a16:creationId xmlns:a16="http://schemas.microsoft.com/office/drawing/2014/main" id="{5BF2F333-0F7F-4AD0-B3B7-59616CB1CA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310" name="Line 73">
                  <a:extLst>
                    <a:ext uri="{FF2B5EF4-FFF2-40B4-BE49-F238E27FC236}">
                      <a16:creationId xmlns:a16="http://schemas.microsoft.com/office/drawing/2014/main" id="{781E030C-AC66-4674-A41A-E620F2BEB4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1" name="Line 74">
                  <a:extLst>
                    <a:ext uri="{FF2B5EF4-FFF2-40B4-BE49-F238E27FC236}">
                      <a16:creationId xmlns:a16="http://schemas.microsoft.com/office/drawing/2014/main" id="{391FE5A2-F5FE-4983-A6B0-701F10FEF7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2" name="Line 75">
                  <a:extLst>
                    <a:ext uri="{FF2B5EF4-FFF2-40B4-BE49-F238E27FC236}">
                      <a16:creationId xmlns:a16="http://schemas.microsoft.com/office/drawing/2014/main" id="{E7F41403-F5FC-47F9-95B3-770C418577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3" name="Line 76">
                  <a:extLst>
                    <a:ext uri="{FF2B5EF4-FFF2-40B4-BE49-F238E27FC236}">
                      <a16:creationId xmlns:a16="http://schemas.microsoft.com/office/drawing/2014/main" id="{DAE4D3A8-A799-4F33-B012-7D83CD1776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91" name="Group 77">
              <a:extLst>
                <a:ext uri="{FF2B5EF4-FFF2-40B4-BE49-F238E27FC236}">
                  <a16:creationId xmlns:a16="http://schemas.microsoft.com/office/drawing/2014/main" id="{60056C70-C28F-4B70-B2DE-EA6ED081FC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7399" y="3826882"/>
              <a:ext cx="1885950" cy="228600"/>
              <a:chOff x="1872" y="2160"/>
              <a:chExt cx="3456" cy="528"/>
            </a:xfrm>
          </p:grpSpPr>
          <p:grpSp>
            <p:nvGrpSpPr>
              <p:cNvPr id="248" name="Group 10">
                <a:extLst>
                  <a:ext uri="{FF2B5EF4-FFF2-40B4-BE49-F238E27FC236}">
                    <a16:creationId xmlns:a16="http://schemas.microsoft.com/office/drawing/2014/main" id="{7C4F9F40-1AFC-4179-97A3-BF93365B8A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289" name="Arc 5">
                  <a:extLst>
                    <a:ext uri="{FF2B5EF4-FFF2-40B4-BE49-F238E27FC236}">
                      <a16:creationId xmlns:a16="http://schemas.microsoft.com/office/drawing/2014/main" id="{02FCA225-55C2-4FAE-A64C-1A0352B4B8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90" name="Arc 6">
                  <a:extLst>
                    <a:ext uri="{FF2B5EF4-FFF2-40B4-BE49-F238E27FC236}">
                      <a16:creationId xmlns:a16="http://schemas.microsoft.com/office/drawing/2014/main" id="{8771ED70-3955-4DB7-A535-F83C7CE1F7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249" name="Group 9">
                <a:extLst>
                  <a:ext uri="{FF2B5EF4-FFF2-40B4-BE49-F238E27FC236}">
                    <a16:creationId xmlns:a16="http://schemas.microsoft.com/office/drawing/2014/main" id="{50C665D3-A025-4B6B-942D-353D2E52B2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287" name="Arc 7">
                  <a:extLst>
                    <a:ext uri="{FF2B5EF4-FFF2-40B4-BE49-F238E27FC236}">
                      <a16:creationId xmlns:a16="http://schemas.microsoft.com/office/drawing/2014/main" id="{7163ED78-FA7D-40AF-9CFA-108A6C5845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88" name="Arc 8">
                  <a:extLst>
                    <a:ext uri="{FF2B5EF4-FFF2-40B4-BE49-F238E27FC236}">
                      <a16:creationId xmlns:a16="http://schemas.microsoft.com/office/drawing/2014/main" id="{4569DED0-683D-4387-B35D-CD3D226A9D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250" name="Line 12">
                <a:extLst>
                  <a:ext uri="{FF2B5EF4-FFF2-40B4-BE49-F238E27FC236}">
                    <a16:creationId xmlns:a16="http://schemas.microsoft.com/office/drawing/2014/main" id="{D90E8E6B-8B33-4600-A6D7-F029CA34EC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251" name="Group 56">
                <a:extLst>
                  <a:ext uri="{FF2B5EF4-FFF2-40B4-BE49-F238E27FC236}">
                    <a16:creationId xmlns:a16="http://schemas.microsoft.com/office/drawing/2014/main" id="{C0B828E6-B2C6-4BEA-940D-C26BFBDD9A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283" name="Line 15">
                  <a:extLst>
                    <a:ext uri="{FF2B5EF4-FFF2-40B4-BE49-F238E27FC236}">
                      <a16:creationId xmlns:a16="http://schemas.microsoft.com/office/drawing/2014/main" id="{A9C629FF-4570-4B5D-9264-ABDF758B3C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4" name="Line 16">
                  <a:extLst>
                    <a:ext uri="{FF2B5EF4-FFF2-40B4-BE49-F238E27FC236}">
                      <a16:creationId xmlns:a16="http://schemas.microsoft.com/office/drawing/2014/main" id="{84934AFD-AEAA-4C1A-BCB9-BFC7468448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5" name="Line 17">
                  <a:extLst>
                    <a:ext uri="{FF2B5EF4-FFF2-40B4-BE49-F238E27FC236}">
                      <a16:creationId xmlns:a16="http://schemas.microsoft.com/office/drawing/2014/main" id="{769A96FD-BEC6-47B4-83AD-4A3487513E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6" name="Line 18">
                  <a:extLst>
                    <a:ext uri="{FF2B5EF4-FFF2-40B4-BE49-F238E27FC236}">
                      <a16:creationId xmlns:a16="http://schemas.microsoft.com/office/drawing/2014/main" id="{3034E885-73AD-4077-B750-804DB130CF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52" name="Line 43">
                <a:extLst>
                  <a:ext uri="{FF2B5EF4-FFF2-40B4-BE49-F238E27FC236}">
                    <a16:creationId xmlns:a16="http://schemas.microsoft.com/office/drawing/2014/main" id="{205283A6-1686-4549-AC0A-109B4DEEBD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3" name="Line 44">
                <a:extLst>
                  <a:ext uri="{FF2B5EF4-FFF2-40B4-BE49-F238E27FC236}">
                    <a16:creationId xmlns:a16="http://schemas.microsoft.com/office/drawing/2014/main" id="{8ADFA139-ADAC-4C66-BAED-310A00A792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4" name="Line 45">
                <a:extLst>
                  <a:ext uri="{FF2B5EF4-FFF2-40B4-BE49-F238E27FC236}">
                    <a16:creationId xmlns:a16="http://schemas.microsoft.com/office/drawing/2014/main" id="{746D7D77-6C05-4A88-B068-09EA443292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5" name="Line 46">
                <a:extLst>
                  <a:ext uri="{FF2B5EF4-FFF2-40B4-BE49-F238E27FC236}">
                    <a16:creationId xmlns:a16="http://schemas.microsoft.com/office/drawing/2014/main" id="{CDFF99AD-D589-4DF1-BA4C-C5C802F0AC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6" name="Line 47">
                <a:extLst>
                  <a:ext uri="{FF2B5EF4-FFF2-40B4-BE49-F238E27FC236}">
                    <a16:creationId xmlns:a16="http://schemas.microsoft.com/office/drawing/2014/main" id="{842E9B58-EEA6-4529-8258-B4085F839A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7" name="Line 48">
                <a:extLst>
                  <a:ext uri="{FF2B5EF4-FFF2-40B4-BE49-F238E27FC236}">
                    <a16:creationId xmlns:a16="http://schemas.microsoft.com/office/drawing/2014/main" id="{EE76CFDB-DB9C-408E-ABBE-CABBDCF33D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8" name="Line 50">
                <a:extLst>
                  <a:ext uri="{FF2B5EF4-FFF2-40B4-BE49-F238E27FC236}">
                    <a16:creationId xmlns:a16="http://schemas.microsoft.com/office/drawing/2014/main" id="{B85F9648-2DD6-4482-B120-3FD8921456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9" name="Line 51">
                <a:extLst>
                  <a:ext uri="{FF2B5EF4-FFF2-40B4-BE49-F238E27FC236}">
                    <a16:creationId xmlns:a16="http://schemas.microsoft.com/office/drawing/2014/main" id="{7ECB4C57-5EFE-439C-B5B5-DFAC96626E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60" name="Line 52">
                <a:extLst>
                  <a:ext uri="{FF2B5EF4-FFF2-40B4-BE49-F238E27FC236}">
                    <a16:creationId xmlns:a16="http://schemas.microsoft.com/office/drawing/2014/main" id="{7B0E335D-FEBD-4198-9592-4BFA2A4A36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61" name="AutoShape 53" descr="Wide downward diagonal">
                <a:extLst>
                  <a:ext uri="{FF2B5EF4-FFF2-40B4-BE49-F238E27FC236}">
                    <a16:creationId xmlns:a16="http://schemas.microsoft.com/office/drawing/2014/main" id="{05772447-C81C-4E2B-A10C-0B1C4E83E7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62" name="AutoShape 54" descr="Wide downward diagonal">
                <a:extLst>
                  <a:ext uri="{FF2B5EF4-FFF2-40B4-BE49-F238E27FC236}">
                    <a16:creationId xmlns:a16="http://schemas.microsoft.com/office/drawing/2014/main" id="{75CBCBA9-1658-44E0-97C9-85889D8B8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263" name="Group 57">
                <a:extLst>
                  <a:ext uri="{FF2B5EF4-FFF2-40B4-BE49-F238E27FC236}">
                    <a16:creationId xmlns:a16="http://schemas.microsoft.com/office/drawing/2014/main" id="{99147D71-70BE-4F1F-9E46-8FA8117E91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279" name="Line 58">
                  <a:extLst>
                    <a:ext uri="{FF2B5EF4-FFF2-40B4-BE49-F238E27FC236}">
                      <a16:creationId xmlns:a16="http://schemas.microsoft.com/office/drawing/2014/main" id="{1D12DE11-DD7C-4488-8CCC-05952B39A3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0" name="Line 59">
                  <a:extLst>
                    <a:ext uri="{FF2B5EF4-FFF2-40B4-BE49-F238E27FC236}">
                      <a16:creationId xmlns:a16="http://schemas.microsoft.com/office/drawing/2014/main" id="{4086ECE9-AC95-42AF-A6E7-6DEF29F06F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1" name="Line 60">
                  <a:extLst>
                    <a:ext uri="{FF2B5EF4-FFF2-40B4-BE49-F238E27FC236}">
                      <a16:creationId xmlns:a16="http://schemas.microsoft.com/office/drawing/2014/main" id="{C8F7EF07-8A8D-45E9-AC0B-9CC93FC133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2" name="Line 61">
                  <a:extLst>
                    <a:ext uri="{FF2B5EF4-FFF2-40B4-BE49-F238E27FC236}">
                      <a16:creationId xmlns:a16="http://schemas.microsoft.com/office/drawing/2014/main" id="{02A74B49-DB64-4C97-9B61-3FECD37C88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64" name="Group 62">
                <a:extLst>
                  <a:ext uri="{FF2B5EF4-FFF2-40B4-BE49-F238E27FC236}">
                    <a16:creationId xmlns:a16="http://schemas.microsoft.com/office/drawing/2014/main" id="{CF6F4081-E092-4BD6-A039-FB54F083F9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275" name="Line 63">
                  <a:extLst>
                    <a:ext uri="{FF2B5EF4-FFF2-40B4-BE49-F238E27FC236}">
                      <a16:creationId xmlns:a16="http://schemas.microsoft.com/office/drawing/2014/main" id="{063814C6-0AFF-4EDD-9723-476402FB95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6" name="Line 64">
                  <a:extLst>
                    <a:ext uri="{FF2B5EF4-FFF2-40B4-BE49-F238E27FC236}">
                      <a16:creationId xmlns:a16="http://schemas.microsoft.com/office/drawing/2014/main" id="{352D276C-D692-4FFA-8C99-2A2FB9867F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7" name="Line 65">
                  <a:extLst>
                    <a:ext uri="{FF2B5EF4-FFF2-40B4-BE49-F238E27FC236}">
                      <a16:creationId xmlns:a16="http://schemas.microsoft.com/office/drawing/2014/main" id="{D22AFB58-551A-4CDF-BA63-C930BA37DC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8" name="Line 66">
                  <a:extLst>
                    <a:ext uri="{FF2B5EF4-FFF2-40B4-BE49-F238E27FC236}">
                      <a16:creationId xmlns:a16="http://schemas.microsoft.com/office/drawing/2014/main" id="{FC8C95B1-B8CE-48A6-804F-3D422561E9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65" name="Group 67">
                <a:extLst>
                  <a:ext uri="{FF2B5EF4-FFF2-40B4-BE49-F238E27FC236}">
                    <a16:creationId xmlns:a16="http://schemas.microsoft.com/office/drawing/2014/main" id="{449E584F-9BC2-4681-89BD-4AA492DF40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71" name="Line 68">
                  <a:extLst>
                    <a:ext uri="{FF2B5EF4-FFF2-40B4-BE49-F238E27FC236}">
                      <a16:creationId xmlns:a16="http://schemas.microsoft.com/office/drawing/2014/main" id="{BE35557B-4CA6-4B8D-8400-DCB0F5422A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2" name="Line 69">
                  <a:extLst>
                    <a:ext uri="{FF2B5EF4-FFF2-40B4-BE49-F238E27FC236}">
                      <a16:creationId xmlns:a16="http://schemas.microsoft.com/office/drawing/2014/main" id="{F91B726B-0AE1-467A-B74D-2135302881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3" name="Line 70">
                  <a:extLst>
                    <a:ext uri="{FF2B5EF4-FFF2-40B4-BE49-F238E27FC236}">
                      <a16:creationId xmlns:a16="http://schemas.microsoft.com/office/drawing/2014/main" id="{E77FA6EE-2AB0-4E9F-A355-4391501D42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4" name="Line 71">
                  <a:extLst>
                    <a:ext uri="{FF2B5EF4-FFF2-40B4-BE49-F238E27FC236}">
                      <a16:creationId xmlns:a16="http://schemas.microsoft.com/office/drawing/2014/main" id="{A9CE81FE-BC84-43D3-94A6-A383354A15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66" name="Group 72">
                <a:extLst>
                  <a:ext uri="{FF2B5EF4-FFF2-40B4-BE49-F238E27FC236}">
                    <a16:creationId xmlns:a16="http://schemas.microsoft.com/office/drawing/2014/main" id="{00B15116-BD36-4041-BFE5-C7C8B1DCA7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67" name="Line 73">
                  <a:extLst>
                    <a:ext uri="{FF2B5EF4-FFF2-40B4-BE49-F238E27FC236}">
                      <a16:creationId xmlns:a16="http://schemas.microsoft.com/office/drawing/2014/main" id="{BEA91A65-5186-42C9-BD82-AC33F481F4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8" name="Line 74">
                  <a:extLst>
                    <a:ext uri="{FF2B5EF4-FFF2-40B4-BE49-F238E27FC236}">
                      <a16:creationId xmlns:a16="http://schemas.microsoft.com/office/drawing/2014/main" id="{9ABAD9BD-7801-47F8-BB18-085C16828C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9" name="Line 75">
                  <a:extLst>
                    <a:ext uri="{FF2B5EF4-FFF2-40B4-BE49-F238E27FC236}">
                      <a16:creationId xmlns:a16="http://schemas.microsoft.com/office/drawing/2014/main" id="{6214C116-4A46-4E8F-9403-B22DA2CF14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0" name="Line 76">
                  <a:extLst>
                    <a:ext uri="{FF2B5EF4-FFF2-40B4-BE49-F238E27FC236}">
                      <a16:creationId xmlns:a16="http://schemas.microsoft.com/office/drawing/2014/main" id="{11D25E0A-A0E2-431E-B84D-B55C3A9272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92" name="Group 77">
              <a:extLst>
                <a:ext uri="{FF2B5EF4-FFF2-40B4-BE49-F238E27FC236}">
                  <a16:creationId xmlns:a16="http://schemas.microsoft.com/office/drawing/2014/main" id="{8F9CC465-135A-4F70-A0EF-707AA8905BA9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915887" y="3831049"/>
              <a:ext cx="1885950" cy="228600"/>
              <a:chOff x="1872" y="2160"/>
              <a:chExt cx="3456" cy="528"/>
            </a:xfrm>
          </p:grpSpPr>
          <p:grpSp>
            <p:nvGrpSpPr>
              <p:cNvPr id="205" name="Group 10">
                <a:extLst>
                  <a:ext uri="{FF2B5EF4-FFF2-40B4-BE49-F238E27FC236}">
                    <a16:creationId xmlns:a16="http://schemas.microsoft.com/office/drawing/2014/main" id="{58312DA3-A0A5-41EC-832E-2570914850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246" name="Arc 5">
                  <a:extLst>
                    <a:ext uri="{FF2B5EF4-FFF2-40B4-BE49-F238E27FC236}">
                      <a16:creationId xmlns:a16="http://schemas.microsoft.com/office/drawing/2014/main" id="{697998C3-599B-48CD-A7E8-D724E69309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47" name="Arc 6">
                  <a:extLst>
                    <a:ext uri="{FF2B5EF4-FFF2-40B4-BE49-F238E27FC236}">
                      <a16:creationId xmlns:a16="http://schemas.microsoft.com/office/drawing/2014/main" id="{5CB3D5A1-3C78-4783-BDC0-F11C6FB0E0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206" name="Group 9">
                <a:extLst>
                  <a:ext uri="{FF2B5EF4-FFF2-40B4-BE49-F238E27FC236}">
                    <a16:creationId xmlns:a16="http://schemas.microsoft.com/office/drawing/2014/main" id="{F8B1F5B5-4107-43B1-AC67-63AD038AC6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244" name="Arc 7">
                  <a:extLst>
                    <a:ext uri="{FF2B5EF4-FFF2-40B4-BE49-F238E27FC236}">
                      <a16:creationId xmlns:a16="http://schemas.microsoft.com/office/drawing/2014/main" id="{66A281FF-FEE6-4C0A-95D2-3EDA371FAE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45" name="Arc 8">
                  <a:extLst>
                    <a:ext uri="{FF2B5EF4-FFF2-40B4-BE49-F238E27FC236}">
                      <a16:creationId xmlns:a16="http://schemas.microsoft.com/office/drawing/2014/main" id="{069DBD19-14A2-4E3F-BA1F-362D476D7D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207" name="Line 12">
                <a:extLst>
                  <a:ext uri="{FF2B5EF4-FFF2-40B4-BE49-F238E27FC236}">
                    <a16:creationId xmlns:a16="http://schemas.microsoft.com/office/drawing/2014/main" id="{3EA80D41-FCEF-4CA9-94C2-85B75FDDAD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208" name="Group 56">
                <a:extLst>
                  <a:ext uri="{FF2B5EF4-FFF2-40B4-BE49-F238E27FC236}">
                    <a16:creationId xmlns:a16="http://schemas.microsoft.com/office/drawing/2014/main" id="{08EACCFA-9C68-4FD4-B880-611912C6BC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240" name="Line 15">
                  <a:extLst>
                    <a:ext uri="{FF2B5EF4-FFF2-40B4-BE49-F238E27FC236}">
                      <a16:creationId xmlns:a16="http://schemas.microsoft.com/office/drawing/2014/main" id="{8B1F3F1D-4A9C-47AD-8D30-4C56EB3BD7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1" name="Line 16">
                  <a:extLst>
                    <a:ext uri="{FF2B5EF4-FFF2-40B4-BE49-F238E27FC236}">
                      <a16:creationId xmlns:a16="http://schemas.microsoft.com/office/drawing/2014/main" id="{3B19C249-2672-48C5-B09A-DB4C138176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2" name="Line 17">
                  <a:extLst>
                    <a:ext uri="{FF2B5EF4-FFF2-40B4-BE49-F238E27FC236}">
                      <a16:creationId xmlns:a16="http://schemas.microsoft.com/office/drawing/2014/main" id="{39FF8350-EE58-4C40-AFBA-685577AB9A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3" name="Line 18">
                  <a:extLst>
                    <a:ext uri="{FF2B5EF4-FFF2-40B4-BE49-F238E27FC236}">
                      <a16:creationId xmlns:a16="http://schemas.microsoft.com/office/drawing/2014/main" id="{2A95279F-7F7A-4222-B5A1-3B49C07334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09" name="Line 43">
                <a:extLst>
                  <a:ext uri="{FF2B5EF4-FFF2-40B4-BE49-F238E27FC236}">
                    <a16:creationId xmlns:a16="http://schemas.microsoft.com/office/drawing/2014/main" id="{830A8D38-37B9-465C-8BFB-D655F275A1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0" name="Line 44">
                <a:extLst>
                  <a:ext uri="{FF2B5EF4-FFF2-40B4-BE49-F238E27FC236}">
                    <a16:creationId xmlns:a16="http://schemas.microsoft.com/office/drawing/2014/main" id="{A8557C60-3EB7-468A-B1AE-A05BFA6B8B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1" name="Line 45">
                <a:extLst>
                  <a:ext uri="{FF2B5EF4-FFF2-40B4-BE49-F238E27FC236}">
                    <a16:creationId xmlns:a16="http://schemas.microsoft.com/office/drawing/2014/main" id="{C989EA2D-46DB-41A9-9F46-649AC8A8E0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2" name="Line 46">
                <a:extLst>
                  <a:ext uri="{FF2B5EF4-FFF2-40B4-BE49-F238E27FC236}">
                    <a16:creationId xmlns:a16="http://schemas.microsoft.com/office/drawing/2014/main" id="{6D2E369B-6954-4FDF-9A76-C50B817D98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3" name="Line 47">
                <a:extLst>
                  <a:ext uri="{FF2B5EF4-FFF2-40B4-BE49-F238E27FC236}">
                    <a16:creationId xmlns:a16="http://schemas.microsoft.com/office/drawing/2014/main" id="{52DCF834-25E9-4F6B-9084-C00F65E156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4" name="Line 48">
                <a:extLst>
                  <a:ext uri="{FF2B5EF4-FFF2-40B4-BE49-F238E27FC236}">
                    <a16:creationId xmlns:a16="http://schemas.microsoft.com/office/drawing/2014/main" id="{F896A925-1D1F-4BF2-BA01-78E54B01B8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5" name="Line 50">
                <a:extLst>
                  <a:ext uri="{FF2B5EF4-FFF2-40B4-BE49-F238E27FC236}">
                    <a16:creationId xmlns:a16="http://schemas.microsoft.com/office/drawing/2014/main" id="{7956287E-0230-4746-BB8E-4EB39E046C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6" name="Line 51">
                <a:extLst>
                  <a:ext uri="{FF2B5EF4-FFF2-40B4-BE49-F238E27FC236}">
                    <a16:creationId xmlns:a16="http://schemas.microsoft.com/office/drawing/2014/main" id="{E748D4D1-8005-4BE3-B72B-C629924BC0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7" name="Line 52">
                <a:extLst>
                  <a:ext uri="{FF2B5EF4-FFF2-40B4-BE49-F238E27FC236}">
                    <a16:creationId xmlns:a16="http://schemas.microsoft.com/office/drawing/2014/main" id="{C7843E4A-E089-4F29-A49B-44C47EB8FC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8" name="AutoShape 53" descr="Wide downward diagonal">
                <a:extLst>
                  <a:ext uri="{FF2B5EF4-FFF2-40B4-BE49-F238E27FC236}">
                    <a16:creationId xmlns:a16="http://schemas.microsoft.com/office/drawing/2014/main" id="{D441DDFE-BB06-4B7C-86E4-913DFFE588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19" name="AutoShape 54" descr="Wide downward diagonal">
                <a:extLst>
                  <a:ext uri="{FF2B5EF4-FFF2-40B4-BE49-F238E27FC236}">
                    <a16:creationId xmlns:a16="http://schemas.microsoft.com/office/drawing/2014/main" id="{A1F764E2-2637-4709-AB09-1F515FD357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220" name="Group 57">
                <a:extLst>
                  <a:ext uri="{FF2B5EF4-FFF2-40B4-BE49-F238E27FC236}">
                    <a16:creationId xmlns:a16="http://schemas.microsoft.com/office/drawing/2014/main" id="{D2175B25-09DE-4CA3-AA25-71C435CF8D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236" name="Line 58">
                  <a:extLst>
                    <a:ext uri="{FF2B5EF4-FFF2-40B4-BE49-F238E27FC236}">
                      <a16:creationId xmlns:a16="http://schemas.microsoft.com/office/drawing/2014/main" id="{8C29AA9E-C7C4-480A-A72C-D7ECA6A11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7" name="Line 59">
                  <a:extLst>
                    <a:ext uri="{FF2B5EF4-FFF2-40B4-BE49-F238E27FC236}">
                      <a16:creationId xmlns:a16="http://schemas.microsoft.com/office/drawing/2014/main" id="{B060615C-2F7D-4CF4-A6DF-09F6F0D981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8" name="Line 60">
                  <a:extLst>
                    <a:ext uri="{FF2B5EF4-FFF2-40B4-BE49-F238E27FC236}">
                      <a16:creationId xmlns:a16="http://schemas.microsoft.com/office/drawing/2014/main" id="{8906D332-8B9C-45A9-939B-1E5A49ADD8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9" name="Line 61">
                  <a:extLst>
                    <a:ext uri="{FF2B5EF4-FFF2-40B4-BE49-F238E27FC236}">
                      <a16:creationId xmlns:a16="http://schemas.microsoft.com/office/drawing/2014/main" id="{8B00F5CE-3295-451F-A2C8-771EB252B9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1" name="Group 62">
                <a:extLst>
                  <a:ext uri="{FF2B5EF4-FFF2-40B4-BE49-F238E27FC236}">
                    <a16:creationId xmlns:a16="http://schemas.microsoft.com/office/drawing/2014/main" id="{C77A32F1-4C4A-4C57-8603-A5232A0E5C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232" name="Line 63">
                  <a:extLst>
                    <a:ext uri="{FF2B5EF4-FFF2-40B4-BE49-F238E27FC236}">
                      <a16:creationId xmlns:a16="http://schemas.microsoft.com/office/drawing/2014/main" id="{832AB706-F2E2-40B6-A3DD-4F71F0FB73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3" name="Line 64">
                  <a:extLst>
                    <a:ext uri="{FF2B5EF4-FFF2-40B4-BE49-F238E27FC236}">
                      <a16:creationId xmlns:a16="http://schemas.microsoft.com/office/drawing/2014/main" id="{E63A2BE5-A899-4D0D-AE50-E8C9A4F94B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4" name="Line 65">
                  <a:extLst>
                    <a:ext uri="{FF2B5EF4-FFF2-40B4-BE49-F238E27FC236}">
                      <a16:creationId xmlns:a16="http://schemas.microsoft.com/office/drawing/2014/main" id="{616D93B9-3BBA-4A87-9E58-D228297737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5" name="Line 66">
                  <a:extLst>
                    <a:ext uri="{FF2B5EF4-FFF2-40B4-BE49-F238E27FC236}">
                      <a16:creationId xmlns:a16="http://schemas.microsoft.com/office/drawing/2014/main" id="{24AF8672-B8F5-4C08-A364-E13F3A0736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2" name="Group 67">
                <a:extLst>
                  <a:ext uri="{FF2B5EF4-FFF2-40B4-BE49-F238E27FC236}">
                    <a16:creationId xmlns:a16="http://schemas.microsoft.com/office/drawing/2014/main" id="{9AF1C9EB-B3EA-48D6-AAD7-78CDEAE674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28" name="Line 68">
                  <a:extLst>
                    <a:ext uri="{FF2B5EF4-FFF2-40B4-BE49-F238E27FC236}">
                      <a16:creationId xmlns:a16="http://schemas.microsoft.com/office/drawing/2014/main" id="{1A3D7CED-A72F-4B53-A4F7-3DFEC75A8B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29" name="Line 69">
                  <a:extLst>
                    <a:ext uri="{FF2B5EF4-FFF2-40B4-BE49-F238E27FC236}">
                      <a16:creationId xmlns:a16="http://schemas.microsoft.com/office/drawing/2014/main" id="{99AA4CA2-D78C-4861-A230-9CBD6CDF64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0" name="Line 70">
                  <a:extLst>
                    <a:ext uri="{FF2B5EF4-FFF2-40B4-BE49-F238E27FC236}">
                      <a16:creationId xmlns:a16="http://schemas.microsoft.com/office/drawing/2014/main" id="{0D2BA1D3-E6F1-45B4-8BFA-F02C4236C8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1" name="Line 71">
                  <a:extLst>
                    <a:ext uri="{FF2B5EF4-FFF2-40B4-BE49-F238E27FC236}">
                      <a16:creationId xmlns:a16="http://schemas.microsoft.com/office/drawing/2014/main" id="{1F9FDC31-9BC3-4D42-BE5C-217B7ADC63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3" name="Group 72">
                <a:extLst>
                  <a:ext uri="{FF2B5EF4-FFF2-40B4-BE49-F238E27FC236}">
                    <a16:creationId xmlns:a16="http://schemas.microsoft.com/office/drawing/2014/main" id="{764661C4-13A1-4011-9E17-D158FB514D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24" name="Line 73">
                  <a:extLst>
                    <a:ext uri="{FF2B5EF4-FFF2-40B4-BE49-F238E27FC236}">
                      <a16:creationId xmlns:a16="http://schemas.microsoft.com/office/drawing/2014/main" id="{1876B95B-B90A-486E-B022-3A136A3DDE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25" name="Line 74">
                  <a:extLst>
                    <a:ext uri="{FF2B5EF4-FFF2-40B4-BE49-F238E27FC236}">
                      <a16:creationId xmlns:a16="http://schemas.microsoft.com/office/drawing/2014/main" id="{0C0F4BFB-8285-4B4F-A4E5-7A92F858FD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26" name="Line 75">
                  <a:extLst>
                    <a:ext uri="{FF2B5EF4-FFF2-40B4-BE49-F238E27FC236}">
                      <a16:creationId xmlns:a16="http://schemas.microsoft.com/office/drawing/2014/main" id="{929B0DB4-83CD-446F-AD05-954E29A710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27" name="Line 76">
                  <a:extLst>
                    <a:ext uri="{FF2B5EF4-FFF2-40B4-BE49-F238E27FC236}">
                      <a16:creationId xmlns:a16="http://schemas.microsoft.com/office/drawing/2014/main" id="{EE4A2ED6-EEAA-46EF-A90D-455325370B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93" name="Grupo 192">
              <a:extLst>
                <a:ext uri="{FF2B5EF4-FFF2-40B4-BE49-F238E27FC236}">
                  <a16:creationId xmlns:a16="http://schemas.microsoft.com/office/drawing/2014/main" id="{9704BB55-8766-43B1-8798-99BE257A9C2D}"/>
                </a:ext>
              </a:extLst>
            </p:cNvPr>
            <p:cNvGrpSpPr/>
            <p:nvPr/>
          </p:nvGrpSpPr>
          <p:grpSpPr>
            <a:xfrm rot="10800000">
              <a:off x="3786232" y="3831049"/>
              <a:ext cx="231924" cy="228600"/>
              <a:chOff x="5643563" y="1257300"/>
              <a:chExt cx="231924" cy="228600"/>
            </a:xfrm>
          </p:grpSpPr>
          <p:sp>
            <p:nvSpPr>
              <p:cNvPr id="194" name="Line 43">
                <a:extLst>
                  <a:ext uri="{FF2B5EF4-FFF2-40B4-BE49-F238E27FC236}">
                    <a16:creationId xmlns:a16="http://schemas.microsoft.com/office/drawing/2014/main" id="{DDD28CE9-A90D-4AA3-9995-EED695A990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21462" y="1279381"/>
                <a:ext cx="0" cy="184439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5" name="Line 44">
                <a:extLst>
                  <a:ext uri="{FF2B5EF4-FFF2-40B4-BE49-F238E27FC236}">
                    <a16:creationId xmlns:a16="http://schemas.microsoft.com/office/drawing/2014/main" id="{06757953-DE5C-4D08-8623-0CB5759852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74531" y="1278082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6" name="Line 45">
                <a:extLst>
                  <a:ext uri="{FF2B5EF4-FFF2-40B4-BE49-F238E27FC236}">
                    <a16:creationId xmlns:a16="http://schemas.microsoft.com/office/drawing/2014/main" id="{984512DC-D2E6-41CF-827E-7BDEDFDA6A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8188" y="1373765"/>
                <a:ext cx="57299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7" name="Line 46">
                <a:extLst>
                  <a:ext uri="{FF2B5EF4-FFF2-40B4-BE49-F238E27FC236}">
                    <a16:creationId xmlns:a16="http://schemas.microsoft.com/office/drawing/2014/main" id="{8AE304BF-AF6D-4C87-9137-FB65BD6DAF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6005" y="1280247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8" name="Line 47">
                <a:extLst>
                  <a:ext uri="{FF2B5EF4-FFF2-40B4-BE49-F238E27FC236}">
                    <a16:creationId xmlns:a16="http://schemas.microsoft.com/office/drawing/2014/main" id="{635ABFE2-44DC-4BB0-87ED-42DA7B11CC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6346" y="1373332"/>
                <a:ext cx="57845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9" name="Line 48">
                <a:extLst>
                  <a:ext uri="{FF2B5EF4-FFF2-40B4-BE49-F238E27FC236}">
                    <a16:creationId xmlns:a16="http://schemas.microsoft.com/office/drawing/2014/main" id="{C134C227-64A2-4D7F-8F37-5FAB35C680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3563" y="137419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0" name="Line 50">
                <a:extLst>
                  <a:ext uri="{FF2B5EF4-FFF2-40B4-BE49-F238E27FC236}">
                    <a16:creationId xmlns:a16="http://schemas.microsoft.com/office/drawing/2014/main" id="{1B85AD68-5DF0-4AE9-B098-D77731A2A8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51202" y="135081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1" name="Line 51">
                <a:extLst>
                  <a:ext uri="{FF2B5EF4-FFF2-40B4-BE49-F238E27FC236}">
                    <a16:creationId xmlns:a16="http://schemas.microsoft.com/office/drawing/2014/main" id="{23E3EAC1-7561-428C-8E19-B5FDCBDEC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5077" y="1351251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2" name="Line 52">
                <a:extLst>
                  <a:ext uri="{FF2B5EF4-FFF2-40B4-BE49-F238E27FC236}">
                    <a16:creationId xmlns:a16="http://schemas.microsoft.com/office/drawing/2014/main" id="{24C0E206-11B3-419B-A942-74EDD43DB8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6168" y="1394980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3" name="AutoShape 53" descr="Wide downward diagonal">
                <a:extLst>
                  <a:ext uri="{FF2B5EF4-FFF2-40B4-BE49-F238E27FC236}">
                    <a16:creationId xmlns:a16="http://schemas.microsoft.com/office/drawing/2014/main" id="{781291A2-8283-42FD-BD51-884085CC88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430482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04" name="AutoShape 54" descr="Wide downward diagonal">
                <a:extLst>
                  <a:ext uri="{FF2B5EF4-FFF2-40B4-BE49-F238E27FC236}">
                    <a16:creationId xmlns:a16="http://schemas.microsoft.com/office/drawing/2014/main" id="{D8F5AC76-1492-43D5-B22F-C1262DC1A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257300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cxnSp>
        <p:nvCxnSpPr>
          <p:cNvPr id="334" name="Conector recto de flecha 333">
            <a:extLst>
              <a:ext uri="{FF2B5EF4-FFF2-40B4-BE49-F238E27FC236}">
                <a16:creationId xmlns:a16="http://schemas.microsoft.com/office/drawing/2014/main" id="{E8309155-71E3-48CB-A45B-A08086510BB2}"/>
              </a:ext>
            </a:extLst>
          </p:cNvPr>
          <p:cNvCxnSpPr>
            <a:cxnSpLocks/>
          </p:cNvCxnSpPr>
          <p:nvPr/>
        </p:nvCxnSpPr>
        <p:spPr>
          <a:xfrm flipV="1">
            <a:off x="1998480" y="2649005"/>
            <a:ext cx="32177" cy="284201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Conector recto de flecha 334">
            <a:extLst>
              <a:ext uri="{FF2B5EF4-FFF2-40B4-BE49-F238E27FC236}">
                <a16:creationId xmlns:a16="http://schemas.microsoft.com/office/drawing/2014/main" id="{27CF9874-0844-4F1E-82F7-898534D83DFE}"/>
              </a:ext>
            </a:extLst>
          </p:cNvPr>
          <p:cNvCxnSpPr>
            <a:cxnSpLocks/>
          </p:cNvCxnSpPr>
          <p:nvPr/>
        </p:nvCxnSpPr>
        <p:spPr>
          <a:xfrm>
            <a:off x="2007923" y="3006013"/>
            <a:ext cx="33946" cy="288515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ector recto 337">
            <a:extLst>
              <a:ext uri="{FF2B5EF4-FFF2-40B4-BE49-F238E27FC236}">
                <a16:creationId xmlns:a16="http://schemas.microsoft.com/office/drawing/2014/main" id="{52C84580-DAA0-44D9-BEBC-7609BF5BE820}"/>
              </a:ext>
            </a:extLst>
          </p:cNvPr>
          <p:cNvCxnSpPr>
            <a:cxnSpLocks/>
          </p:cNvCxnSpPr>
          <p:nvPr/>
        </p:nvCxnSpPr>
        <p:spPr>
          <a:xfrm>
            <a:off x="1953626" y="2355726"/>
            <a:ext cx="98094" cy="1153969"/>
          </a:xfrm>
          <a:prstGeom prst="line">
            <a:avLst/>
          </a:prstGeom>
          <a:ln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onector recto 340">
            <a:extLst>
              <a:ext uri="{FF2B5EF4-FFF2-40B4-BE49-F238E27FC236}">
                <a16:creationId xmlns:a16="http://schemas.microsoft.com/office/drawing/2014/main" id="{F8A6ADD3-7E0F-4486-9FA5-E14A33991796}"/>
              </a:ext>
            </a:extLst>
          </p:cNvPr>
          <p:cNvCxnSpPr>
            <a:cxnSpLocks/>
          </p:cNvCxnSpPr>
          <p:nvPr/>
        </p:nvCxnSpPr>
        <p:spPr>
          <a:xfrm flipV="1">
            <a:off x="1915886" y="3561960"/>
            <a:ext cx="0" cy="589423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Conector recto 344">
            <a:extLst>
              <a:ext uri="{FF2B5EF4-FFF2-40B4-BE49-F238E27FC236}">
                <a16:creationId xmlns:a16="http://schemas.microsoft.com/office/drawing/2014/main" id="{7230E42F-7021-4466-9C43-4CAE1F275848}"/>
              </a:ext>
            </a:extLst>
          </p:cNvPr>
          <p:cNvCxnSpPr>
            <a:cxnSpLocks/>
          </p:cNvCxnSpPr>
          <p:nvPr/>
        </p:nvCxnSpPr>
        <p:spPr>
          <a:xfrm flipV="1">
            <a:off x="7538070" y="3561960"/>
            <a:ext cx="0" cy="589423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4B17F4FA-7546-4916-823E-FD568CF978F4}"/>
              </a:ext>
            </a:extLst>
          </p:cNvPr>
          <p:cNvCxnSpPr>
            <a:cxnSpLocks/>
          </p:cNvCxnSpPr>
          <p:nvPr/>
        </p:nvCxnSpPr>
        <p:spPr>
          <a:xfrm>
            <a:off x="1691680" y="3561960"/>
            <a:ext cx="60486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C0D35398-F956-4B8F-B37C-5F47D101CD55}"/>
              </a:ext>
            </a:extLst>
          </p:cNvPr>
          <p:cNvSpPr txBox="1"/>
          <p:nvPr/>
        </p:nvSpPr>
        <p:spPr>
          <a:xfrm>
            <a:off x="1525659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34RPM</a:t>
            </a:r>
          </a:p>
        </p:txBody>
      </p:sp>
      <p:sp>
        <p:nvSpPr>
          <p:cNvPr id="352" name="CuadroTexto 351">
            <a:extLst>
              <a:ext uri="{FF2B5EF4-FFF2-40B4-BE49-F238E27FC236}">
                <a16:creationId xmlns:a16="http://schemas.microsoft.com/office/drawing/2014/main" id="{0E658F3A-5D13-4924-AE6B-FCAFD8F9A59B}"/>
              </a:ext>
            </a:extLst>
          </p:cNvPr>
          <p:cNvSpPr txBox="1"/>
          <p:nvPr/>
        </p:nvSpPr>
        <p:spPr>
          <a:xfrm>
            <a:off x="3296939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44RPM</a:t>
            </a:r>
          </a:p>
        </p:txBody>
      </p:sp>
      <p:sp>
        <p:nvSpPr>
          <p:cNvPr id="353" name="CuadroTexto 352">
            <a:extLst>
              <a:ext uri="{FF2B5EF4-FFF2-40B4-BE49-F238E27FC236}">
                <a16:creationId xmlns:a16="http://schemas.microsoft.com/office/drawing/2014/main" id="{35339FA0-EDD0-419C-AEF2-E7B5D666CC45}"/>
              </a:ext>
            </a:extLst>
          </p:cNvPr>
          <p:cNvSpPr txBox="1"/>
          <p:nvPr/>
        </p:nvSpPr>
        <p:spPr>
          <a:xfrm>
            <a:off x="5264764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68RPM</a:t>
            </a:r>
          </a:p>
        </p:txBody>
      </p:sp>
      <p:sp>
        <p:nvSpPr>
          <p:cNvPr id="354" name="CuadroTexto 353">
            <a:extLst>
              <a:ext uri="{FF2B5EF4-FFF2-40B4-BE49-F238E27FC236}">
                <a16:creationId xmlns:a16="http://schemas.microsoft.com/office/drawing/2014/main" id="{8507A6E5-ED35-4ADC-9706-A0BDC318E5CC}"/>
              </a:ext>
            </a:extLst>
          </p:cNvPr>
          <p:cNvSpPr txBox="1"/>
          <p:nvPr/>
        </p:nvSpPr>
        <p:spPr>
          <a:xfrm>
            <a:off x="7158408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34RPM</a:t>
            </a:r>
          </a:p>
        </p:txBody>
      </p:sp>
      <p:cxnSp>
        <p:nvCxnSpPr>
          <p:cNvPr id="355" name="Conector recto 354">
            <a:extLst>
              <a:ext uri="{FF2B5EF4-FFF2-40B4-BE49-F238E27FC236}">
                <a16:creationId xmlns:a16="http://schemas.microsoft.com/office/drawing/2014/main" id="{FC0B6925-5886-4D0E-A156-0423C7A15708}"/>
              </a:ext>
            </a:extLst>
          </p:cNvPr>
          <p:cNvCxnSpPr>
            <a:cxnSpLocks/>
          </p:cNvCxnSpPr>
          <p:nvPr/>
        </p:nvCxnSpPr>
        <p:spPr>
          <a:xfrm flipV="1">
            <a:off x="1898199" y="2373426"/>
            <a:ext cx="0" cy="589423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Conector recto 356">
            <a:extLst>
              <a:ext uri="{FF2B5EF4-FFF2-40B4-BE49-F238E27FC236}">
                <a16:creationId xmlns:a16="http://schemas.microsoft.com/office/drawing/2014/main" id="{BB81F411-C701-4421-8BC7-0071457DDC05}"/>
              </a:ext>
            </a:extLst>
          </p:cNvPr>
          <p:cNvCxnSpPr>
            <a:cxnSpLocks/>
          </p:cNvCxnSpPr>
          <p:nvPr/>
        </p:nvCxnSpPr>
        <p:spPr>
          <a:xfrm flipH="1" flipV="1">
            <a:off x="7448533" y="2448284"/>
            <a:ext cx="11253" cy="146801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Conector recto 357">
            <a:extLst>
              <a:ext uri="{FF2B5EF4-FFF2-40B4-BE49-F238E27FC236}">
                <a16:creationId xmlns:a16="http://schemas.microsoft.com/office/drawing/2014/main" id="{9C536D5D-CBC0-449A-BC72-595B3C05FFA1}"/>
              </a:ext>
            </a:extLst>
          </p:cNvPr>
          <p:cNvCxnSpPr>
            <a:cxnSpLocks/>
          </p:cNvCxnSpPr>
          <p:nvPr/>
        </p:nvCxnSpPr>
        <p:spPr>
          <a:xfrm>
            <a:off x="1713233" y="2373426"/>
            <a:ext cx="6027119" cy="106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CuadroTexto 358">
            <a:extLst>
              <a:ext uri="{FF2B5EF4-FFF2-40B4-BE49-F238E27FC236}">
                <a16:creationId xmlns:a16="http://schemas.microsoft.com/office/drawing/2014/main" id="{BEF64CD6-92EA-4FB8-B7D9-E0F5A08A202F}"/>
              </a:ext>
            </a:extLst>
          </p:cNvPr>
          <p:cNvSpPr txBox="1"/>
          <p:nvPr/>
        </p:nvSpPr>
        <p:spPr>
          <a:xfrm>
            <a:off x="1022124" y="3728301"/>
            <a:ext cx="895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%T = 50%</a:t>
            </a:r>
          </a:p>
        </p:txBody>
      </p:sp>
      <p:sp>
        <p:nvSpPr>
          <p:cNvPr id="360" name="CuadroTexto 359">
            <a:extLst>
              <a:ext uri="{FF2B5EF4-FFF2-40B4-BE49-F238E27FC236}">
                <a16:creationId xmlns:a16="http://schemas.microsoft.com/office/drawing/2014/main" id="{B423BA9A-217E-40D6-B522-44B7CC57DF72}"/>
              </a:ext>
            </a:extLst>
          </p:cNvPr>
          <p:cNvSpPr txBox="1"/>
          <p:nvPr/>
        </p:nvSpPr>
        <p:spPr>
          <a:xfrm>
            <a:off x="7511760" y="3752440"/>
            <a:ext cx="895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%T = 50%</a:t>
            </a:r>
          </a:p>
        </p:txBody>
      </p:sp>
      <p:sp>
        <p:nvSpPr>
          <p:cNvPr id="361" name="CuadroTexto 360">
            <a:extLst>
              <a:ext uri="{FF2B5EF4-FFF2-40B4-BE49-F238E27FC236}">
                <a16:creationId xmlns:a16="http://schemas.microsoft.com/office/drawing/2014/main" id="{1F418B42-9CB8-4E89-92AF-152CB106AE2A}"/>
              </a:ext>
            </a:extLst>
          </p:cNvPr>
          <p:cNvSpPr txBox="1"/>
          <p:nvPr/>
        </p:nvSpPr>
        <p:spPr>
          <a:xfrm>
            <a:off x="991743" y="2530977"/>
            <a:ext cx="895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%T = 50%</a:t>
            </a:r>
          </a:p>
        </p:txBody>
      </p: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05D52FEE-64F5-4728-9724-3E1C5214A81C}"/>
              </a:ext>
            </a:extLst>
          </p:cNvPr>
          <p:cNvSpPr txBox="1"/>
          <p:nvPr/>
        </p:nvSpPr>
        <p:spPr>
          <a:xfrm>
            <a:off x="7560875" y="2436870"/>
            <a:ext cx="1058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66FF"/>
                </a:solidFill>
              </a:rPr>
              <a:t>Pulse </a:t>
            </a:r>
            <a:r>
              <a:rPr lang="en-US" sz="1400" dirty="0">
                <a:solidFill>
                  <a:srgbClr val="FF66FF"/>
                </a:solidFill>
                <a:sym typeface="Symbol" panose="05050102010706020507" pitchFamily="18" charset="2"/>
              </a:rPr>
              <a:t></a:t>
            </a:r>
            <a:r>
              <a:rPr lang="en-US" sz="1200" dirty="0">
                <a:solidFill>
                  <a:srgbClr val="FF66FF"/>
                </a:solidFill>
              </a:rPr>
              <a:t> 10%</a:t>
            </a:r>
          </a:p>
        </p:txBody>
      </p:sp>
      <p:grpSp>
        <p:nvGrpSpPr>
          <p:cNvPr id="365" name="Grupo 364">
            <a:extLst>
              <a:ext uri="{FF2B5EF4-FFF2-40B4-BE49-F238E27FC236}">
                <a16:creationId xmlns:a16="http://schemas.microsoft.com/office/drawing/2014/main" id="{48F7A772-E397-48A8-A71B-3B1714D569F2}"/>
              </a:ext>
            </a:extLst>
          </p:cNvPr>
          <p:cNvGrpSpPr/>
          <p:nvPr/>
        </p:nvGrpSpPr>
        <p:grpSpPr>
          <a:xfrm>
            <a:off x="1922283" y="1590223"/>
            <a:ext cx="5622183" cy="234047"/>
            <a:chOff x="1915887" y="3825602"/>
            <a:chExt cx="5622183" cy="234047"/>
          </a:xfrm>
        </p:grpSpPr>
        <p:grpSp>
          <p:nvGrpSpPr>
            <p:cNvPr id="366" name="Group 77">
              <a:extLst>
                <a:ext uri="{FF2B5EF4-FFF2-40B4-BE49-F238E27FC236}">
                  <a16:creationId xmlns:a16="http://schemas.microsoft.com/office/drawing/2014/main" id="{E10EB931-354A-4E4C-9B94-FEAD9BB157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2120" y="3825602"/>
              <a:ext cx="1885950" cy="228600"/>
              <a:chOff x="1872" y="2160"/>
              <a:chExt cx="3456" cy="528"/>
            </a:xfrm>
          </p:grpSpPr>
          <p:grpSp>
            <p:nvGrpSpPr>
              <p:cNvPr id="467" name="Group 10">
                <a:extLst>
                  <a:ext uri="{FF2B5EF4-FFF2-40B4-BE49-F238E27FC236}">
                    <a16:creationId xmlns:a16="http://schemas.microsoft.com/office/drawing/2014/main" id="{1EB1A4B0-1820-432A-929B-DE55316AC1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508" name="Arc 5">
                  <a:extLst>
                    <a:ext uri="{FF2B5EF4-FFF2-40B4-BE49-F238E27FC236}">
                      <a16:creationId xmlns:a16="http://schemas.microsoft.com/office/drawing/2014/main" id="{A2B088B3-C6E3-4A75-AE05-FA65081C70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509" name="Arc 6">
                  <a:extLst>
                    <a:ext uri="{FF2B5EF4-FFF2-40B4-BE49-F238E27FC236}">
                      <a16:creationId xmlns:a16="http://schemas.microsoft.com/office/drawing/2014/main" id="{151EC700-D9CD-4CE9-9BC5-49F3229D00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468" name="Group 9">
                <a:extLst>
                  <a:ext uri="{FF2B5EF4-FFF2-40B4-BE49-F238E27FC236}">
                    <a16:creationId xmlns:a16="http://schemas.microsoft.com/office/drawing/2014/main" id="{CB374074-9715-49A6-9CB2-1E08E8C565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506" name="Arc 7">
                  <a:extLst>
                    <a:ext uri="{FF2B5EF4-FFF2-40B4-BE49-F238E27FC236}">
                      <a16:creationId xmlns:a16="http://schemas.microsoft.com/office/drawing/2014/main" id="{03C6F91B-74B4-4FD0-B36B-383A30312B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507" name="Arc 8">
                  <a:extLst>
                    <a:ext uri="{FF2B5EF4-FFF2-40B4-BE49-F238E27FC236}">
                      <a16:creationId xmlns:a16="http://schemas.microsoft.com/office/drawing/2014/main" id="{ED3967AB-5703-4125-9C99-F69E820288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469" name="Line 12">
                <a:extLst>
                  <a:ext uri="{FF2B5EF4-FFF2-40B4-BE49-F238E27FC236}">
                    <a16:creationId xmlns:a16="http://schemas.microsoft.com/office/drawing/2014/main" id="{69B48700-8E10-48D6-9202-6BF14617B6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470" name="Group 56">
                <a:extLst>
                  <a:ext uri="{FF2B5EF4-FFF2-40B4-BE49-F238E27FC236}">
                    <a16:creationId xmlns:a16="http://schemas.microsoft.com/office/drawing/2014/main" id="{E0985A58-741B-4246-B002-2780FBCF76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502" name="Line 15">
                  <a:extLst>
                    <a:ext uri="{FF2B5EF4-FFF2-40B4-BE49-F238E27FC236}">
                      <a16:creationId xmlns:a16="http://schemas.microsoft.com/office/drawing/2014/main" id="{4CD1AC71-1664-4ED7-8BC6-9FD84A6895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03" name="Line 16">
                  <a:extLst>
                    <a:ext uri="{FF2B5EF4-FFF2-40B4-BE49-F238E27FC236}">
                      <a16:creationId xmlns:a16="http://schemas.microsoft.com/office/drawing/2014/main" id="{D2FDE82F-4861-4392-B77B-0BD8C13906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04" name="Line 17">
                  <a:extLst>
                    <a:ext uri="{FF2B5EF4-FFF2-40B4-BE49-F238E27FC236}">
                      <a16:creationId xmlns:a16="http://schemas.microsoft.com/office/drawing/2014/main" id="{7CB5758F-F029-4D91-BBD7-FFBD985376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05" name="Line 18">
                  <a:extLst>
                    <a:ext uri="{FF2B5EF4-FFF2-40B4-BE49-F238E27FC236}">
                      <a16:creationId xmlns:a16="http://schemas.microsoft.com/office/drawing/2014/main" id="{F98E542F-F275-4FB4-A83B-EFF868C418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471" name="Line 43">
                <a:extLst>
                  <a:ext uri="{FF2B5EF4-FFF2-40B4-BE49-F238E27FC236}">
                    <a16:creationId xmlns:a16="http://schemas.microsoft.com/office/drawing/2014/main" id="{023B3304-8E01-4926-B029-60E0D62782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2" name="Line 44">
                <a:extLst>
                  <a:ext uri="{FF2B5EF4-FFF2-40B4-BE49-F238E27FC236}">
                    <a16:creationId xmlns:a16="http://schemas.microsoft.com/office/drawing/2014/main" id="{D32E29E5-F16E-40CC-9FE7-947DEBB7FD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3" name="Line 45">
                <a:extLst>
                  <a:ext uri="{FF2B5EF4-FFF2-40B4-BE49-F238E27FC236}">
                    <a16:creationId xmlns:a16="http://schemas.microsoft.com/office/drawing/2014/main" id="{B228EB25-143A-4763-BDA8-A8FD1DA546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4" name="Line 46">
                <a:extLst>
                  <a:ext uri="{FF2B5EF4-FFF2-40B4-BE49-F238E27FC236}">
                    <a16:creationId xmlns:a16="http://schemas.microsoft.com/office/drawing/2014/main" id="{43B51ACC-23A7-499B-A0DB-A48122F071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5" name="Line 47">
                <a:extLst>
                  <a:ext uri="{FF2B5EF4-FFF2-40B4-BE49-F238E27FC236}">
                    <a16:creationId xmlns:a16="http://schemas.microsoft.com/office/drawing/2014/main" id="{61E1BEC8-83EF-4DB9-8BC6-AF42B39982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6" name="Line 48">
                <a:extLst>
                  <a:ext uri="{FF2B5EF4-FFF2-40B4-BE49-F238E27FC236}">
                    <a16:creationId xmlns:a16="http://schemas.microsoft.com/office/drawing/2014/main" id="{60F08C5D-7477-4314-84F5-769B11FD7E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7" name="Line 50">
                <a:extLst>
                  <a:ext uri="{FF2B5EF4-FFF2-40B4-BE49-F238E27FC236}">
                    <a16:creationId xmlns:a16="http://schemas.microsoft.com/office/drawing/2014/main" id="{D7D50370-E792-4DBD-BC09-E38FAD9417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8" name="Line 51">
                <a:extLst>
                  <a:ext uri="{FF2B5EF4-FFF2-40B4-BE49-F238E27FC236}">
                    <a16:creationId xmlns:a16="http://schemas.microsoft.com/office/drawing/2014/main" id="{95942B40-AC00-45F2-92B3-8E07E5E974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9" name="Line 52">
                <a:extLst>
                  <a:ext uri="{FF2B5EF4-FFF2-40B4-BE49-F238E27FC236}">
                    <a16:creationId xmlns:a16="http://schemas.microsoft.com/office/drawing/2014/main" id="{BBA53CD5-A993-4E89-9541-904AABC46C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80" name="AutoShape 53" descr="Wide downward diagonal">
                <a:extLst>
                  <a:ext uri="{FF2B5EF4-FFF2-40B4-BE49-F238E27FC236}">
                    <a16:creationId xmlns:a16="http://schemas.microsoft.com/office/drawing/2014/main" id="{4F354525-091D-4AFC-A9C5-A4F7438D0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81" name="AutoShape 54" descr="Wide downward diagonal">
                <a:extLst>
                  <a:ext uri="{FF2B5EF4-FFF2-40B4-BE49-F238E27FC236}">
                    <a16:creationId xmlns:a16="http://schemas.microsoft.com/office/drawing/2014/main" id="{6C9FE803-7633-484A-BCD1-05C255138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482" name="Group 57">
                <a:extLst>
                  <a:ext uri="{FF2B5EF4-FFF2-40B4-BE49-F238E27FC236}">
                    <a16:creationId xmlns:a16="http://schemas.microsoft.com/office/drawing/2014/main" id="{5F05B51B-AD8E-4379-974F-994BFC1A45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498" name="Line 58">
                  <a:extLst>
                    <a:ext uri="{FF2B5EF4-FFF2-40B4-BE49-F238E27FC236}">
                      <a16:creationId xmlns:a16="http://schemas.microsoft.com/office/drawing/2014/main" id="{931F636D-F78C-4011-AE85-1E5BBFEC22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99" name="Line 59">
                  <a:extLst>
                    <a:ext uri="{FF2B5EF4-FFF2-40B4-BE49-F238E27FC236}">
                      <a16:creationId xmlns:a16="http://schemas.microsoft.com/office/drawing/2014/main" id="{81531BB0-B6DA-415F-876C-8B7CAF18E0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00" name="Line 60">
                  <a:extLst>
                    <a:ext uri="{FF2B5EF4-FFF2-40B4-BE49-F238E27FC236}">
                      <a16:creationId xmlns:a16="http://schemas.microsoft.com/office/drawing/2014/main" id="{FDF73198-4322-472E-AC25-3D9CB75902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01" name="Line 61">
                  <a:extLst>
                    <a:ext uri="{FF2B5EF4-FFF2-40B4-BE49-F238E27FC236}">
                      <a16:creationId xmlns:a16="http://schemas.microsoft.com/office/drawing/2014/main" id="{A00DDCDF-87F6-4846-B126-A1473047E4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83" name="Group 62">
                <a:extLst>
                  <a:ext uri="{FF2B5EF4-FFF2-40B4-BE49-F238E27FC236}">
                    <a16:creationId xmlns:a16="http://schemas.microsoft.com/office/drawing/2014/main" id="{A961D648-5FA0-4064-858E-389827E365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494" name="Line 63">
                  <a:extLst>
                    <a:ext uri="{FF2B5EF4-FFF2-40B4-BE49-F238E27FC236}">
                      <a16:creationId xmlns:a16="http://schemas.microsoft.com/office/drawing/2014/main" id="{AF259230-ACFF-4E59-A9F2-19207C0DCD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95" name="Line 64">
                  <a:extLst>
                    <a:ext uri="{FF2B5EF4-FFF2-40B4-BE49-F238E27FC236}">
                      <a16:creationId xmlns:a16="http://schemas.microsoft.com/office/drawing/2014/main" id="{C3AF5598-26EF-476F-AC82-CD3FD3BB40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96" name="Line 65">
                  <a:extLst>
                    <a:ext uri="{FF2B5EF4-FFF2-40B4-BE49-F238E27FC236}">
                      <a16:creationId xmlns:a16="http://schemas.microsoft.com/office/drawing/2014/main" id="{C5BDD381-13C9-45F5-BDF7-F44DC1CC32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97" name="Line 66">
                  <a:extLst>
                    <a:ext uri="{FF2B5EF4-FFF2-40B4-BE49-F238E27FC236}">
                      <a16:creationId xmlns:a16="http://schemas.microsoft.com/office/drawing/2014/main" id="{2E1395E7-B5A5-4E07-961F-4B06C6189D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84" name="Group 67">
                <a:extLst>
                  <a:ext uri="{FF2B5EF4-FFF2-40B4-BE49-F238E27FC236}">
                    <a16:creationId xmlns:a16="http://schemas.microsoft.com/office/drawing/2014/main" id="{D1360731-393F-41B1-AD13-44C7A32E28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490" name="Line 68">
                  <a:extLst>
                    <a:ext uri="{FF2B5EF4-FFF2-40B4-BE49-F238E27FC236}">
                      <a16:creationId xmlns:a16="http://schemas.microsoft.com/office/drawing/2014/main" id="{8FF4AEF3-49CF-458F-97CC-B56F8A9C7B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91" name="Line 69">
                  <a:extLst>
                    <a:ext uri="{FF2B5EF4-FFF2-40B4-BE49-F238E27FC236}">
                      <a16:creationId xmlns:a16="http://schemas.microsoft.com/office/drawing/2014/main" id="{EF42DEF9-0885-4B1D-B507-B8ADEE717C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92" name="Line 70">
                  <a:extLst>
                    <a:ext uri="{FF2B5EF4-FFF2-40B4-BE49-F238E27FC236}">
                      <a16:creationId xmlns:a16="http://schemas.microsoft.com/office/drawing/2014/main" id="{79ED7215-FA71-491D-AE81-C756E970FA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93" name="Line 71">
                  <a:extLst>
                    <a:ext uri="{FF2B5EF4-FFF2-40B4-BE49-F238E27FC236}">
                      <a16:creationId xmlns:a16="http://schemas.microsoft.com/office/drawing/2014/main" id="{59B713B9-A353-4305-9398-C509F2B50E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85" name="Group 72">
                <a:extLst>
                  <a:ext uri="{FF2B5EF4-FFF2-40B4-BE49-F238E27FC236}">
                    <a16:creationId xmlns:a16="http://schemas.microsoft.com/office/drawing/2014/main" id="{70A1B21F-83A3-4705-8828-FAAEFEFD79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486" name="Line 73">
                  <a:extLst>
                    <a:ext uri="{FF2B5EF4-FFF2-40B4-BE49-F238E27FC236}">
                      <a16:creationId xmlns:a16="http://schemas.microsoft.com/office/drawing/2014/main" id="{5ED669B1-41B9-4E25-957B-E1FDA425A2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87" name="Line 74">
                  <a:extLst>
                    <a:ext uri="{FF2B5EF4-FFF2-40B4-BE49-F238E27FC236}">
                      <a16:creationId xmlns:a16="http://schemas.microsoft.com/office/drawing/2014/main" id="{D9A0B85D-7749-4217-B9A2-C4AA7CF53F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88" name="Line 75">
                  <a:extLst>
                    <a:ext uri="{FF2B5EF4-FFF2-40B4-BE49-F238E27FC236}">
                      <a16:creationId xmlns:a16="http://schemas.microsoft.com/office/drawing/2014/main" id="{09D1A3D8-A44A-4948-8AB8-F236094FDF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89" name="Line 76">
                  <a:extLst>
                    <a:ext uri="{FF2B5EF4-FFF2-40B4-BE49-F238E27FC236}">
                      <a16:creationId xmlns:a16="http://schemas.microsoft.com/office/drawing/2014/main" id="{079F4A05-7826-42BB-ACC8-1540C04FD6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367" name="Group 77">
              <a:extLst>
                <a:ext uri="{FF2B5EF4-FFF2-40B4-BE49-F238E27FC236}">
                  <a16:creationId xmlns:a16="http://schemas.microsoft.com/office/drawing/2014/main" id="{26E93120-F219-4A57-9730-5119D11FC7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7399" y="3826882"/>
              <a:ext cx="1885950" cy="228600"/>
              <a:chOff x="1872" y="2160"/>
              <a:chExt cx="3456" cy="528"/>
            </a:xfrm>
          </p:grpSpPr>
          <p:grpSp>
            <p:nvGrpSpPr>
              <p:cNvPr id="424" name="Group 10">
                <a:extLst>
                  <a:ext uri="{FF2B5EF4-FFF2-40B4-BE49-F238E27FC236}">
                    <a16:creationId xmlns:a16="http://schemas.microsoft.com/office/drawing/2014/main" id="{2FC0BEE8-638C-4517-A05D-AF58C36DE9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465" name="Arc 5">
                  <a:extLst>
                    <a:ext uri="{FF2B5EF4-FFF2-40B4-BE49-F238E27FC236}">
                      <a16:creationId xmlns:a16="http://schemas.microsoft.com/office/drawing/2014/main" id="{E850A2A4-B44B-487E-A664-716A59A8A8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66" name="Arc 6">
                  <a:extLst>
                    <a:ext uri="{FF2B5EF4-FFF2-40B4-BE49-F238E27FC236}">
                      <a16:creationId xmlns:a16="http://schemas.microsoft.com/office/drawing/2014/main" id="{31759DD1-25FC-4737-AED5-7B4B8AB2E4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425" name="Group 9">
                <a:extLst>
                  <a:ext uri="{FF2B5EF4-FFF2-40B4-BE49-F238E27FC236}">
                    <a16:creationId xmlns:a16="http://schemas.microsoft.com/office/drawing/2014/main" id="{E14A2BF7-15F8-44F3-A119-1D1DF1224E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463" name="Arc 7">
                  <a:extLst>
                    <a:ext uri="{FF2B5EF4-FFF2-40B4-BE49-F238E27FC236}">
                      <a16:creationId xmlns:a16="http://schemas.microsoft.com/office/drawing/2014/main" id="{8853DA9D-9E59-44DF-828A-E02ADEDA5D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64" name="Arc 8">
                  <a:extLst>
                    <a:ext uri="{FF2B5EF4-FFF2-40B4-BE49-F238E27FC236}">
                      <a16:creationId xmlns:a16="http://schemas.microsoft.com/office/drawing/2014/main" id="{31E5DA6E-39D7-44C7-852F-670E8B2A47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426" name="Line 12">
                <a:extLst>
                  <a:ext uri="{FF2B5EF4-FFF2-40B4-BE49-F238E27FC236}">
                    <a16:creationId xmlns:a16="http://schemas.microsoft.com/office/drawing/2014/main" id="{CF3B8EA0-88D9-4B6E-84E6-3CB5948B1C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427" name="Group 56">
                <a:extLst>
                  <a:ext uri="{FF2B5EF4-FFF2-40B4-BE49-F238E27FC236}">
                    <a16:creationId xmlns:a16="http://schemas.microsoft.com/office/drawing/2014/main" id="{27703E7F-1046-41B3-80A0-82F2CA53B6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459" name="Line 15">
                  <a:extLst>
                    <a:ext uri="{FF2B5EF4-FFF2-40B4-BE49-F238E27FC236}">
                      <a16:creationId xmlns:a16="http://schemas.microsoft.com/office/drawing/2014/main" id="{C1B1AE56-75CE-4507-B581-A7FD85CFDE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60" name="Line 16">
                  <a:extLst>
                    <a:ext uri="{FF2B5EF4-FFF2-40B4-BE49-F238E27FC236}">
                      <a16:creationId xmlns:a16="http://schemas.microsoft.com/office/drawing/2014/main" id="{80C852C3-98C6-4619-B683-1F3C088236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61" name="Line 17">
                  <a:extLst>
                    <a:ext uri="{FF2B5EF4-FFF2-40B4-BE49-F238E27FC236}">
                      <a16:creationId xmlns:a16="http://schemas.microsoft.com/office/drawing/2014/main" id="{96CCAF1E-5725-49D2-A8B3-56B200513A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62" name="Line 18">
                  <a:extLst>
                    <a:ext uri="{FF2B5EF4-FFF2-40B4-BE49-F238E27FC236}">
                      <a16:creationId xmlns:a16="http://schemas.microsoft.com/office/drawing/2014/main" id="{B346DCDF-B8F9-4AAF-80BC-E00C7978BF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428" name="Line 43">
                <a:extLst>
                  <a:ext uri="{FF2B5EF4-FFF2-40B4-BE49-F238E27FC236}">
                    <a16:creationId xmlns:a16="http://schemas.microsoft.com/office/drawing/2014/main" id="{D528A38B-74D7-4AF7-A0A8-A081E80D3E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29" name="Line 44">
                <a:extLst>
                  <a:ext uri="{FF2B5EF4-FFF2-40B4-BE49-F238E27FC236}">
                    <a16:creationId xmlns:a16="http://schemas.microsoft.com/office/drawing/2014/main" id="{A11D1D30-AF20-49F8-B620-5679449D5A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0" name="Line 45">
                <a:extLst>
                  <a:ext uri="{FF2B5EF4-FFF2-40B4-BE49-F238E27FC236}">
                    <a16:creationId xmlns:a16="http://schemas.microsoft.com/office/drawing/2014/main" id="{40EB7DDC-C970-4B3E-A1E8-A962B1DF29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1" name="Line 46">
                <a:extLst>
                  <a:ext uri="{FF2B5EF4-FFF2-40B4-BE49-F238E27FC236}">
                    <a16:creationId xmlns:a16="http://schemas.microsoft.com/office/drawing/2014/main" id="{82F053D9-18DE-4B3C-A9E1-420AD9DA65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2" name="Line 47">
                <a:extLst>
                  <a:ext uri="{FF2B5EF4-FFF2-40B4-BE49-F238E27FC236}">
                    <a16:creationId xmlns:a16="http://schemas.microsoft.com/office/drawing/2014/main" id="{26A46CD3-037B-4D19-B11A-AFBE8C4027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3" name="Line 48">
                <a:extLst>
                  <a:ext uri="{FF2B5EF4-FFF2-40B4-BE49-F238E27FC236}">
                    <a16:creationId xmlns:a16="http://schemas.microsoft.com/office/drawing/2014/main" id="{50544870-BCB7-4C9A-883E-BEC982DFF6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4" name="Line 50">
                <a:extLst>
                  <a:ext uri="{FF2B5EF4-FFF2-40B4-BE49-F238E27FC236}">
                    <a16:creationId xmlns:a16="http://schemas.microsoft.com/office/drawing/2014/main" id="{B6802CAB-AA7A-465E-8B9A-5A06C89B94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5" name="Line 51">
                <a:extLst>
                  <a:ext uri="{FF2B5EF4-FFF2-40B4-BE49-F238E27FC236}">
                    <a16:creationId xmlns:a16="http://schemas.microsoft.com/office/drawing/2014/main" id="{F7ABE894-A645-41A8-90B9-C8B835C614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6" name="Line 52">
                <a:extLst>
                  <a:ext uri="{FF2B5EF4-FFF2-40B4-BE49-F238E27FC236}">
                    <a16:creationId xmlns:a16="http://schemas.microsoft.com/office/drawing/2014/main" id="{9F17E092-9B81-4423-8BD3-F8707FD7B1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7" name="AutoShape 53" descr="Wide downward diagonal">
                <a:extLst>
                  <a:ext uri="{FF2B5EF4-FFF2-40B4-BE49-F238E27FC236}">
                    <a16:creationId xmlns:a16="http://schemas.microsoft.com/office/drawing/2014/main" id="{54C7C213-FA4E-4AEA-87D9-E15ABA03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38" name="AutoShape 54" descr="Wide downward diagonal">
                <a:extLst>
                  <a:ext uri="{FF2B5EF4-FFF2-40B4-BE49-F238E27FC236}">
                    <a16:creationId xmlns:a16="http://schemas.microsoft.com/office/drawing/2014/main" id="{83C47DCA-5EDA-4B0B-923A-43B6DDEE37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439" name="Group 57">
                <a:extLst>
                  <a:ext uri="{FF2B5EF4-FFF2-40B4-BE49-F238E27FC236}">
                    <a16:creationId xmlns:a16="http://schemas.microsoft.com/office/drawing/2014/main" id="{0EDB1420-B225-4027-B36A-BF6BB7F9A1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455" name="Line 58">
                  <a:extLst>
                    <a:ext uri="{FF2B5EF4-FFF2-40B4-BE49-F238E27FC236}">
                      <a16:creationId xmlns:a16="http://schemas.microsoft.com/office/drawing/2014/main" id="{49F7A68A-E764-4013-B594-2840296A68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6" name="Line 59">
                  <a:extLst>
                    <a:ext uri="{FF2B5EF4-FFF2-40B4-BE49-F238E27FC236}">
                      <a16:creationId xmlns:a16="http://schemas.microsoft.com/office/drawing/2014/main" id="{0FEB4C36-7BEA-4CA1-A7AF-9C213A3793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7" name="Line 60">
                  <a:extLst>
                    <a:ext uri="{FF2B5EF4-FFF2-40B4-BE49-F238E27FC236}">
                      <a16:creationId xmlns:a16="http://schemas.microsoft.com/office/drawing/2014/main" id="{41A0FE12-97FB-4DA1-864A-FFD824BF94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8" name="Line 61">
                  <a:extLst>
                    <a:ext uri="{FF2B5EF4-FFF2-40B4-BE49-F238E27FC236}">
                      <a16:creationId xmlns:a16="http://schemas.microsoft.com/office/drawing/2014/main" id="{FDDD0CAC-558A-4C92-B928-A8A1E36FFA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40" name="Group 62">
                <a:extLst>
                  <a:ext uri="{FF2B5EF4-FFF2-40B4-BE49-F238E27FC236}">
                    <a16:creationId xmlns:a16="http://schemas.microsoft.com/office/drawing/2014/main" id="{7E215FCF-3C82-4D9C-9BFD-B3C9AAAA04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451" name="Line 63">
                  <a:extLst>
                    <a:ext uri="{FF2B5EF4-FFF2-40B4-BE49-F238E27FC236}">
                      <a16:creationId xmlns:a16="http://schemas.microsoft.com/office/drawing/2014/main" id="{7CAFBECD-A6A8-4012-8DA1-62D93A1D03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2" name="Line 64">
                  <a:extLst>
                    <a:ext uri="{FF2B5EF4-FFF2-40B4-BE49-F238E27FC236}">
                      <a16:creationId xmlns:a16="http://schemas.microsoft.com/office/drawing/2014/main" id="{304E703F-C611-4BE7-8674-CA4A6F5CDF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3" name="Line 65">
                  <a:extLst>
                    <a:ext uri="{FF2B5EF4-FFF2-40B4-BE49-F238E27FC236}">
                      <a16:creationId xmlns:a16="http://schemas.microsoft.com/office/drawing/2014/main" id="{F1E63EA1-2DD6-4A35-8BB8-700C75292C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4" name="Line 66">
                  <a:extLst>
                    <a:ext uri="{FF2B5EF4-FFF2-40B4-BE49-F238E27FC236}">
                      <a16:creationId xmlns:a16="http://schemas.microsoft.com/office/drawing/2014/main" id="{C271597C-041E-4B24-9167-27B1C0AB5C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41" name="Group 67">
                <a:extLst>
                  <a:ext uri="{FF2B5EF4-FFF2-40B4-BE49-F238E27FC236}">
                    <a16:creationId xmlns:a16="http://schemas.microsoft.com/office/drawing/2014/main" id="{1DD71E3F-CB7F-4D30-A854-A6AB15DF38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447" name="Line 68">
                  <a:extLst>
                    <a:ext uri="{FF2B5EF4-FFF2-40B4-BE49-F238E27FC236}">
                      <a16:creationId xmlns:a16="http://schemas.microsoft.com/office/drawing/2014/main" id="{5A208DB2-8BE4-495D-BD84-1520DB2887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48" name="Line 69">
                  <a:extLst>
                    <a:ext uri="{FF2B5EF4-FFF2-40B4-BE49-F238E27FC236}">
                      <a16:creationId xmlns:a16="http://schemas.microsoft.com/office/drawing/2014/main" id="{57B8960E-CF34-4B5C-A5EC-35F234F03E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49" name="Line 70">
                  <a:extLst>
                    <a:ext uri="{FF2B5EF4-FFF2-40B4-BE49-F238E27FC236}">
                      <a16:creationId xmlns:a16="http://schemas.microsoft.com/office/drawing/2014/main" id="{63CDF200-A762-43EA-9AB0-86217141CF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0" name="Line 71">
                  <a:extLst>
                    <a:ext uri="{FF2B5EF4-FFF2-40B4-BE49-F238E27FC236}">
                      <a16:creationId xmlns:a16="http://schemas.microsoft.com/office/drawing/2014/main" id="{A7B5D6D0-FF0B-471B-8155-AB25E0C5A8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42" name="Group 72">
                <a:extLst>
                  <a:ext uri="{FF2B5EF4-FFF2-40B4-BE49-F238E27FC236}">
                    <a16:creationId xmlns:a16="http://schemas.microsoft.com/office/drawing/2014/main" id="{841CFE30-68F0-4B1B-AF85-4F185B927C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443" name="Line 73">
                  <a:extLst>
                    <a:ext uri="{FF2B5EF4-FFF2-40B4-BE49-F238E27FC236}">
                      <a16:creationId xmlns:a16="http://schemas.microsoft.com/office/drawing/2014/main" id="{0AA0C8A0-5FDC-4BFA-8C64-496D817A43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44" name="Line 74">
                  <a:extLst>
                    <a:ext uri="{FF2B5EF4-FFF2-40B4-BE49-F238E27FC236}">
                      <a16:creationId xmlns:a16="http://schemas.microsoft.com/office/drawing/2014/main" id="{84FA714F-EAB5-4186-8627-9452CBFBC6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45" name="Line 75">
                  <a:extLst>
                    <a:ext uri="{FF2B5EF4-FFF2-40B4-BE49-F238E27FC236}">
                      <a16:creationId xmlns:a16="http://schemas.microsoft.com/office/drawing/2014/main" id="{36F130E7-9985-483A-8A9A-2A75EDD5BB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46" name="Line 76">
                  <a:extLst>
                    <a:ext uri="{FF2B5EF4-FFF2-40B4-BE49-F238E27FC236}">
                      <a16:creationId xmlns:a16="http://schemas.microsoft.com/office/drawing/2014/main" id="{C9DF5A67-C20B-40B7-A16B-1F714EF327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368" name="Group 77">
              <a:extLst>
                <a:ext uri="{FF2B5EF4-FFF2-40B4-BE49-F238E27FC236}">
                  <a16:creationId xmlns:a16="http://schemas.microsoft.com/office/drawing/2014/main" id="{A9408408-6B7C-48FA-8817-5EF070546D4A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915887" y="3831049"/>
              <a:ext cx="1885950" cy="228600"/>
              <a:chOff x="1872" y="2160"/>
              <a:chExt cx="3456" cy="528"/>
            </a:xfrm>
          </p:grpSpPr>
          <p:grpSp>
            <p:nvGrpSpPr>
              <p:cNvPr id="381" name="Group 10">
                <a:extLst>
                  <a:ext uri="{FF2B5EF4-FFF2-40B4-BE49-F238E27FC236}">
                    <a16:creationId xmlns:a16="http://schemas.microsoft.com/office/drawing/2014/main" id="{EF4F5031-5986-42D5-97CA-3255E450E3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422" name="Arc 5">
                  <a:extLst>
                    <a:ext uri="{FF2B5EF4-FFF2-40B4-BE49-F238E27FC236}">
                      <a16:creationId xmlns:a16="http://schemas.microsoft.com/office/drawing/2014/main" id="{96692011-0A3B-4769-8247-3D0794CF22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23" name="Arc 6">
                  <a:extLst>
                    <a:ext uri="{FF2B5EF4-FFF2-40B4-BE49-F238E27FC236}">
                      <a16:creationId xmlns:a16="http://schemas.microsoft.com/office/drawing/2014/main" id="{A95CBDAF-3FE7-4206-B024-39BFEBDC4D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382" name="Group 9">
                <a:extLst>
                  <a:ext uri="{FF2B5EF4-FFF2-40B4-BE49-F238E27FC236}">
                    <a16:creationId xmlns:a16="http://schemas.microsoft.com/office/drawing/2014/main" id="{F02DD355-5763-41D9-8B6F-650AAAC338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420" name="Arc 7">
                  <a:extLst>
                    <a:ext uri="{FF2B5EF4-FFF2-40B4-BE49-F238E27FC236}">
                      <a16:creationId xmlns:a16="http://schemas.microsoft.com/office/drawing/2014/main" id="{F8E803F9-C373-4A05-B653-3DF7CFCA90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21" name="Arc 8">
                  <a:extLst>
                    <a:ext uri="{FF2B5EF4-FFF2-40B4-BE49-F238E27FC236}">
                      <a16:creationId xmlns:a16="http://schemas.microsoft.com/office/drawing/2014/main" id="{379180EC-9697-4516-B7B9-474B23C5CB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383" name="Line 12">
                <a:extLst>
                  <a:ext uri="{FF2B5EF4-FFF2-40B4-BE49-F238E27FC236}">
                    <a16:creationId xmlns:a16="http://schemas.microsoft.com/office/drawing/2014/main" id="{4E91461D-33DA-4829-8AED-32A76ADCC8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384" name="Group 56">
                <a:extLst>
                  <a:ext uri="{FF2B5EF4-FFF2-40B4-BE49-F238E27FC236}">
                    <a16:creationId xmlns:a16="http://schemas.microsoft.com/office/drawing/2014/main" id="{16DDFB8E-775B-42BB-8564-7DB9ED7E23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416" name="Line 15">
                  <a:extLst>
                    <a:ext uri="{FF2B5EF4-FFF2-40B4-BE49-F238E27FC236}">
                      <a16:creationId xmlns:a16="http://schemas.microsoft.com/office/drawing/2014/main" id="{AFF190B3-4AD9-4749-B7B1-F162444DEA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7" name="Line 16">
                  <a:extLst>
                    <a:ext uri="{FF2B5EF4-FFF2-40B4-BE49-F238E27FC236}">
                      <a16:creationId xmlns:a16="http://schemas.microsoft.com/office/drawing/2014/main" id="{0B90D766-5E34-4C4B-86FD-11F4CE6168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8" name="Line 17">
                  <a:extLst>
                    <a:ext uri="{FF2B5EF4-FFF2-40B4-BE49-F238E27FC236}">
                      <a16:creationId xmlns:a16="http://schemas.microsoft.com/office/drawing/2014/main" id="{253F5FBF-BE91-40EE-A4F7-3EEA05B95C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9" name="Line 18">
                  <a:extLst>
                    <a:ext uri="{FF2B5EF4-FFF2-40B4-BE49-F238E27FC236}">
                      <a16:creationId xmlns:a16="http://schemas.microsoft.com/office/drawing/2014/main" id="{46B3525B-1716-4BB0-B7E7-A0957B74AF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385" name="Line 43">
                <a:extLst>
                  <a:ext uri="{FF2B5EF4-FFF2-40B4-BE49-F238E27FC236}">
                    <a16:creationId xmlns:a16="http://schemas.microsoft.com/office/drawing/2014/main" id="{40F332DB-4F9C-463A-B9AB-04486D46FA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86" name="Line 44">
                <a:extLst>
                  <a:ext uri="{FF2B5EF4-FFF2-40B4-BE49-F238E27FC236}">
                    <a16:creationId xmlns:a16="http://schemas.microsoft.com/office/drawing/2014/main" id="{28F13775-AFAD-45A9-BFA2-DC5EC4045B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87" name="Line 45">
                <a:extLst>
                  <a:ext uri="{FF2B5EF4-FFF2-40B4-BE49-F238E27FC236}">
                    <a16:creationId xmlns:a16="http://schemas.microsoft.com/office/drawing/2014/main" id="{6CF5E880-5CDF-4C13-A2E6-B1475572E9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88" name="Line 46">
                <a:extLst>
                  <a:ext uri="{FF2B5EF4-FFF2-40B4-BE49-F238E27FC236}">
                    <a16:creationId xmlns:a16="http://schemas.microsoft.com/office/drawing/2014/main" id="{40F40B37-BC69-4F98-B693-1A672832C9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89" name="Line 47">
                <a:extLst>
                  <a:ext uri="{FF2B5EF4-FFF2-40B4-BE49-F238E27FC236}">
                    <a16:creationId xmlns:a16="http://schemas.microsoft.com/office/drawing/2014/main" id="{8877A5F9-B23C-47CF-ABEB-87B1A06BE4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0" name="Line 48">
                <a:extLst>
                  <a:ext uri="{FF2B5EF4-FFF2-40B4-BE49-F238E27FC236}">
                    <a16:creationId xmlns:a16="http://schemas.microsoft.com/office/drawing/2014/main" id="{AA9B4A44-5072-4035-8453-4E3F0816BD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1" name="Line 50">
                <a:extLst>
                  <a:ext uri="{FF2B5EF4-FFF2-40B4-BE49-F238E27FC236}">
                    <a16:creationId xmlns:a16="http://schemas.microsoft.com/office/drawing/2014/main" id="{105D9A17-BBF0-4092-9EDE-ED87024C3D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2" name="Line 51">
                <a:extLst>
                  <a:ext uri="{FF2B5EF4-FFF2-40B4-BE49-F238E27FC236}">
                    <a16:creationId xmlns:a16="http://schemas.microsoft.com/office/drawing/2014/main" id="{DD0B6291-4D61-4D5D-A66D-EF180D641E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3" name="Line 52">
                <a:extLst>
                  <a:ext uri="{FF2B5EF4-FFF2-40B4-BE49-F238E27FC236}">
                    <a16:creationId xmlns:a16="http://schemas.microsoft.com/office/drawing/2014/main" id="{5A264585-E3E6-4515-AE65-2230B9DE09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4" name="AutoShape 53" descr="Wide downward diagonal">
                <a:extLst>
                  <a:ext uri="{FF2B5EF4-FFF2-40B4-BE49-F238E27FC236}">
                    <a16:creationId xmlns:a16="http://schemas.microsoft.com/office/drawing/2014/main" id="{9A8F99AB-4C27-4A7C-8112-AE743F18BB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395" name="AutoShape 54" descr="Wide downward diagonal">
                <a:extLst>
                  <a:ext uri="{FF2B5EF4-FFF2-40B4-BE49-F238E27FC236}">
                    <a16:creationId xmlns:a16="http://schemas.microsoft.com/office/drawing/2014/main" id="{2C36EBAF-A158-4E03-AEC8-C25BCC47DB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396" name="Group 57">
                <a:extLst>
                  <a:ext uri="{FF2B5EF4-FFF2-40B4-BE49-F238E27FC236}">
                    <a16:creationId xmlns:a16="http://schemas.microsoft.com/office/drawing/2014/main" id="{F550ECCE-E518-4C22-89CA-C250028980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412" name="Line 58">
                  <a:extLst>
                    <a:ext uri="{FF2B5EF4-FFF2-40B4-BE49-F238E27FC236}">
                      <a16:creationId xmlns:a16="http://schemas.microsoft.com/office/drawing/2014/main" id="{5D0CF4F5-AC4D-4279-8E5F-E03D9FAAB5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3" name="Line 59">
                  <a:extLst>
                    <a:ext uri="{FF2B5EF4-FFF2-40B4-BE49-F238E27FC236}">
                      <a16:creationId xmlns:a16="http://schemas.microsoft.com/office/drawing/2014/main" id="{810CE228-C5EA-4589-BC19-24217FB0B7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4" name="Line 60">
                  <a:extLst>
                    <a:ext uri="{FF2B5EF4-FFF2-40B4-BE49-F238E27FC236}">
                      <a16:creationId xmlns:a16="http://schemas.microsoft.com/office/drawing/2014/main" id="{F9DE3CBB-5F76-4B0B-8D46-4410C16CDB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5" name="Line 61">
                  <a:extLst>
                    <a:ext uri="{FF2B5EF4-FFF2-40B4-BE49-F238E27FC236}">
                      <a16:creationId xmlns:a16="http://schemas.microsoft.com/office/drawing/2014/main" id="{30AF9488-FB7A-4271-9F80-BF1C06ABD3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97" name="Group 62">
                <a:extLst>
                  <a:ext uri="{FF2B5EF4-FFF2-40B4-BE49-F238E27FC236}">
                    <a16:creationId xmlns:a16="http://schemas.microsoft.com/office/drawing/2014/main" id="{1A255DEF-AE76-4352-8D5C-9C5C69DB1F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408" name="Line 63">
                  <a:extLst>
                    <a:ext uri="{FF2B5EF4-FFF2-40B4-BE49-F238E27FC236}">
                      <a16:creationId xmlns:a16="http://schemas.microsoft.com/office/drawing/2014/main" id="{D5E0282D-9D11-4001-99EB-7FF8EC1128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9" name="Line 64">
                  <a:extLst>
                    <a:ext uri="{FF2B5EF4-FFF2-40B4-BE49-F238E27FC236}">
                      <a16:creationId xmlns:a16="http://schemas.microsoft.com/office/drawing/2014/main" id="{7087249A-EAAE-4418-9C26-2DF7CF5ABB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0" name="Line 65">
                  <a:extLst>
                    <a:ext uri="{FF2B5EF4-FFF2-40B4-BE49-F238E27FC236}">
                      <a16:creationId xmlns:a16="http://schemas.microsoft.com/office/drawing/2014/main" id="{1459FBA4-B2E5-400F-913C-8D8F9FD8AC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1" name="Line 66">
                  <a:extLst>
                    <a:ext uri="{FF2B5EF4-FFF2-40B4-BE49-F238E27FC236}">
                      <a16:creationId xmlns:a16="http://schemas.microsoft.com/office/drawing/2014/main" id="{D9A7A7BE-E61C-489D-BE1B-F16ABD9726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98" name="Group 67">
                <a:extLst>
                  <a:ext uri="{FF2B5EF4-FFF2-40B4-BE49-F238E27FC236}">
                    <a16:creationId xmlns:a16="http://schemas.microsoft.com/office/drawing/2014/main" id="{B75F7FEA-6E57-42CB-B409-FB9F18A3B4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404" name="Line 68">
                  <a:extLst>
                    <a:ext uri="{FF2B5EF4-FFF2-40B4-BE49-F238E27FC236}">
                      <a16:creationId xmlns:a16="http://schemas.microsoft.com/office/drawing/2014/main" id="{BE5EF57F-66FC-4499-A81B-680F2709EA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5" name="Line 69">
                  <a:extLst>
                    <a:ext uri="{FF2B5EF4-FFF2-40B4-BE49-F238E27FC236}">
                      <a16:creationId xmlns:a16="http://schemas.microsoft.com/office/drawing/2014/main" id="{1643397C-6F34-4ACE-820E-6582DCE7FB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6" name="Line 70">
                  <a:extLst>
                    <a:ext uri="{FF2B5EF4-FFF2-40B4-BE49-F238E27FC236}">
                      <a16:creationId xmlns:a16="http://schemas.microsoft.com/office/drawing/2014/main" id="{95AE711F-52E8-4C67-804D-2F31F33128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7" name="Line 71">
                  <a:extLst>
                    <a:ext uri="{FF2B5EF4-FFF2-40B4-BE49-F238E27FC236}">
                      <a16:creationId xmlns:a16="http://schemas.microsoft.com/office/drawing/2014/main" id="{21580B91-5357-4C0D-9BAC-E93DEC2015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99" name="Group 72">
                <a:extLst>
                  <a:ext uri="{FF2B5EF4-FFF2-40B4-BE49-F238E27FC236}">
                    <a16:creationId xmlns:a16="http://schemas.microsoft.com/office/drawing/2014/main" id="{8EB95093-041E-46EA-8513-C13F2B79B5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400" name="Line 73">
                  <a:extLst>
                    <a:ext uri="{FF2B5EF4-FFF2-40B4-BE49-F238E27FC236}">
                      <a16:creationId xmlns:a16="http://schemas.microsoft.com/office/drawing/2014/main" id="{5017DD0B-C0E6-497A-B475-97089554CD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1" name="Line 74">
                  <a:extLst>
                    <a:ext uri="{FF2B5EF4-FFF2-40B4-BE49-F238E27FC236}">
                      <a16:creationId xmlns:a16="http://schemas.microsoft.com/office/drawing/2014/main" id="{F5A605E3-5449-438A-9EF3-7AD0A07EFD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2" name="Line 75">
                  <a:extLst>
                    <a:ext uri="{FF2B5EF4-FFF2-40B4-BE49-F238E27FC236}">
                      <a16:creationId xmlns:a16="http://schemas.microsoft.com/office/drawing/2014/main" id="{333E88EB-4F96-4192-AE71-DF99970C78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3" name="Line 76">
                  <a:extLst>
                    <a:ext uri="{FF2B5EF4-FFF2-40B4-BE49-F238E27FC236}">
                      <a16:creationId xmlns:a16="http://schemas.microsoft.com/office/drawing/2014/main" id="{1F836B14-C9D8-4A21-8ADB-523EE99A72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369" name="Grupo 368">
              <a:extLst>
                <a:ext uri="{FF2B5EF4-FFF2-40B4-BE49-F238E27FC236}">
                  <a16:creationId xmlns:a16="http://schemas.microsoft.com/office/drawing/2014/main" id="{D6EFA855-4A65-4DD9-8725-3E85A8021C26}"/>
                </a:ext>
              </a:extLst>
            </p:cNvPr>
            <p:cNvGrpSpPr/>
            <p:nvPr/>
          </p:nvGrpSpPr>
          <p:grpSpPr>
            <a:xfrm rot="10800000">
              <a:off x="3786232" y="3831049"/>
              <a:ext cx="231924" cy="228600"/>
              <a:chOff x="5643563" y="1257300"/>
              <a:chExt cx="231924" cy="228600"/>
            </a:xfrm>
          </p:grpSpPr>
          <p:sp>
            <p:nvSpPr>
              <p:cNvPr id="370" name="Line 43">
                <a:extLst>
                  <a:ext uri="{FF2B5EF4-FFF2-40B4-BE49-F238E27FC236}">
                    <a16:creationId xmlns:a16="http://schemas.microsoft.com/office/drawing/2014/main" id="{EE6ABBA7-F9BD-4276-A424-55ACD837B4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21462" y="1279381"/>
                <a:ext cx="0" cy="184439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1" name="Line 44">
                <a:extLst>
                  <a:ext uri="{FF2B5EF4-FFF2-40B4-BE49-F238E27FC236}">
                    <a16:creationId xmlns:a16="http://schemas.microsoft.com/office/drawing/2014/main" id="{BAE2A03B-8009-4676-9F50-FBE5079845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74531" y="1278082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2" name="Line 45">
                <a:extLst>
                  <a:ext uri="{FF2B5EF4-FFF2-40B4-BE49-F238E27FC236}">
                    <a16:creationId xmlns:a16="http://schemas.microsoft.com/office/drawing/2014/main" id="{A079E2CE-838E-4EDD-898A-5316619183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8188" y="1373765"/>
                <a:ext cx="57299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3" name="Line 46">
                <a:extLst>
                  <a:ext uri="{FF2B5EF4-FFF2-40B4-BE49-F238E27FC236}">
                    <a16:creationId xmlns:a16="http://schemas.microsoft.com/office/drawing/2014/main" id="{7A204BBD-0253-42BD-820A-C458103C9D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6005" y="1280247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4" name="Line 47">
                <a:extLst>
                  <a:ext uri="{FF2B5EF4-FFF2-40B4-BE49-F238E27FC236}">
                    <a16:creationId xmlns:a16="http://schemas.microsoft.com/office/drawing/2014/main" id="{6D4754A8-5DFA-4321-8152-BBDB9D9323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6346" y="1373332"/>
                <a:ext cx="57845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5" name="Line 48">
                <a:extLst>
                  <a:ext uri="{FF2B5EF4-FFF2-40B4-BE49-F238E27FC236}">
                    <a16:creationId xmlns:a16="http://schemas.microsoft.com/office/drawing/2014/main" id="{587FCEA8-821B-4250-B01F-8744BFC7B8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3563" y="137419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6" name="Line 50">
                <a:extLst>
                  <a:ext uri="{FF2B5EF4-FFF2-40B4-BE49-F238E27FC236}">
                    <a16:creationId xmlns:a16="http://schemas.microsoft.com/office/drawing/2014/main" id="{F15A783F-B959-4F4F-8783-C68DB03E5F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51202" y="135081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7" name="Line 51">
                <a:extLst>
                  <a:ext uri="{FF2B5EF4-FFF2-40B4-BE49-F238E27FC236}">
                    <a16:creationId xmlns:a16="http://schemas.microsoft.com/office/drawing/2014/main" id="{F01BD86B-4C47-481B-A5A0-28E9702601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5077" y="1351251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8" name="Line 52">
                <a:extLst>
                  <a:ext uri="{FF2B5EF4-FFF2-40B4-BE49-F238E27FC236}">
                    <a16:creationId xmlns:a16="http://schemas.microsoft.com/office/drawing/2014/main" id="{694FBCBF-B788-47E2-AFDA-994096FE2B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6168" y="1394980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9" name="AutoShape 53" descr="Wide downward diagonal">
                <a:extLst>
                  <a:ext uri="{FF2B5EF4-FFF2-40B4-BE49-F238E27FC236}">
                    <a16:creationId xmlns:a16="http://schemas.microsoft.com/office/drawing/2014/main" id="{5EF6C1DE-5643-428C-85F3-11DC9208C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430482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380" name="AutoShape 54" descr="Wide downward diagonal">
                <a:extLst>
                  <a:ext uri="{FF2B5EF4-FFF2-40B4-BE49-F238E27FC236}">
                    <a16:creationId xmlns:a16="http://schemas.microsoft.com/office/drawing/2014/main" id="{44F2CD6B-81DF-44D3-8ED6-4C2AD5ED0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257300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cxnSp>
        <p:nvCxnSpPr>
          <p:cNvPr id="510" name="Conector recto de flecha 509">
            <a:extLst>
              <a:ext uri="{FF2B5EF4-FFF2-40B4-BE49-F238E27FC236}">
                <a16:creationId xmlns:a16="http://schemas.microsoft.com/office/drawing/2014/main" id="{919BE4D2-0F4D-4260-8FAD-CD8CF0290B97}"/>
              </a:ext>
            </a:extLst>
          </p:cNvPr>
          <p:cNvCxnSpPr>
            <a:cxnSpLocks/>
          </p:cNvCxnSpPr>
          <p:nvPr/>
        </p:nvCxnSpPr>
        <p:spPr>
          <a:xfrm flipH="1" flipV="1">
            <a:off x="2036607" y="1334958"/>
            <a:ext cx="1" cy="292344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Conector recto de flecha 510">
            <a:extLst>
              <a:ext uri="{FF2B5EF4-FFF2-40B4-BE49-F238E27FC236}">
                <a16:creationId xmlns:a16="http://schemas.microsoft.com/office/drawing/2014/main" id="{1AB08C39-075E-4772-92A7-24C6222EB59A}"/>
              </a:ext>
            </a:extLst>
          </p:cNvPr>
          <p:cNvCxnSpPr>
            <a:cxnSpLocks/>
          </p:cNvCxnSpPr>
          <p:nvPr/>
        </p:nvCxnSpPr>
        <p:spPr>
          <a:xfrm flipH="1">
            <a:off x="2045218" y="1787458"/>
            <a:ext cx="1" cy="275336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2" name="Grupo 511">
            <a:extLst>
              <a:ext uri="{FF2B5EF4-FFF2-40B4-BE49-F238E27FC236}">
                <a16:creationId xmlns:a16="http://schemas.microsoft.com/office/drawing/2014/main" id="{2736CC87-A6BF-4546-9D83-691310BE228C}"/>
              </a:ext>
            </a:extLst>
          </p:cNvPr>
          <p:cNvGrpSpPr/>
          <p:nvPr/>
        </p:nvGrpSpPr>
        <p:grpSpPr>
          <a:xfrm rot="213566">
            <a:off x="1988040" y="617777"/>
            <a:ext cx="5622183" cy="234047"/>
            <a:chOff x="1915887" y="3825602"/>
            <a:chExt cx="5622183" cy="234047"/>
          </a:xfrm>
        </p:grpSpPr>
        <p:grpSp>
          <p:nvGrpSpPr>
            <p:cNvPr id="513" name="Group 77">
              <a:extLst>
                <a:ext uri="{FF2B5EF4-FFF2-40B4-BE49-F238E27FC236}">
                  <a16:creationId xmlns:a16="http://schemas.microsoft.com/office/drawing/2014/main" id="{254167AE-8DE0-45C5-B563-123393999A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2120" y="3825602"/>
              <a:ext cx="1885950" cy="228600"/>
              <a:chOff x="1872" y="2160"/>
              <a:chExt cx="3456" cy="528"/>
            </a:xfrm>
          </p:grpSpPr>
          <p:grpSp>
            <p:nvGrpSpPr>
              <p:cNvPr id="614" name="Group 10">
                <a:extLst>
                  <a:ext uri="{FF2B5EF4-FFF2-40B4-BE49-F238E27FC236}">
                    <a16:creationId xmlns:a16="http://schemas.microsoft.com/office/drawing/2014/main" id="{CC909068-F1FC-4F5D-84F1-2C5EF1FCA9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655" name="Arc 5">
                  <a:extLst>
                    <a:ext uri="{FF2B5EF4-FFF2-40B4-BE49-F238E27FC236}">
                      <a16:creationId xmlns:a16="http://schemas.microsoft.com/office/drawing/2014/main" id="{51B6648C-A2E7-46C3-904E-2ACC01E0E6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656" name="Arc 6">
                  <a:extLst>
                    <a:ext uri="{FF2B5EF4-FFF2-40B4-BE49-F238E27FC236}">
                      <a16:creationId xmlns:a16="http://schemas.microsoft.com/office/drawing/2014/main" id="{50360DED-CD88-44CA-A7AB-B43FC16D8F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615" name="Group 9">
                <a:extLst>
                  <a:ext uri="{FF2B5EF4-FFF2-40B4-BE49-F238E27FC236}">
                    <a16:creationId xmlns:a16="http://schemas.microsoft.com/office/drawing/2014/main" id="{4C20385A-F354-4690-9150-422CAC80E1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653" name="Arc 7">
                  <a:extLst>
                    <a:ext uri="{FF2B5EF4-FFF2-40B4-BE49-F238E27FC236}">
                      <a16:creationId xmlns:a16="http://schemas.microsoft.com/office/drawing/2014/main" id="{2ADF785B-2F86-4CB4-8D72-C070C91103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654" name="Arc 8">
                  <a:extLst>
                    <a:ext uri="{FF2B5EF4-FFF2-40B4-BE49-F238E27FC236}">
                      <a16:creationId xmlns:a16="http://schemas.microsoft.com/office/drawing/2014/main" id="{44D3204D-DF84-4032-9149-1DE28FA336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616" name="Line 12">
                <a:extLst>
                  <a:ext uri="{FF2B5EF4-FFF2-40B4-BE49-F238E27FC236}">
                    <a16:creationId xmlns:a16="http://schemas.microsoft.com/office/drawing/2014/main" id="{2EDF8081-FC13-460C-8311-8EFFF73380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617" name="Group 56">
                <a:extLst>
                  <a:ext uri="{FF2B5EF4-FFF2-40B4-BE49-F238E27FC236}">
                    <a16:creationId xmlns:a16="http://schemas.microsoft.com/office/drawing/2014/main" id="{711B93EE-2321-4BFF-8FF5-122FA88C10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649" name="Line 15">
                  <a:extLst>
                    <a:ext uri="{FF2B5EF4-FFF2-40B4-BE49-F238E27FC236}">
                      <a16:creationId xmlns:a16="http://schemas.microsoft.com/office/drawing/2014/main" id="{B4E73228-9846-43E5-93BC-D8BF549D7D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50" name="Line 16">
                  <a:extLst>
                    <a:ext uri="{FF2B5EF4-FFF2-40B4-BE49-F238E27FC236}">
                      <a16:creationId xmlns:a16="http://schemas.microsoft.com/office/drawing/2014/main" id="{CF6C8F3C-6BBC-4965-A798-2EC5465132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51" name="Line 17">
                  <a:extLst>
                    <a:ext uri="{FF2B5EF4-FFF2-40B4-BE49-F238E27FC236}">
                      <a16:creationId xmlns:a16="http://schemas.microsoft.com/office/drawing/2014/main" id="{2FC9AAA4-F914-4F3E-900C-184C560F26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52" name="Line 18">
                  <a:extLst>
                    <a:ext uri="{FF2B5EF4-FFF2-40B4-BE49-F238E27FC236}">
                      <a16:creationId xmlns:a16="http://schemas.microsoft.com/office/drawing/2014/main" id="{339709C1-BFA6-43D8-9093-6A7F77174A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618" name="Line 43">
                <a:extLst>
                  <a:ext uri="{FF2B5EF4-FFF2-40B4-BE49-F238E27FC236}">
                    <a16:creationId xmlns:a16="http://schemas.microsoft.com/office/drawing/2014/main" id="{145B3754-ECA0-4B7F-A268-BA892BBAF1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19" name="Line 44">
                <a:extLst>
                  <a:ext uri="{FF2B5EF4-FFF2-40B4-BE49-F238E27FC236}">
                    <a16:creationId xmlns:a16="http://schemas.microsoft.com/office/drawing/2014/main" id="{A69291D5-1B51-40A5-8748-A006EE5E78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20" name="Line 45">
                <a:extLst>
                  <a:ext uri="{FF2B5EF4-FFF2-40B4-BE49-F238E27FC236}">
                    <a16:creationId xmlns:a16="http://schemas.microsoft.com/office/drawing/2014/main" id="{7B1298A1-E346-4390-A474-4578D74639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21" name="Line 46">
                <a:extLst>
                  <a:ext uri="{FF2B5EF4-FFF2-40B4-BE49-F238E27FC236}">
                    <a16:creationId xmlns:a16="http://schemas.microsoft.com/office/drawing/2014/main" id="{BAF15FFE-637E-4EFA-A557-33DE0DB9FE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22" name="Line 47">
                <a:extLst>
                  <a:ext uri="{FF2B5EF4-FFF2-40B4-BE49-F238E27FC236}">
                    <a16:creationId xmlns:a16="http://schemas.microsoft.com/office/drawing/2014/main" id="{261B051D-DD25-44D6-823E-17E164B872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23" name="Line 48">
                <a:extLst>
                  <a:ext uri="{FF2B5EF4-FFF2-40B4-BE49-F238E27FC236}">
                    <a16:creationId xmlns:a16="http://schemas.microsoft.com/office/drawing/2014/main" id="{93B4B5D9-0E04-4A1C-B45E-E6E31AEC57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24" name="Line 50">
                <a:extLst>
                  <a:ext uri="{FF2B5EF4-FFF2-40B4-BE49-F238E27FC236}">
                    <a16:creationId xmlns:a16="http://schemas.microsoft.com/office/drawing/2014/main" id="{815398C6-5960-4DEB-AF8C-8CCEAC0E0A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25" name="Line 51">
                <a:extLst>
                  <a:ext uri="{FF2B5EF4-FFF2-40B4-BE49-F238E27FC236}">
                    <a16:creationId xmlns:a16="http://schemas.microsoft.com/office/drawing/2014/main" id="{8D71311E-4C71-4334-B4F3-2901E7E78A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26" name="Line 52">
                <a:extLst>
                  <a:ext uri="{FF2B5EF4-FFF2-40B4-BE49-F238E27FC236}">
                    <a16:creationId xmlns:a16="http://schemas.microsoft.com/office/drawing/2014/main" id="{0A70EC59-2D04-4357-8C8E-87EE83261D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27" name="AutoShape 53" descr="Wide downward diagonal">
                <a:extLst>
                  <a:ext uri="{FF2B5EF4-FFF2-40B4-BE49-F238E27FC236}">
                    <a16:creationId xmlns:a16="http://schemas.microsoft.com/office/drawing/2014/main" id="{E9B9584B-2F53-4BE9-AE8C-3F0B84431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628" name="AutoShape 54" descr="Wide downward diagonal">
                <a:extLst>
                  <a:ext uri="{FF2B5EF4-FFF2-40B4-BE49-F238E27FC236}">
                    <a16:creationId xmlns:a16="http://schemas.microsoft.com/office/drawing/2014/main" id="{F63F61BB-B140-4C9F-A305-1F30F32112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629" name="Group 57">
                <a:extLst>
                  <a:ext uri="{FF2B5EF4-FFF2-40B4-BE49-F238E27FC236}">
                    <a16:creationId xmlns:a16="http://schemas.microsoft.com/office/drawing/2014/main" id="{98436603-EC7C-4190-A1A1-0315CDE195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645" name="Line 58">
                  <a:extLst>
                    <a:ext uri="{FF2B5EF4-FFF2-40B4-BE49-F238E27FC236}">
                      <a16:creationId xmlns:a16="http://schemas.microsoft.com/office/drawing/2014/main" id="{23D885C4-9947-435B-8199-3C11344E7D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46" name="Line 59">
                  <a:extLst>
                    <a:ext uri="{FF2B5EF4-FFF2-40B4-BE49-F238E27FC236}">
                      <a16:creationId xmlns:a16="http://schemas.microsoft.com/office/drawing/2014/main" id="{183AD20C-F187-4450-B373-56431E09CF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47" name="Line 60">
                  <a:extLst>
                    <a:ext uri="{FF2B5EF4-FFF2-40B4-BE49-F238E27FC236}">
                      <a16:creationId xmlns:a16="http://schemas.microsoft.com/office/drawing/2014/main" id="{EFEE72A7-AE6E-4757-A064-6FAA7FB65B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48" name="Line 61">
                  <a:extLst>
                    <a:ext uri="{FF2B5EF4-FFF2-40B4-BE49-F238E27FC236}">
                      <a16:creationId xmlns:a16="http://schemas.microsoft.com/office/drawing/2014/main" id="{3A7758F9-F06C-453B-9190-9A682ED517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30" name="Group 62">
                <a:extLst>
                  <a:ext uri="{FF2B5EF4-FFF2-40B4-BE49-F238E27FC236}">
                    <a16:creationId xmlns:a16="http://schemas.microsoft.com/office/drawing/2014/main" id="{3EDEAAE4-E0FE-4F94-8A95-B0BCCAA182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641" name="Line 63">
                  <a:extLst>
                    <a:ext uri="{FF2B5EF4-FFF2-40B4-BE49-F238E27FC236}">
                      <a16:creationId xmlns:a16="http://schemas.microsoft.com/office/drawing/2014/main" id="{FFE29F17-319B-432D-8DAC-2309603D0B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42" name="Line 64">
                  <a:extLst>
                    <a:ext uri="{FF2B5EF4-FFF2-40B4-BE49-F238E27FC236}">
                      <a16:creationId xmlns:a16="http://schemas.microsoft.com/office/drawing/2014/main" id="{9C6D1537-5A35-423D-BA88-4C3ED6F03E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43" name="Line 65">
                  <a:extLst>
                    <a:ext uri="{FF2B5EF4-FFF2-40B4-BE49-F238E27FC236}">
                      <a16:creationId xmlns:a16="http://schemas.microsoft.com/office/drawing/2014/main" id="{CF93982C-133A-4E82-AC57-DF94FC3173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44" name="Line 66">
                  <a:extLst>
                    <a:ext uri="{FF2B5EF4-FFF2-40B4-BE49-F238E27FC236}">
                      <a16:creationId xmlns:a16="http://schemas.microsoft.com/office/drawing/2014/main" id="{C510C06D-CB53-4B5D-93DB-D6F75BFDBC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31" name="Group 67">
                <a:extLst>
                  <a:ext uri="{FF2B5EF4-FFF2-40B4-BE49-F238E27FC236}">
                    <a16:creationId xmlns:a16="http://schemas.microsoft.com/office/drawing/2014/main" id="{03978CE9-628B-4EB2-86DC-66B2222598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637" name="Line 68">
                  <a:extLst>
                    <a:ext uri="{FF2B5EF4-FFF2-40B4-BE49-F238E27FC236}">
                      <a16:creationId xmlns:a16="http://schemas.microsoft.com/office/drawing/2014/main" id="{F862179C-0E5D-48B2-9235-C35B7443BB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38" name="Line 69">
                  <a:extLst>
                    <a:ext uri="{FF2B5EF4-FFF2-40B4-BE49-F238E27FC236}">
                      <a16:creationId xmlns:a16="http://schemas.microsoft.com/office/drawing/2014/main" id="{D4598109-ADC2-4876-BC94-AB55251EC0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39" name="Line 70">
                  <a:extLst>
                    <a:ext uri="{FF2B5EF4-FFF2-40B4-BE49-F238E27FC236}">
                      <a16:creationId xmlns:a16="http://schemas.microsoft.com/office/drawing/2014/main" id="{396F803F-88E7-48C9-B823-155E438CB0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40" name="Line 71">
                  <a:extLst>
                    <a:ext uri="{FF2B5EF4-FFF2-40B4-BE49-F238E27FC236}">
                      <a16:creationId xmlns:a16="http://schemas.microsoft.com/office/drawing/2014/main" id="{D934C87C-6F57-4048-BA36-025A548244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32" name="Group 72">
                <a:extLst>
                  <a:ext uri="{FF2B5EF4-FFF2-40B4-BE49-F238E27FC236}">
                    <a16:creationId xmlns:a16="http://schemas.microsoft.com/office/drawing/2014/main" id="{E3BEA2F3-7EDD-45DA-8F52-A8E795D62F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633" name="Line 73">
                  <a:extLst>
                    <a:ext uri="{FF2B5EF4-FFF2-40B4-BE49-F238E27FC236}">
                      <a16:creationId xmlns:a16="http://schemas.microsoft.com/office/drawing/2014/main" id="{8588631B-3CF6-42E1-AD13-C3E64FB480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34" name="Line 74">
                  <a:extLst>
                    <a:ext uri="{FF2B5EF4-FFF2-40B4-BE49-F238E27FC236}">
                      <a16:creationId xmlns:a16="http://schemas.microsoft.com/office/drawing/2014/main" id="{0F05C286-8A4E-4934-8013-A6CD39BE27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35" name="Line 75">
                  <a:extLst>
                    <a:ext uri="{FF2B5EF4-FFF2-40B4-BE49-F238E27FC236}">
                      <a16:creationId xmlns:a16="http://schemas.microsoft.com/office/drawing/2014/main" id="{42E87C0B-10A8-413D-8AA3-E5B5A662BB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36" name="Line 76">
                  <a:extLst>
                    <a:ext uri="{FF2B5EF4-FFF2-40B4-BE49-F238E27FC236}">
                      <a16:creationId xmlns:a16="http://schemas.microsoft.com/office/drawing/2014/main" id="{7C16B0C9-1B60-49A8-B989-4E150E5356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514" name="Group 77">
              <a:extLst>
                <a:ext uri="{FF2B5EF4-FFF2-40B4-BE49-F238E27FC236}">
                  <a16:creationId xmlns:a16="http://schemas.microsoft.com/office/drawing/2014/main" id="{EC19683B-23CA-49C8-8698-9FCFB8C6E5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7399" y="3826882"/>
              <a:ext cx="1885950" cy="228600"/>
              <a:chOff x="1872" y="2160"/>
              <a:chExt cx="3456" cy="528"/>
            </a:xfrm>
          </p:grpSpPr>
          <p:grpSp>
            <p:nvGrpSpPr>
              <p:cNvPr id="571" name="Group 10">
                <a:extLst>
                  <a:ext uri="{FF2B5EF4-FFF2-40B4-BE49-F238E27FC236}">
                    <a16:creationId xmlns:a16="http://schemas.microsoft.com/office/drawing/2014/main" id="{B5EC1EFF-C42C-42F3-BC91-C215C2B3A9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612" name="Arc 5">
                  <a:extLst>
                    <a:ext uri="{FF2B5EF4-FFF2-40B4-BE49-F238E27FC236}">
                      <a16:creationId xmlns:a16="http://schemas.microsoft.com/office/drawing/2014/main" id="{AA312CD7-274D-49F4-B001-88B8CA35B8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613" name="Arc 6">
                  <a:extLst>
                    <a:ext uri="{FF2B5EF4-FFF2-40B4-BE49-F238E27FC236}">
                      <a16:creationId xmlns:a16="http://schemas.microsoft.com/office/drawing/2014/main" id="{4BA26FE4-64C7-46C4-95D9-9D331C91B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572" name="Group 9">
                <a:extLst>
                  <a:ext uri="{FF2B5EF4-FFF2-40B4-BE49-F238E27FC236}">
                    <a16:creationId xmlns:a16="http://schemas.microsoft.com/office/drawing/2014/main" id="{BD99FA4C-5860-464F-B5F1-8528143A3E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610" name="Arc 7">
                  <a:extLst>
                    <a:ext uri="{FF2B5EF4-FFF2-40B4-BE49-F238E27FC236}">
                      <a16:creationId xmlns:a16="http://schemas.microsoft.com/office/drawing/2014/main" id="{42FC8688-1A9E-4AAE-AAA2-122909993B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611" name="Arc 8">
                  <a:extLst>
                    <a:ext uri="{FF2B5EF4-FFF2-40B4-BE49-F238E27FC236}">
                      <a16:creationId xmlns:a16="http://schemas.microsoft.com/office/drawing/2014/main" id="{3A96EE38-1888-468A-A472-FE2FAD6DB2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573" name="Line 12">
                <a:extLst>
                  <a:ext uri="{FF2B5EF4-FFF2-40B4-BE49-F238E27FC236}">
                    <a16:creationId xmlns:a16="http://schemas.microsoft.com/office/drawing/2014/main" id="{1BCACD77-E45A-4614-83C9-5E482E8A04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574" name="Group 56">
                <a:extLst>
                  <a:ext uri="{FF2B5EF4-FFF2-40B4-BE49-F238E27FC236}">
                    <a16:creationId xmlns:a16="http://schemas.microsoft.com/office/drawing/2014/main" id="{76362BCC-6E5D-4AAB-86F9-B9F7324E30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606" name="Line 15">
                  <a:extLst>
                    <a:ext uri="{FF2B5EF4-FFF2-40B4-BE49-F238E27FC236}">
                      <a16:creationId xmlns:a16="http://schemas.microsoft.com/office/drawing/2014/main" id="{191DCD9C-BDB2-4436-9665-F6BBE4AA9F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07" name="Line 16">
                  <a:extLst>
                    <a:ext uri="{FF2B5EF4-FFF2-40B4-BE49-F238E27FC236}">
                      <a16:creationId xmlns:a16="http://schemas.microsoft.com/office/drawing/2014/main" id="{E92A5D04-6C31-4C2E-9F96-70276E8AC1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08" name="Line 17">
                  <a:extLst>
                    <a:ext uri="{FF2B5EF4-FFF2-40B4-BE49-F238E27FC236}">
                      <a16:creationId xmlns:a16="http://schemas.microsoft.com/office/drawing/2014/main" id="{30CC435C-0EE5-4357-9827-1B32CD0DFE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09" name="Line 18">
                  <a:extLst>
                    <a:ext uri="{FF2B5EF4-FFF2-40B4-BE49-F238E27FC236}">
                      <a16:creationId xmlns:a16="http://schemas.microsoft.com/office/drawing/2014/main" id="{85D12558-30B7-437A-B9A9-4E448D4CB2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575" name="Line 43">
                <a:extLst>
                  <a:ext uri="{FF2B5EF4-FFF2-40B4-BE49-F238E27FC236}">
                    <a16:creationId xmlns:a16="http://schemas.microsoft.com/office/drawing/2014/main" id="{E49CB6B9-3666-45D3-A866-F9C071AB0D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6" name="Line 44">
                <a:extLst>
                  <a:ext uri="{FF2B5EF4-FFF2-40B4-BE49-F238E27FC236}">
                    <a16:creationId xmlns:a16="http://schemas.microsoft.com/office/drawing/2014/main" id="{C9828B73-6F1F-4BBC-B3A1-FA42C37534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7" name="Line 45">
                <a:extLst>
                  <a:ext uri="{FF2B5EF4-FFF2-40B4-BE49-F238E27FC236}">
                    <a16:creationId xmlns:a16="http://schemas.microsoft.com/office/drawing/2014/main" id="{E3AE5653-037C-433A-8C76-725BD825DF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8" name="Line 46">
                <a:extLst>
                  <a:ext uri="{FF2B5EF4-FFF2-40B4-BE49-F238E27FC236}">
                    <a16:creationId xmlns:a16="http://schemas.microsoft.com/office/drawing/2014/main" id="{7C221B39-A454-4EC1-BFC9-66838D4C85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9" name="Line 47">
                <a:extLst>
                  <a:ext uri="{FF2B5EF4-FFF2-40B4-BE49-F238E27FC236}">
                    <a16:creationId xmlns:a16="http://schemas.microsoft.com/office/drawing/2014/main" id="{AF49C08F-6E68-4D3D-B869-CBF9B965C0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0" name="Line 48">
                <a:extLst>
                  <a:ext uri="{FF2B5EF4-FFF2-40B4-BE49-F238E27FC236}">
                    <a16:creationId xmlns:a16="http://schemas.microsoft.com/office/drawing/2014/main" id="{30C893FA-493A-4372-961C-2C9614B57B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1" name="Line 50">
                <a:extLst>
                  <a:ext uri="{FF2B5EF4-FFF2-40B4-BE49-F238E27FC236}">
                    <a16:creationId xmlns:a16="http://schemas.microsoft.com/office/drawing/2014/main" id="{20BE69FF-B4F9-4D87-85EE-707B7D6025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2" name="Line 51">
                <a:extLst>
                  <a:ext uri="{FF2B5EF4-FFF2-40B4-BE49-F238E27FC236}">
                    <a16:creationId xmlns:a16="http://schemas.microsoft.com/office/drawing/2014/main" id="{A095C13D-E8E5-43B8-A8CD-BD3A71CB9A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3" name="Line 52">
                <a:extLst>
                  <a:ext uri="{FF2B5EF4-FFF2-40B4-BE49-F238E27FC236}">
                    <a16:creationId xmlns:a16="http://schemas.microsoft.com/office/drawing/2014/main" id="{1F98F30B-BA24-4EB0-8497-6850E76513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4" name="AutoShape 53" descr="Wide downward diagonal">
                <a:extLst>
                  <a:ext uri="{FF2B5EF4-FFF2-40B4-BE49-F238E27FC236}">
                    <a16:creationId xmlns:a16="http://schemas.microsoft.com/office/drawing/2014/main" id="{8CF3E825-0B0D-4F41-BD21-5E231AAA61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5" name="AutoShape 54" descr="Wide downward diagonal">
                <a:extLst>
                  <a:ext uri="{FF2B5EF4-FFF2-40B4-BE49-F238E27FC236}">
                    <a16:creationId xmlns:a16="http://schemas.microsoft.com/office/drawing/2014/main" id="{68369245-1C0C-4A86-9E62-F8AEF423FE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586" name="Group 57">
                <a:extLst>
                  <a:ext uri="{FF2B5EF4-FFF2-40B4-BE49-F238E27FC236}">
                    <a16:creationId xmlns:a16="http://schemas.microsoft.com/office/drawing/2014/main" id="{5819F0B1-3CD2-486C-8B68-373717BC3A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602" name="Line 58">
                  <a:extLst>
                    <a:ext uri="{FF2B5EF4-FFF2-40B4-BE49-F238E27FC236}">
                      <a16:creationId xmlns:a16="http://schemas.microsoft.com/office/drawing/2014/main" id="{B5AB767D-D3D1-4F1A-BA30-02315BA5EB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03" name="Line 59">
                  <a:extLst>
                    <a:ext uri="{FF2B5EF4-FFF2-40B4-BE49-F238E27FC236}">
                      <a16:creationId xmlns:a16="http://schemas.microsoft.com/office/drawing/2014/main" id="{3B4BE8BF-4F3D-4E22-9805-B5DD039610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04" name="Line 60">
                  <a:extLst>
                    <a:ext uri="{FF2B5EF4-FFF2-40B4-BE49-F238E27FC236}">
                      <a16:creationId xmlns:a16="http://schemas.microsoft.com/office/drawing/2014/main" id="{CA41855C-BA84-4C47-BB03-27B1176239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05" name="Line 61">
                  <a:extLst>
                    <a:ext uri="{FF2B5EF4-FFF2-40B4-BE49-F238E27FC236}">
                      <a16:creationId xmlns:a16="http://schemas.microsoft.com/office/drawing/2014/main" id="{D1D0A4E2-F4DA-47A5-9F37-4F798A95E0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587" name="Group 62">
                <a:extLst>
                  <a:ext uri="{FF2B5EF4-FFF2-40B4-BE49-F238E27FC236}">
                    <a16:creationId xmlns:a16="http://schemas.microsoft.com/office/drawing/2014/main" id="{F10415EF-824D-4594-9604-EE4E5406D8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598" name="Line 63">
                  <a:extLst>
                    <a:ext uri="{FF2B5EF4-FFF2-40B4-BE49-F238E27FC236}">
                      <a16:creationId xmlns:a16="http://schemas.microsoft.com/office/drawing/2014/main" id="{AB0A7EAB-8421-4012-935F-0BB4BD227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99" name="Line 64">
                  <a:extLst>
                    <a:ext uri="{FF2B5EF4-FFF2-40B4-BE49-F238E27FC236}">
                      <a16:creationId xmlns:a16="http://schemas.microsoft.com/office/drawing/2014/main" id="{6EC795BA-6C17-432B-B49B-9529DC18E1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00" name="Line 65">
                  <a:extLst>
                    <a:ext uri="{FF2B5EF4-FFF2-40B4-BE49-F238E27FC236}">
                      <a16:creationId xmlns:a16="http://schemas.microsoft.com/office/drawing/2014/main" id="{4113F123-6403-42C2-8694-E82613A8F5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01" name="Line 66">
                  <a:extLst>
                    <a:ext uri="{FF2B5EF4-FFF2-40B4-BE49-F238E27FC236}">
                      <a16:creationId xmlns:a16="http://schemas.microsoft.com/office/drawing/2014/main" id="{33FB0659-AFC8-4995-B3D1-32B2EE870D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588" name="Group 67">
                <a:extLst>
                  <a:ext uri="{FF2B5EF4-FFF2-40B4-BE49-F238E27FC236}">
                    <a16:creationId xmlns:a16="http://schemas.microsoft.com/office/drawing/2014/main" id="{74A9FCB1-3C55-4170-A285-FEE040F9C4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594" name="Line 68">
                  <a:extLst>
                    <a:ext uri="{FF2B5EF4-FFF2-40B4-BE49-F238E27FC236}">
                      <a16:creationId xmlns:a16="http://schemas.microsoft.com/office/drawing/2014/main" id="{39B10638-CCA6-4B5B-A035-867D9B7D85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95" name="Line 69">
                  <a:extLst>
                    <a:ext uri="{FF2B5EF4-FFF2-40B4-BE49-F238E27FC236}">
                      <a16:creationId xmlns:a16="http://schemas.microsoft.com/office/drawing/2014/main" id="{C269AD4C-590C-4845-96A6-243FF54901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96" name="Line 70">
                  <a:extLst>
                    <a:ext uri="{FF2B5EF4-FFF2-40B4-BE49-F238E27FC236}">
                      <a16:creationId xmlns:a16="http://schemas.microsoft.com/office/drawing/2014/main" id="{6E21B77B-CEAC-4271-8A14-79F4893AE9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97" name="Line 71">
                  <a:extLst>
                    <a:ext uri="{FF2B5EF4-FFF2-40B4-BE49-F238E27FC236}">
                      <a16:creationId xmlns:a16="http://schemas.microsoft.com/office/drawing/2014/main" id="{DF1EC6CE-0C75-45A9-ACCF-C78E3A0F9B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589" name="Group 72">
                <a:extLst>
                  <a:ext uri="{FF2B5EF4-FFF2-40B4-BE49-F238E27FC236}">
                    <a16:creationId xmlns:a16="http://schemas.microsoft.com/office/drawing/2014/main" id="{7BC9B999-C799-4A42-A703-087629606A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590" name="Line 73">
                  <a:extLst>
                    <a:ext uri="{FF2B5EF4-FFF2-40B4-BE49-F238E27FC236}">
                      <a16:creationId xmlns:a16="http://schemas.microsoft.com/office/drawing/2014/main" id="{6CB3F62A-C53E-4B8D-A295-26F040FC98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91" name="Line 74">
                  <a:extLst>
                    <a:ext uri="{FF2B5EF4-FFF2-40B4-BE49-F238E27FC236}">
                      <a16:creationId xmlns:a16="http://schemas.microsoft.com/office/drawing/2014/main" id="{7267E7A4-5D39-4021-8654-F258454E86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92" name="Line 75">
                  <a:extLst>
                    <a:ext uri="{FF2B5EF4-FFF2-40B4-BE49-F238E27FC236}">
                      <a16:creationId xmlns:a16="http://schemas.microsoft.com/office/drawing/2014/main" id="{1A968AF8-E3F6-4591-B1E5-46DC558486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93" name="Line 76">
                  <a:extLst>
                    <a:ext uri="{FF2B5EF4-FFF2-40B4-BE49-F238E27FC236}">
                      <a16:creationId xmlns:a16="http://schemas.microsoft.com/office/drawing/2014/main" id="{FD064A67-86E6-47A2-BE6C-351696DEA8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515" name="Group 77">
              <a:extLst>
                <a:ext uri="{FF2B5EF4-FFF2-40B4-BE49-F238E27FC236}">
                  <a16:creationId xmlns:a16="http://schemas.microsoft.com/office/drawing/2014/main" id="{33D3EC0D-3BBC-42B8-9F10-55B2D56417AA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915887" y="3831049"/>
              <a:ext cx="1885950" cy="228600"/>
              <a:chOff x="1872" y="2160"/>
              <a:chExt cx="3456" cy="528"/>
            </a:xfrm>
          </p:grpSpPr>
          <p:grpSp>
            <p:nvGrpSpPr>
              <p:cNvPr id="528" name="Group 10">
                <a:extLst>
                  <a:ext uri="{FF2B5EF4-FFF2-40B4-BE49-F238E27FC236}">
                    <a16:creationId xmlns:a16="http://schemas.microsoft.com/office/drawing/2014/main" id="{5A6C9307-1032-42C5-B316-B618A785E3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569" name="Arc 5">
                  <a:extLst>
                    <a:ext uri="{FF2B5EF4-FFF2-40B4-BE49-F238E27FC236}">
                      <a16:creationId xmlns:a16="http://schemas.microsoft.com/office/drawing/2014/main" id="{2D2FFFD4-C7EA-4FF3-8677-C6A49E1E1D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570" name="Arc 6">
                  <a:extLst>
                    <a:ext uri="{FF2B5EF4-FFF2-40B4-BE49-F238E27FC236}">
                      <a16:creationId xmlns:a16="http://schemas.microsoft.com/office/drawing/2014/main" id="{30EE875D-36E9-4C35-9F6D-6937CA67A8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529" name="Group 9">
                <a:extLst>
                  <a:ext uri="{FF2B5EF4-FFF2-40B4-BE49-F238E27FC236}">
                    <a16:creationId xmlns:a16="http://schemas.microsoft.com/office/drawing/2014/main" id="{3674D714-04F1-42FE-9BC9-89496E24DE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567" name="Arc 7">
                  <a:extLst>
                    <a:ext uri="{FF2B5EF4-FFF2-40B4-BE49-F238E27FC236}">
                      <a16:creationId xmlns:a16="http://schemas.microsoft.com/office/drawing/2014/main" id="{5A854652-BEFE-4ECC-B1DE-B8D0744A43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568" name="Arc 8">
                  <a:extLst>
                    <a:ext uri="{FF2B5EF4-FFF2-40B4-BE49-F238E27FC236}">
                      <a16:creationId xmlns:a16="http://schemas.microsoft.com/office/drawing/2014/main" id="{07923860-FE36-4967-B450-8F902AB24F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530" name="Line 12">
                <a:extLst>
                  <a:ext uri="{FF2B5EF4-FFF2-40B4-BE49-F238E27FC236}">
                    <a16:creationId xmlns:a16="http://schemas.microsoft.com/office/drawing/2014/main" id="{EA57BF2F-AA18-4B72-89D0-104D38F82D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531" name="Group 56">
                <a:extLst>
                  <a:ext uri="{FF2B5EF4-FFF2-40B4-BE49-F238E27FC236}">
                    <a16:creationId xmlns:a16="http://schemas.microsoft.com/office/drawing/2014/main" id="{85FDA653-D37C-48FC-A9C7-9D4308FCF7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563" name="Line 15">
                  <a:extLst>
                    <a:ext uri="{FF2B5EF4-FFF2-40B4-BE49-F238E27FC236}">
                      <a16:creationId xmlns:a16="http://schemas.microsoft.com/office/drawing/2014/main" id="{28B0154B-A24B-4C21-818C-91E314DC51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64" name="Line 16">
                  <a:extLst>
                    <a:ext uri="{FF2B5EF4-FFF2-40B4-BE49-F238E27FC236}">
                      <a16:creationId xmlns:a16="http://schemas.microsoft.com/office/drawing/2014/main" id="{B6DDF6C8-3F1F-4D21-8C6E-5D423D912A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65" name="Line 17">
                  <a:extLst>
                    <a:ext uri="{FF2B5EF4-FFF2-40B4-BE49-F238E27FC236}">
                      <a16:creationId xmlns:a16="http://schemas.microsoft.com/office/drawing/2014/main" id="{DA32041A-C235-4188-A7A7-572A52447A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66" name="Line 18">
                  <a:extLst>
                    <a:ext uri="{FF2B5EF4-FFF2-40B4-BE49-F238E27FC236}">
                      <a16:creationId xmlns:a16="http://schemas.microsoft.com/office/drawing/2014/main" id="{7A373CD6-9008-40A0-AAE9-F6A532249A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532" name="Line 43">
                <a:extLst>
                  <a:ext uri="{FF2B5EF4-FFF2-40B4-BE49-F238E27FC236}">
                    <a16:creationId xmlns:a16="http://schemas.microsoft.com/office/drawing/2014/main" id="{AE6C8B6A-31E4-4285-91AE-00D097FE36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3" name="Line 44">
                <a:extLst>
                  <a:ext uri="{FF2B5EF4-FFF2-40B4-BE49-F238E27FC236}">
                    <a16:creationId xmlns:a16="http://schemas.microsoft.com/office/drawing/2014/main" id="{60BA4405-502C-4DE6-B3DB-642B295542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4" name="Line 45">
                <a:extLst>
                  <a:ext uri="{FF2B5EF4-FFF2-40B4-BE49-F238E27FC236}">
                    <a16:creationId xmlns:a16="http://schemas.microsoft.com/office/drawing/2014/main" id="{72DD3869-C2EA-466C-A5C7-C4CA370537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5" name="Line 46">
                <a:extLst>
                  <a:ext uri="{FF2B5EF4-FFF2-40B4-BE49-F238E27FC236}">
                    <a16:creationId xmlns:a16="http://schemas.microsoft.com/office/drawing/2014/main" id="{E31BB330-5926-436F-84EA-46E89E0A12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6" name="Line 47">
                <a:extLst>
                  <a:ext uri="{FF2B5EF4-FFF2-40B4-BE49-F238E27FC236}">
                    <a16:creationId xmlns:a16="http://schemas.microsoft.com/office/drawing/2014/main" id="{623C22F3-C5C0-409D-8847-40C3F435D0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7" name="Line 48">
                <a:extLst>
                  <a:ext uri="{FF2B5EF4-FFF2-40B4-BE49-F238E27FC236}">
                    <a16:creationId xmlns:a16="http://schemas.microsoft.com/office/drawing/2014/main" id="{DCF08C6D-BF3F-4DC6-B591-0EA587DC41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8" name="Line 50">
                <a:extLst>
                  <a:ext uri="{FF2B5EF4-FFF2-40B4-BE49-F238E27FC236}">
                    <a16:creationId xmlns:a16="http://schemas.microsoft.com/office/drawing/2014/main" id="{65A1F038-D584-4EB9-A1C4-B852E79ECE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9" name="Line 51">
                <a:extLst>
                  <a:ext uri="{FF2B5EF4-FFF2-40B4-BE49-F238E27FC236}">
                    <a16:creationId xmlns:a16="http://schemas.microsoft.com/office/drawing/2014/main" id="{1C131C85-F0FE-4E66-AAEA-627E3C66AD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40" name="Line 52">
                <a:extLst>
                  <a:ext uri="{FF2B5EF4-FFF2-40B4-BE49-F238E27FC236}">
                    <a16:creationId xmlns:a16="http://schemas.microsoft.com/office/drawing/2014/main" id="{FD6A6460-7495-4FE1-8999-2708A371F5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41" name="AutoShape 53" descr="Wide downward diagonal">
                <a:extLst>
                  <a:ext uri="{FF2B5EF4-FFF2-40B4-BE49-F238E27FC236}">
                    <a16:creationId xmlns:a16="http://schemas.microsoft.com/office/drawing/2014/main" id="{6E35C362-0328-4724-9247-4F53BAC44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42" name="AutoShape 54" descr="Wide downward diagonal">
                <a:extLst>
                  <a:ext uri="{FF2B5EF4-FFF2-40B4-BE49-F238E27FC236}">
                    <a16:creationId xmlns:a16="http://schemas.microsoft.com/office/drawing/2014/main" id="{FBE6FCE4-D892-420E-B95B-962ABB4F5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543" name="Group 57">
                <a:extLst>
                  <a:ext uri="{FF2B5EF4-FFF2-40B4-BE49-F238E27FC236}">
                    <a16:creationId xmlns:a16="http://schemas.microsoft.com/office/drawing/2014/main" id="{64F4FE02-FBE7-48E4-ABE8-0122FF12E8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559" name="Line 58">
                  <a:extLst>
                    <a:ext uri="{FF2B5EF4-FFF2-40B4-BE49-F238E27FC236}">
                      <a16:creationId xmlns:a16="http://schemas.microsoft.com/office/drawing/2014/main" id="{4C917600-A474-479E-B473-709012612E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60" name="Line 59">
                  <a:extLst>
                    <a:ext uri="{FF2B5EF4-FFF2-40B4-BE49-F238E27FC236}">
                      <a16:creationId xmlns:a16="http://schemas.microsoft.com/office/drawing/2014/main" id="{4B59839C-5A51-43F4-821F-218F88B6EB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61" name="Line 60">
                  <a:extLst>
                    <a:ext uri="{FF2B5EF4-FFF2-40B4-BE49-F238E27FC236}">
                      <a16:creationId xmlns:a16="http://schemas.microsoft.com/office/drawing/2014/main" id="{440E3C30-7150-4E09-8835-1F968B30CE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62" name="Line 61">
                  <a:extLst>
                    <a:ext uri="{FF2B5EF4-FFF2-40B4-BE49-F238E27FC236}">
                      <a16:creationId xmlns:a16="http://schemas.microsoft.com/office/drawing/2014/main" id="{EC4A4936-F42B-44AF-AF37-CC31F10A7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544" name="Group 62">
                <a:extLst>
                  <a:ext uri="{FF2B5EF4-FFF2-40B4-BE49-F238E27FC236}">
                    <a16:creationId xmlns:a16="http://schemas.microsoft.com/office/drawing/2014/main" id="{B1F27B15-42F4-49DE-80D4-C01E8B9301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555" name="Line 63">
                  <a:extLst>
                    <a:ext uri="{FF2B5EF4-FFF2-40B4-BE49-F238E27FC236}">
                      <a16:creationId xmlns:a16="http://schemas.microsoft.com/office/drawing/2014/main" id="{B54A5509-ED24-400A-B2C5-9FA77215FE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56" name="Line 64">
                  <a:extLst>
                    <a:ext uri="{FF2B5EF4-FFF2-40B4-BE49-F238E27FC236}">
                      <a16:creationId xmlns:a16="http://schemas.microsoft.com/office/drawing/2014/main" id="{FB860175-0565-4ADC-81E3-AED9151FE5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57" name="Line 65">
                  <a:extLst>
                    <a:ext uri="{FF2B5EF4-FFF2-40B4-BE49-F238E27FC236}">
                      <a16:creationId xmlns:a16="http://schemas.microsoft.com/office/drawing/2014/main" id="{AB97C1B6-CCEC-496F-A334-40895D722F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58" name="Line 66">
                  <a:extLst>
                    <a:ext uri="{FF2B5EF4-FFF2-40B4-BE49-F238E27FC236}">
                      <a16:creationId xmlns:a16="http://schemas.microsoft.com/office/drawing/2014/main" id="{9CD08444-5A0F-4648-AD02-71F0EB5AFA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545" name="Group 67">
                <a:extLst>
                  <a:ext uri="{FF2B5EF4-FFF2-40B4-BE49-F238E27FC236}">
                    <a16:creationId xmlns:a16="http://schemas.microsoft.com/office/drawing/2014/main" id="{0043DDEE-9931-4503-8540-EE1F67F076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551" name="Line 68">
                  <a:extLst>
                    <a:ext uri="{FF2B5EF4-FFF2-40B4-BE49-F238E27FC236}">
                      <a16:creationId xmlns:a16="http://schemas.microsoft.com/office/drawing/2014/main" id="{55518860-91BD-4DE8-9149-3BACB9F93D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52" name="Line 69">
                  <a:extLst>
                    <a:ext uri="{FF2B5EF4-FFF2-40B4-BE49-F238E27FC236}">
                      <a16:creationId xmlns:a16="http://schemas.microsoft.com/office/drawing/2014/main" id="{AC6E955F-3CE6-4207-A6A8-D38AD81185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53" name="Line 70">
                  <a:extLst>
                    <a:ext uri="{FF2B5EF4-FFF2-40B4-BE49-F238E27FC236}">
                      <a16:creationId xmlns:a16="http://schemas.microsoft.com/office/drawing/2014/main" id="{6354FB41-B2F8-4E4E-83A3-9EF9FE20B4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54" name="Line 71">
                  <a:extLst>
                    <a:ext uri="{FF2B5EF4-FFF2-40B4-BE49-F238E27FC236}">
                      <a16:creationId xmlns:a16="http://schemas.microsoft.com/office/drawing/2014/main" id="{AE94BE87-3588-4EF9-95CA-A2D00E19AC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546" name="Group 72">
                <a:extLst>
                  <a:ext uri="{FF2B5EF4-FFF2-40B4-BE49-F238E27FC236}">
                    <a16:creationId xmlns:a16="http://schemas.microsoft.com/office/drawing/2014/main" id="{660861B3-D9D4-4100-B328-19FF105340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547" name="Line 73">
                  <a:extLst>
                    <a:ext uri="{FF2B5EF4-FFF2-40B4-BE49-F238E27FC236}">
                      <a16:creationId xmlns:a16="http://schemas.microsoft.com/office/drawing/2014/main" id="{4537661C-2801-4296-85DE-6946B8E2C0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48" name="Line 74">
                  <a:extLst>
                    <a:ext uri="{FF2B5EF4-FFF2-40B4-BE49-F238E27FC236}">
                      <a16:creationId xmlns:a16="http://schemas.microsoft.com/office/drawing/2014/main" id="{47D1C46E-5B95-4926-AA33-B6CC48DFCA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49" name="Line 75">
                  <a:extLst>
                    <a:ext uri="{FF2B5EF4-FFF2-40B4-BE49-F238E27FC236}">
                      <a16:creationId xmlns:a16="http://schemas.microsoft.com/office/drawing/2014/main" id="{9A7B43C9-FAA6-499E-B0B2-1D732C85BC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50" name="Line 76">
                  <a:extLst>
                    <a:ext uri="{FF2B5EF4-FFF2-40B4-BE49-F238E27FC236}">
                      <a16:creationId xmlns:a16="http://schemas.microsoft.com/office/drawing/2014/main" id="{A9C2AADA-530F-4CEF-8AC9-F14CDD047D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516" name="Grupo 515">
              <a:extLst>
                <a:ext uri="{FF2B5EF4-FFF2-40B4-BE49-F238E27FC236}">
                  <a16:creationId xmlns:a16="http://schemas.microsoft.com/office/drawing/2014/main" id="{E480BF77-3689-4B1F-9AD7-832B4C973CEF}"/>
                </a:ext>
              </a:extLst>
            </p:cNvPr>
            <p:cNvGrpSpPr/>
            <p:nvPr/>
          </p:nvGrpSpPr>
          <p:grpSpPr>
            <a:xfrm rot="10800000">
              <a:off x="3786232" y="3831049"/>
              <a:ext cx="231924" cy="228600"/>
              <a:chOff x="5643563" y="1257300"/>
              <a:chExt cx="231924" cy="228600"/>
            </a:xfrm>
          </p:grpSpPr>
          <p:sp>
            <p:nvSpPr>
              <p:cNvPr id="517" name="Line 43">
                <a:extLst>
                  <a:ext uri="{FF2B5EF4-FFF2-40B4-BE49-F238E27FC236}">
                    <a16:creationId xmlns:a16="http://schemas.microsoft.com/office/drawing/2014/main" id="{AF208D05-643C-4881-BE88-978982AE01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21462" y="1279381"/>
                <a:ext cx="0" cy="184439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18" name="Line 44">
                <a:extLst>
                  <a:ext uri="{FF2B5EF4-FFF2-40B4-BE49-F238E27FC236}">
                    <a16:creationId xmlns:a16="http://schemas.microsoft.com/office/drawing/2014/main" id="{E2E3227D-7F76-4DF0-91F6-FBBE803CEB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74531" y="1278082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19" name="Line 45">
                <a:extLst>
                  <a:ext uri="{FF2B5EF4-FFF2-40B4-BE49-F238E27FC236}">
                    <a16:creationId xmlns:a16="http://schemas.microsoft.com/office/drawing/2014/main" id="{3750067A-1D4C-465F-B1C5-5836F36C17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8188" y="1373765"/>
                <a:ext cx="57299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20" name="Line 46">
                <a:extLst>
                  <a:ext uri="{FF2B5EF4-FFF2-40B4-BE49-F238E27FC236}">
                    <a16:creationId xmlns:a16="http://schemas.microsoft.com/office/drawing/2014/main" id="{BFFA2D96-9511-49E2-AC60-69789E7B12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6005" y="1280247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21" name="Line 47">
                <a:extLst>
                  <a:ext uri="{FF2B5EF4-FFF2-40B4-BE49-F238E27FC236}">
                    <a16:creationId xmlns:a16="http://schemas.microsoft.com/office/drawing/2014/main" id="{BF4F9953-3083-4700-A884-5594233064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6346" y="1373332"/>
                <a:ext cx="57845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22" name="Line 48">
                <a:extLst>
                  <a:ext uri="{FF2B5EF4-FFF2-40B4-BE49-F238E27FC236}">
                    <a16:creationId xmlns:a16="http://schemas.microsoft.com/office/drawing/2014/main" id="{F2E5D5E1-4F55-4702-99F8-5D6E7A000F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3563" y="137419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23" name="Line 50">
                <a:extLst>
                  <a:ext uri="{FF2B5EF4-FFF2-40B4-BE49-F238E27FC236}">
                    <a16:creationId xmlns:a16="http://schemas.microsoft.com/office/drawing/2014/main" id="{B80EE016-B250-4DC7-91A8-4C45D58420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51202" y="135081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24" name="Line 51">
                <a:extLst>
                  <a:ext uri="{FF2B5EF4-FFF2-40B4-BE49-F238E27FC236}">
                    <a16:creationId xmlns:a16="http://schemas.microsoft.com/office/drawing/2014/main" id="{A1691274-11EC-4486-9C24-C252690B8B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5077" y="1351251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25" name="Line 52">
                <a:extLst>
                  <a:ext uri="{FF2B5EF4-FFF2-40B4-BE49-F238E27FC236}">
                    <a16:creationId xmlns:a16="http://schemas.microsoft.com/office/drawing/2014/main" id="{11A31AE4-6EE5-40A1-85EB-DA88D8149C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6168" y="1394980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26" name="AutoShape 53" descr="Wide downward diagonal">
                <a:extLst>
                  <a:ext uri="{FF2B5EF4-FFF2-40B4-BE49-F238E27FC236}">
                    <a16:creationId xmlns:a16="http://schemas.microsoft.com/office/drawing/2014/main" id="{62C7B38E-81E1-4DA5-A966-9384B56269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430482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27" name="AutoShape 54" descr="Wide downward diagonal">
                <a:extLst>
                  <a:ext uri="{FF2B5EF4-FFF2-40B4-BE49-F238E27FC236}">
                    <a16:creationId xmlns:a16="http://schemas.microsoft.com/office/drawing/2014/main" id="{5BED8A16-9126-4DB6-9BB3-4660C798A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257300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cxnSp>
        <p:nvCxnSpPr>
          <p:cNvPr id="657" name="Conector recto 656">
            <a:extLst>
              <a:ext uri="{FF2B5EF4-FFF2-40B4-BE49-F238E27FC236}">
                <a16:creationId xmlns:a16="http://schemas.microsoft.com/office/drawing/2014/main" id="{D63272CD-AB56-43F9-88C6-4089C64C73F1}"/>
              </a:ext>
            </a:extLst>
          </p:cNvPr>
          <p:cNvCxnSpPr>
            <a:cxnSpLocks/>
          </p:cNvCxnSpPr>
          <p:nvPr/>
        </p:nvCxnSpPr>
        <p:spPr>
          <a:xfrm flipH="1">
            <a:off x="2029192" y="40443"/>
            <a:ext cx="80783" cy="1139780"/>
          </a:xfrm>
          <a:prstGeom prst="line">
            <a:avLst/>
          </a:prstGeom>
          <a:ln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Conector recto de flecha 657">
            <a:extLst>
              <a:ext uri="{FF2B5EF4-FFF2-40B4-BE49-F238E27FC236}">
                <a16:creationId xmlns:a16="http://schemas.microsoft.com/office/drawing/2014/main" id="{E9D8E0D1-18F9-47AB-9239-5799AB28C8A6}"/>
              </a:ext>
            </a:extLst>
          </p:cNvPr>
          <p:cNvCxnSpPr>
            <a:cxnSpLocks/>
          </p:cNvCxnSpPr>
          <p:nvPr/>
        </p:nvCxnSpPr>
        <p:spPr>
          <a:xfrm flipH="1" flipV="1">
            <a:off x="2030657" y="174848"/>
            <a:ext cx="62065" cy="326677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Conector recto de flecha 658">
            <a:extLst>
              <a:ext uri="{FF2B5EF4-FFF2-40B4-BE49-F238E27FC236}">
                <a16:creationId xmlns:a16="http://schemas.microsoft.com/office/drawing/2014/main" id="{5DAD5A1F-3957-40FE-858E-6F81BF85F6DE}"/>
              </a:ext>
            </a:extLst>
          </p:cNvPr>
          <p:cNvCxnSpPr>
            <a:cxnSpLocks/>
          </p:cNvCxnSpPr>
          <p:nvPr/>
        </p:nvCxnSpPr>
        <p:spPr>
          <a:xfrm flipH="1">
            <a:off x="2048560" y="604428"/>
            <a:ext cx="48646" cy="346380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Conector recto 659">
            <a:extLst>
              <a:ext uri="{FF2B5EF4-FFF2-40B4-BE49-F238E27FC236}">
                <a16:creationId xmlns:a16="http://schemas.microsoft.com/office/drawing/2014/main" id="{8B652016-3C4A-4ABA-B125-E90A3706AEC8}"/>
              </a:ext>
            </a:extLst>
          </p:cNvPr>
          <p:cNvCxnSpPr>
            <a:cxnSpLocks/>
          </p:cNvCxnSpPr>
          <p:nvPr/>
        </p:nvCxnSpPr>
        <p:spPr>
          <a:xfrm flipV="1">
            <a:off x="7571269" y="317672"/>
            <a:ext cx="0" cy="589423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1" name="CuadroTexto 660">
            <a:extLst>
              <a:ext uri="{FF2B5EF4-FFF2-40B4-BE49-F238E27FC236}">
                <a16:creationId xmlns:a16="http://schemas.microsoft.com/office/drawing/2014/main" id="{CD814BC5-AE5D-4895-B3B2-9B9317092A4F}"/>
              </a:ext>
            </a:extLst>
          </p:cNvPr>
          <p:cNvSpPr txBox="1"/>
          <p:nvPr/>
        </p:nvSpPr>
        <p:spPr>
          <a:xfrm>
            <a:off x="7544959" y="508152"/>
            <a:ext cx="895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%T = 50%</a:t>
            </a:r>
          </a:p>
        </p:txBody>
      </p:sp>
      <p:cxnSp>
        <p:nvCxnSpPr>
          <p:cNvPr id="662" name="Conector recto 661">
            <a:extLst>
              <a:ext uri="{FF2B5EF4-FFF2-40B4-BE49-F238E27FC236}">
                <a16:creationId xmlns:a16="http://schemas.microsoft.com/office/drawing/2014/main" id="{A031A303-99D6-4498-9EDE-C85BB087242C}"/>
              </a:ext>
            </a:extLst>
          </p:cNvPr>
          <p:cNvCxnSpPr>
            <a:cxnSpLocks/>
          </p:cNvCxnSpPr>
          <p:nvPr/>
        </p:nvCxnSpPr>
        <p:spPr>
          <a:xfrm flipV="1">
            <a:off x="1995289" y="288281"/>
            <a:ext cx="117" cy="252367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3" name="CuadroTexto 662">
            <a:extLst>
              <a:ext uri="{FF2B5EF4-FFF2-40B4-BE49-F238E27FC236}">
                <a16:creationId xmlns:a16="http://schemas.microsoft.com/office/drawing/2014/main" id="{FB56B23E-6F53-4D95-BE84-FA8790844A12}"/>
              </a:ext>
            </a:extLst>
          </p:cNvPr>
          <p:cNvSpPr txBox="1"/>
          <p:nvPr/>
        </p:nvSpPr>
        <p:spPr>
          <a:xfrm>
            <a:off x="906361" y="273667"/>
            <a:ext cx="1058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66FF"/>
                </a:solidFill>
              </a:rPr>
              <a:t>Pulse </a:t>
            </a:r>
            <a:r>
              <a:rPr lang="en-US" sz="1400" dirty="0">
                <a:solidFill>
                  <a:srgbClr val="FF66FF"/>
                </a:solidFill>
                <a:sym typeface="Symbol" panose="05050102010706020507" pitchFamily="18" charset="2"/>
              </a:rPr>
              <a:t></a:t>
            </a:r>
            <a:r>
              <a:rPr lang="en-US" sz="1200" dirty="0">
                <a:solidFill>
                  <a:srgbClr val="FF66FF"/>
                </a:solidFill>
              </a:rPr>
              <a:t> 20%</a:t>
            </a:r>
          </a:p>
        </p:txBody>
      </p:sp>
      <p:cxnSp>
        <p:nvCxnSpPr>
          <p:cNvPr id="664" name="Conector recto 663">
            <a:extLst>
              <a:ext uri="{FF2B5EF4-FFF2-40B4-BE49-F238E27FC236}">
                <a16:creationId xmlns:a16="http://schemas.microsoft.com/office/drawing/2014/main" id="{B897D967-016A-47FE-89E9-328954349B9A}"/>
              </a:ext>
            </a:extLst>
          </p:cNvPr>
          <p:cNvCxnSpPr>
            <a:cxnSpLocks/>
          </p:cNvCxnSpPr>
          <p:nvPr/>
        </p:nvCxnSpPr>
        <p:spPr>
          <a:xfrm>
            <a:off x="1835696" y="319043"/>
            <a:ext cx="6048938" cy="343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Conector recto 664">
            <a:extLst>
              <a:ext uri="{FF2B5EF4-FFF2-40B4-BE49-F238E27FC236}">
                <a16:creationId xmlns:a16="http://schemas.microsoft.com/office/drawing/2014/main" id="{91D8556D-DF48-48BC-BD9A-D54F09396F25}"/>
              </a:ext>
            </a:extLst>
          </p:cNvPr>
          <p:cNvCxnSpPr>
            <a:cxnSpLocks/>
          </p:cNvCxnSpPr>
          <p:nvPr/>
        </p:nvCxnSpPr>
        <p:spPr>
          <a:xfrm flipH="1" flipV="1">
            <a:off x="5692726" y="336223"/>
            <a:ext cx="5563" cy="443586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4989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Imagen que contiene texto&#10;&#10;Descripción generada automáticamente">
            <a:extLst>
              <a:ext uri="{FF2B5EF4-FFF2-40B4-BE49-F238E27FC236}">
                <a16:creationId xmlns:a16="http://schemas.microsoft.com/office/drawing/2014/main" id="{77593E91-F356-4955-AFE1-F9FB77D3C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550" y="0"/>
            <a:ext cx="6953842" cy="5143500"/>
          </a:xfrm>
          <a:prstGeom prst="rect">
            <a:avLst/>
          </a:prstGeom>
        </p:spPr>
      </p:pic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F75F5A68-E289-42D6-B7FE-18562D5C505D}"/>
              </a:ext>
            </a:extLst>
          </p:cNvPr>
          <p:cNvCxnSpPr>
            <a:cxnSpLocks/>
          </p:cNvCxnSpPr>
          <p:nvPr/>
        </p:nvCxnSpPr>
        <p:spPr>
          <a:xfrm flipV="1">
            <a:off x="5486315" y="1739312"/>
            <a:ext cx="43578" cy="75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55DE239-2782-4B5C-971C-4F8FCF30EB57}"/>
              </a:ext>
            </a:extLst>
          </p:cNvPr>
          <p:cNvCxnSpPr>
            <a:cxnSpLocks/>
          </p:cNvCxnSpPr>
          <p:nvPr/>
        </p:nvCxnSpPr>
        <p:spPr>
          <a:xfrm>
            <a:off x="2555776" y="1059582"/>
            <a:ext cx="2988224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F3B74192-6977-442C-90F8-1F62E21B96F3}"/>
              </a:ext>
            </a:extLst>
          </p:cNvPr>
          <p:cNvCxnSpPr>
            <a:cxnSpLocks/>
          </p:cNvCxnSpPr>
          <p:nvPr/>
        </p:nvCxnSpPr>
        <p:spPr>
          <a:xfrm>
            <a:off x="5544000" y="1059582"/>
            <a:ext cx="0" cy="648072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E8F4231-0624-41BD-BA68-93FA1EDA009D}"/>
              </a:ext>
            </a:extLst>
          </p:cNvPr>
          <p:cNvCxnSpPr>
            <a:cxnSpLocks/>
          </p:cNvCxnSpPr>
          <p:nvPr/>
        </p:nvCxnSpPr>
        <p:spPr>
          <a:xfrm>
            <a:off x="5832000" y="1584000"/>
            <a:ext cx="0" cy="123654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6EB10487-5AD6-4678-9267-B99943F5D349}"/>
              </a:ext>
            </a:extLst>
          </p:cNvPr>
          <p:cNvCxnSpPr>
            <a:cxnSpLocks/>
          </p:cNvCxnSpPr>
          <p:nvPr/>
        </p:nvCxnSpPr>
        <p:spPr>
          <a:xfrm>
            <a:off x="5544000" y="1584000"/>
            <a:ext cx="288000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FEB7767-018A-4768-B8F9-86325487640B}"/>
              </a:ext>
            </a:extLst>
          </p:cNvPr>
          <p:cNvCxnSpPr>
            <a:cxnSpLocks/>
          </p:cNvCxnSpPr>
          <p:nvPr/>
        </p:nvCxnSpPr>
        <p:spPr>
          <a:xfrm flipH="1">
            <a:off x="3456016" y="2232000"/>
            <a:ext cx="2340120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F941047-6166-4F83-8C62-9320B36BB8D2}"/>
              </a:ext>
            </a:extLst>
          </p:cNvPr>
          <p:cNvCxnSpPr>
            <a:cxnSpLocks/>
          </p:cNvCxnSpPr>
          <p:nvPr/>
        </p:nvCxnSpPr>
        <p:spPr>
          <a:xfrm>
            <a:off x="5788422" y="1851670"/>
            <a:ext cx="0" cy="38033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7FC35800-1E30-4793-B8BD-D60A9ED81644}"/>
              </a:ext>
            </a:extLst>
          </p:cNvPr>
          <p:cNvCxnSpPr>
            <a:cxnSpLocks/>
          </p:cNvCxnSpPr>
          <p:nvPr/>
        </p:nvCxnSpPr>
        <p:spPr>
          <a:xfrm>
            <a:off x="5508104" y="1840692"/>
            <a:ext cx="0" cy="288032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909F66A-C98A-4034-AA38-19317EF072D6}"/>
              </a:ext>
            </a:extLst>
          </p:cNvPr>
          <p:cNvCxnSpPr>
            <a:cxnSpLocks/>
          </p:cNvCxnSpPr>
          <p:nvPr/>
        </p:nvCxnSpPr>
        <p:spPr>
          <a:xfrm flipH="1">
            <a:off x="3190950" y="2128724"/>
            <a:ext cx="2317154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1C974DB8-94D1-4A14-8B65-445487E92CC2}"/>
              </a:ext>
            </a:extLst>
          </p:cNvPr>
          <p:cNvCxnSpPr>
            <a:cxnSpLocks/>
          </p:cNvCxnSpPr>
          <p:nvPr/>
        </p:nvCxnSpPr>
        <p:spPr>
          <a:xfrm>
            <a:off x="3456016" y="2232000"/>
            <a:ext cx="0" cy="123726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DD3A615F-E99C-46A1-A901-6B084DD5B0BC}"/>
              </a:ext>
            </a:extLst>
          </p:cNvPr>
          <p:cNvCxnSpPr>
            <a:cxnSpLocks/>
          </p:cNvCxnSpPr>
          <p:nvPr/>
        </p:nvCxnSpPr>
        <p:spPr>
          <a:xfrm>
            <a:off x="3190950" y="2139702"/>
            <a:ext cx="0" cy="216024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4F6F0C3D-3FAE-4F5D-8194-4C97186AE54E}"/>
              </a:ext>
            </a:extLst>
          </p:cNvPr>
          <p:cNvCxnSpPr>
            <a:cxnSpLocks/>
          </p:cNvCxnSpPr>
          <p:nvPr/>
        </p:nvCxnSpPr>
        <p:spPr>
          <a:xfrm>
            <a:off x="3419872" y="2478256"/>
            <a:ext cx="0" cy="309518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889B511D-A750-49B6-AC81-781C88204012}"/>
              </a:ext>
            </a:extLst>
          </p:cNvPr>
          <p:cNvCxnSpPr>
            <a:cxnSpLocks/>
          </p:cNvCxnSpPr>
          <p:nvPr/>
        </p:nvCxnSpPr>
        <p:spPr>
          <a:xfrm>
            <a:off x="3131840" y="2478256"/>
            <a:ext cx="0" cy="23751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06409C3-02A0-4223-8AEB-6D30A986D421}"/>
              </a:ext>
            </a:extLst>
          </p:cNvPr>
          <p:cNvCxnSpPr>
            <a:cxnSpLocks/>
          </p:cNvCxnSpPr>
          <p:nvPr/>
        </p:nvCxnSpPr>
        <p:spPr>
          <a:xfrm>
            <a:off x="1763688" y="1328968"/>
            <a:ext cx="720080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CC818597-48DC-44CD-A912-8F25047F5A9E}"/>
              </a:ext>
            </a:extLst>
          </p:cNvPr>
          <p:cNvCxnSpPr>
            <a:cxnSpLocks/>
          </p:cNvCxnSpPr>
          <p:nvPr/>
        </p:nvCxnSpPr>
        <p:spPr>
          <a:xfrm>
            <a:off x="107504" y="915566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BB9E0243-95F0-4036-B5A0-ECA6F798D3DE}"/>
              </a:ext>
            </a:extLst>
          </p:cNvPr>
          <p:cNvCxnSpPr>
            <a:cxnSpLocks/>
          </p:cNvCxnSpPr>
          <p:nvPr/>
        </p:nvCxnSpPr>
        <p:spPr>
          <a:xfrm flipV="1">
            <a:off x="107504" y="483518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A8AACD36-4180-47E5-9616-A622BFFF48B0}"/>
              </a:ext>
            </a:extLst>
          </p:cNvPr>
          <p:cNvCxnSpPr>
            <a:cxnSpLocks/>
          </p:cNvCxnSpPr>
          <p:nvPr/>
        </p:nvCxnSpPr>
        <p:spPr>
          <a:xfrm>
            <a:off x="107504" y="1620000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166EC83E-89D3-42F3-A614-7E35FBAA05C6}"/>
              </a:ext>
            </a:extLst>
          </p:cNvPr>
          <p:cNvCxnSpPr>
            <a:cxnSpLocks/>
          </p:cNvCxnSpPr>
          <p:nvPr/>
        </p:nvCxnSpPr>
        <p:spPr>
          <a:xfrm flipV="1">
            <a:off x="107504" y="1187952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85027308-54DE-4C57-BE26-F3A74B39B1F7}"/>
              </a:ext>
            </a:extLst>
          </p:cNvPr>
          <p:cNvCxnSpPr>
            <a:cxnSpLocks/>
          </p:cNvCxnSpPr>
          <p:nvPr/>
        </p:nvCxnSpPr>
        <p:spPr>
          <a:xfrm>
            <a:off x="107504" y="627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733371F7-98B1-49D4-9C34-0A004D4357ED}"/>
              </a:ext>
            </a:extLst>
          </p:cNvPr>
          <p:cNvCxnSpPr>
            <a:cxnSpLocks/>
          </p:cNvCxnSpPr>
          <p:nvPr/>
        </p:nvCxnSpPr>
        <p:spPr>
          <a:xfrm>
            <a:off x="251520" y="915565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858BC8CD-A617-4A77-B007-FB3C68B21700}"/>
              </a:ext>
            </a:extLst>
          </p:cNvPr>
          <p:cNvCxnSpPr>
            <a:cxnSpLocks/>
          </p:cNvCxnSpPr>
          <p:nvPr/>
        </p:nvCxnSpPr>
        <p:spPr>
          <a:xfrm>
            <a:off x="395536" y="627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78EDC4A4-ABCC-4E0D-9CF9-D466011385D1}"/>
              </a:ext>
            </a:extLst>
          </p:cNvPr>
          <p:cNvCxnSpPr>
            <a:cxnSpLocks/>
          </p:cNvCxnSpPr>
          <p:nvPr/>
        </p:nvCxnSpPr>
        <p:spPr>
          <a:xfrm>
            <a:off x="539552" y="915565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DBF7C51-CB58-48F3-B101-95A2E285DF1F}"/>
              </a:ext>
            </a:extLst>
          </p:cNvPr>
          <p:cNvCxnSpPr>
            <a:cxnSpLocks/>
          </p:cNvCxnSpPr>
          <p:nvPr/>
        </p:nvCxnSpPr>
        <p:spPr>
          <a:xfrm flipH="1">
            <a:off x="683568" y="624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437ECDC8-067E-4172-A941-4FBF62F83918}"/>
              </a:ext>
            </a:extLst>
          </p:cNvPr>
          <p:cNvCxnSpPr>
            <a:cxnSpLocks/>
          </p:cNvCxnSpPr>
          <p:nvPr/>
        </p:nvCxnSpPr>
        <p:spPr>
          <a:xfrm flipV="1">
            <a:off x="251520" y="624533"/>
            <a:ext cx="0" cy="291034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80039D4C-62DB-4F54-BBCB-948F624E0A52}"/>
              </a:ext>
            </a:extLst>
          </p:cNvPr>
          <p:cNvCxnSpPr>
            <a:cxnSpLocks/>
          </p:cNvCxnSpPr>
          <p:nvPr/>
        </p:nvCxnSpPr>
        <p:spPr>
          <a:xfrm flipV="1">
            <a:off x="395536" y="627535"/>
            <a:ext cx="0" cy="28803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B39C5CCA-BE08-415E-93AF-CDC6AC161168}"/>
              </a:ext>
            </a:extLst>
          </p:cNvPr>
          <p:cNvCxnSpPr>
            <a:cxnSpLocks/>
          </p:cNvCxnSpPr>
          <p:nvPr/>
        </p:nvCxnSpPr>
        <p:spPr>
          <a:xfrm flipV="1">
            <a:off x="539552" y="627534"/>
            <a:ext cx="0" cy="28803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F6B23612-7868-4C6F-A5DB-DC83DAE2F4E3}"/>
              </a:ext>
            </a:extLst>
          </p:cNvPr>
          <p:cNvCxnSpPr>
            <a:cxnSpLocks/>
          </p:cNvCxnSpPr>
          <p:nvPr/>
        </p:nvCxnSpPr>
        <p:spPr>
          <a:xfrm flipV="1">
            <a:off x="683568" y="624533"/>
            <a:ext cx="0" cy="291032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D5A9AF93-F685-475A-AD4E-E5B417D0092A}"/>
              </a:ext>
            </a:extLst>
          </p:cNvPr>
          <p:cNvCxnSpPr>
            <a:cxnSpLocks/>
          </p:cNvCxnSpPr>
          <p:nvPr/>
        </p:nvCxnSpPr>
        <p:spPr>
          <a:xfrm flipV="1">
            <a:off x="179512" y="1337309"/>
            <a:ext cx="68645" cy="1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A4ABB85A-C221-423A-B752-DE01719AF4D6}"/>
              </a:ext>
            </a:extLst>
          </p:cNvPr>
          <p:cNvCxnSpPr>
            <a:cxnSpLocks/>
          </p:cNvCxnSpPr>
          <p:nvPr/>
        </p:nvCxnSpPr>
        <p:spPr>
          <a:xfrm>
            <a:off x="248157" y="1620000"/>
            <a:ext cx="155700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5A9F3F19-ED88-4D9A-ADF2-5902AD37DF33}"/>
              </a:ext>
            </a:extLst>
          </p:cNvPr>
          <p:cNvCxnSpPr>
            <a:cxnSpLocks/>
          </p:cNvCxnSpPr>
          <p:nvPr/>
        </p:nvCxnSpPr>
        <p:spPr>
          <a:xfrm>
            <a:off x="403857" y="1337309"/>
            <a:ext cx="63687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295C8F6B-9808-460E-82D6-0BC7C3128817}"/>
              </a:ext>
            </a:extLst>
          </p:cNvPr>
          <p:cNvCxnSpPr>
            <a:cxnSpLocks/>
          </p:cNvCxnSpPr>
          <p:nvPr/>
        </p:nvCxnSpPr>
        <p:spPr>
          <a:xfrm>
            <a:off x="467544" y="1620000"/>
            <a:ext cx="144016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73145E0F-B3C7-443C-BAFA-FAEAF1C48A48}"/>
              </a:ext>
            </a:extLst>
          </p:cNvPr>
          <p:cNvCxnSpPr>
            <a:cxnSpLocks/>
          </p:cNvCxnSpPr>
          <p:nvPr/>
        </p:nvCxnSpPr>
        <p:spPr>
          <a:xfrm flipH="1">
            <a:off x="611562" y="1328968"/>
            <a:ext cx="72006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80EC9527-77E0-4278-BCC8-3709DC2B34F5}"/>
              </a:ext>
            </a:extLst>
          </p:cNvPr>
          <p:cNvCxnSpPr>
            <a:cxnSpLocks/>
          </p:cNvCxnSpPr>
          <p:nvPr/>
        </p:nvCxnSpPr>
        <p:spPr>
          <a:xfrm flipV="1">
            <a:off x="248157" y="1328968"/>
            <a:ext cx="0" cy="291034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8BE56997-86FA-4567-98F0-56B84816D5F7}"/>
              </a:ext>
            </a:extLst>
          </p:cNvPr>
          <p:cNvCxnSpPr>
            <a:cxnSpLocks/>
          </p:cNvCxnSpPr>
          <p:nvPr/>
        </p:nvCxnSpPr>
        <p:spPr>
          <a:xfrm flipV="1">
            <a:off x="403857" y="1331970"/>
            <a:ext cx="0" cy="28803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C73D8EC9-A68E-43D3-8DF8-40D858C09E5C}"/>
              </a:ext>
            </a:extLst>
          </p:cNvPr>
          <p:cNvCxnSpPr>
            <a:cxnSpLocks/>
          </p:cNvCxnSpPr>
          <p:nvPr/>
        </p:nvCxnSpPr>
        <p:spPr>
          <a:xfrm flipV="1">
            <a:off x="467544" y="1328968"/>
            <a:ext cx="0" cy="288031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DD278182-9FDE-41BB-B1D5-537852606079}"/>
              </a:ext>
            </a:extLst>
          </p:cNvPr>
          <p:cNvCxnSpPr>
            <a:cxnSpLocks/>
          </p:cNvCxnSpPr>
          <p:nvPr/>
        </p:nvCxnSpPr>
        <p:spPr>
          <a:xfrm flipV="1">
            <a:off x="611560" y="1328968"/>
            <a:ext cx="0" cy="291032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3E8590DB-83C8-4F56-987F-538887CE9CF9}"/>
              </a:ext>
            </a:extLst>
          </p:cNvPr>
          <p:cNvCxnSpPr>
            <a:cxnSpLocks/>
          </p:cNvCxnSpPr>
          <p:nvPr/>
        </p:nvCxnSpPr>
        <p:spPr>
          <a:xfrm flipV="1">
            <a:off x="179512" y="1328968"/>
            <a:ext cx="0" cy="291034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398F6C29-CE5F-4D88-AB69-1620F11C4D8F}"/>
              </a:ext>
            </a:extLst>
          </p:cNvPr>
          <p:cNvCxnSpPr>
            <a:cxnSpLocks/>
          </p:cNvCxnSpPr>
          <p:nvPr/>
        </p:nvCxnSpPr>
        <p:spPr>
          <a:xfrm flipV="1">
            <a:off x="689325" y="1328968"/>
            <a:ext cx="0" cy="291032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57F28F5F-333A-4B6F-B6D5-767ED47E8D7D}"/>
              </a:ext>
            </a:extLst>
          </p:cNvPr>
          <p:cNvCxnSpPr>
            <a:cxnSpLocks/>
          </p:cNvCxnSpPr>
          <p:nvPr/>
        </p:nvCxnSpPr>
        <p:spPr>
          <a:xfrm>
            <a:off x="689325" y="1618832"/>
            <a:ext cx="138259" cy="1168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0C293B12-D4FA-4FE0-9998-B924D8469FD9}"/>
              </a:ext>
            </a:extLst>
          </p:cNvPr>
          <p:cNvCxnSpPr>
            <a:cxnSpLocks/>
          </p:cNvCxnSpPr>
          <p:nvPr/>
        </p:nvCxnSpPr>
        <p:spPr>
          <a:xfrm>
            <a:off x="113664" y="1616999"/>
            <a:ext cx="65848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85A1A5E1-F295-4636-96FD-6311AC07809C}"/>
              </a:ext>
            </a:extLst>
          </p:cNvPr>
          <p:cNvCxnSpPr>
            <a:cxnSpLocks/>
          </p:cNvCxnSpPr>
          <p:nvPr/>
        </p:nvCxnSpPr>
        <p:spPr>
          <a:xfrm>
            <a:off x="2555776" y="1328968"/>
            <a:ext cx="2916224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72B39D29-1B9D-4BD5-BD87-02E1DC1FFD32}"/>
              </a:ext>
            </a:extLst>
          </p:cNvPr>
          <p:cNvCxnSpPr>
            <a:cxnSpLocks/>
          </p:cNvCxnSpPr>
          <p:nvPr/>
        </p:nvCxnSpPr>
        <p:spPr>
          <a:xfrm>
            <a:off x="5472000" y="1328968"/>
            <a:ext cx="0" cy="378686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1AA80D7B-2E4C-4F80-83FF-A7F9DD549E33}"/>
              </a:ext>
            </a:extLst>
          </p:cNvPr>
          <p:cNvCxnSpPr>
            <a:cxnSpLocks/>
          </p:cNvCxnSpPr>
          <p:nvPr/>
        </p:nvCxnSpPr>
        <p:spPr>
          <a:xfrm>
            <a:off x="5461111" y="1647878"/>
            <a:ext cx="298889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077FA690-74B5-4028-BFB8-0CB82E7541FE}"/>
              </a:ext>
            </a:extLst>
          </p:cNvPr>
          <p:cNvCxnSpPr>
            <a:cxnSpLocks/>
          </p:cNvCxnSpPr>
          <p:nvPr/>
        </p:nvCxnSpPr>
        <p:spPr>
          <a:xfrm flipV="1">
            <a:off x="5760000" y="1635646"/>
            <a:ext cx="0" cy="90656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A9A22CED-2EC5-42D5-8965-5466B5AAE353}"/>
              </a:ext>
            </a:extLst>
          </p:cNvPr>
          <p:cNvCxnSpPr>
            <a:cxnSpLocks/>
          </p:cNvCxnSpPr>
          <p:nvPr/>
        </p:nvCxnSpPr>
        <p:spPr>
          <a:xfrm flipH="1" flipV="1">
            <a:off x="5450657" y="1702122"/>
            <a:ext cx="35658" cy="1129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6268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46F0201-D57F-4095-8EA1-4998F7154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CENTER  FEED</a:t>
            </a:r>
          </a:p>
        </p:txBody>
      </p:sp>
    </p:spTree>
    <p:extLst>
      <p:ext uri="{BB962C8B-B14F-4D97-AF65-F5344CB8AC3E}">
        <p14:creationId xmlns:p14="http://schemas.microsoft.com/office/powerpoint/2010/main" val="5459002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Conector recto 181">
            <a:extLst>
              <a:ext uri="{FF2B5EF4-FFF2-40B4-BE49-F238E27FC236}">
                <a16:creationId xmlns:a16="http://schemas.microsoft.com/office/drawing/2014/main" id="{026E217E-4EA7-4A9F-85C1-EF7C01D6A6C3}"/>
              </a:ext>
            </a:extLst>
          </p:cNvPr>
          <p:cNvCxnSpPr>
            <a:cxnSpLocks/>
          </p:cNvCxnSpPr>
          <p:nvPr/>
        </p:nvCxnSpPr>
        <p:spPr>
          <a:xfrm>
            <a:off x="3859887" y="46780"/>
            <a:ext cx="14886" cy="469598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Grupo 179">
            <a:extLst>
              <a:ext uri="{FF2B5EF4-FFF2-40B4-BE49-F238E27FC236}">
                <a16:creationId xmlns:a16="http://schemas.microsoft.com/office/drawing/2014/main" id="{3D930823-B5BD-4274-AFB8-45E9F17FA213}"/>
              </a:ext>
            </a:extLst>
          </p:cNvPr>
          <p:cNvGrpSpPr/>
          <p:nvPr/>
        </p:nvGrpSpPr>
        <p:grpSpPr>
          <a:xfrm>
            <a:off x="1915887" y="4039739"/>
            <a:ext cx="5622183" cy="234047"/>
            <a:chOff x="1915887" y="3825602"/>
            <a:chExt cx="5622183" cy="234047"/>
          </a:xfrm>
        </p:grpSpPr>
        <p:grpSp>
          <p:nvGrpSpPr>
            <p:cNvPr id="3" name="Group 77">
              <a:extLst>
                <a:ext uri="{FF2B5EF4-FFF2-40B4-BE49-F238E27FC236}">
                  <a16:creationId xmlns:a16="http://schemas.microsoft.com/office/drawing/2014/main" id="{427B9A5A-58A5-423E-B9CC-44B3A3EAF4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2120" y="3825602"/>
              <a:ext cx="1885950" cy="228600"/>
              <a:chOff x="1872" y="2160"/>
              <a:chExt cx="3456" cy="528"/>
            </a:xfrm>
          </p:grpSpPr>
          <p:grpSp>
            <p:nvGrpSpPr>
              <p:cNvPr id="4" name="Group 10">
                <a:extLst>
                  <a:ext uri="{FF2B5EF4-FFF2-40B4-BE49-F238E27FC236}">
                    <a16:creationId xmlns:a16="http://schemas.microsoft.com/office/drawing/2014/main" id="{A4508DC3-E445-4C4F-B4BF-1D98F11F77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45" name="Arc 5">
                  <a:extLst>
                    <a:ext uri="{FF2B5EF4-FFF2-40B4-BE49-F238E27FC236}">
                      <a16:creationId xmlns:a16="http://schemas.microsoft.com/office/drawing/2014/main" id="{3A0CBF5B-7BD5-4AB6-BAB1-62757093EF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6" name="Arc 6">
                  <a:extLst>
                    <a:ext uri="{FF2B5EF4-FFF2-40B4-BE49-F238E27FC236}">
                      <a16:creationId xmlns:a16="http://schemas.microsoft.com/office/drawing/2014/main" id="{8BC5DE0E-278F-4596-83B5-2B295E5DE6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5" name="Group 9">
                <a:extLst>
                  <a:ext uri="{FF2B5EF4-FFF2-40B4-BE49-F238E27FC236}">
                    <a16:creationId xmlns:a16="http://schemas.microsoft.com/office/drawing/2014/main" id="{CAB85BD9-789E-4134-8AC7-5C4E6CC11C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43" name="Arc 7">
                  <a:extLst>
                    <a:ext uri="{FF2B5EF4-FFF2-40B4-BE49-F238E27FC236}">
                      <a16:creationId xmlns:a16="http://schemas.microsoft.com/office/drawing/2014/main" id="{1BAE59FA-6026-4378-9F02-97234239E1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" name="Arc 8">
                  <a:extLst>
                    <a:ext uri="{FF2B5EF4-FFF2-40B4-BE49-F238E27FC236}">
                      <a16:creationId xmlns:a16="http://schemas.microsoft.com/office/drawing/2014/main" id="{E3DCD426-B540-4EFB-B7E4-5FAE85FADD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6" name="Line 12">
                <a:extLst>
                  <a:ext uri="{FF2B5EF4-FFF2-40B4-BE49-F238E27FC236}">
                    <a16:creationId xmlns:a16="http://schemas.microsoft.com/office/drawing/2014/main" id="{DC96CA83-434E-4E2D-8046-FBAB51554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7" name="Group 56">
                <a:extLst>
                  <a:ext uri="{FF2B5EF4-FFF2-40B4-BE49-F238E27FC236}">
                    <a16:creationId xmlns:a16="http://schemas.microsoft.com/office/drawing/2014/main" id="{43AAC5EB-C25B-44E4-B689-E6D315994C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39" name="Line 15">
                  <a:extLst>
                    <a:ext uri="{FF2B5EF4-FFF2-40B4-BE49-F238E27FC236}">
                      <a16:creationId xmlns:a16="http://schemas.microsoft.com/office/drawing/2014/main" id="{C3995371-8007-43D8-8223-5B4977F246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" name="Line 16">
                  <a:extLst>
                    <a:ext uri="{FF2B5EF4-FFF2-40B4-BE49-F238E27FC236}">
                      <a16:creationId xmlns:a16="http://schemas.microsoft.com/office/drawing/2014/main" id="{92DB2B01-2D9C-4BA3-B76F-B228175800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" name="Line 17">
                  <a:extLst>
                    <a:ext uri="{FF2B5EF4-FFF2-40B4-BE49-F238E27FC236}">
                      <a16:creationId xmlns:a16="http://schemas.microsoft.com/office/drawing/2014/main" id="{367E90BE-6562-4A82-AC20-A6FAC2880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2" name="Line 18">
                  <a:extLst>
                    <a:ext uri="{FF2B5EF4-FFF2-40B4-BE49-F238E27FC236}">
                      <a16:creationId xmlns:a16="http://schemas.microsoft.com/office/drawing/2014/main" id="{200B8F51-07A5-467D-A908-D190D7CBC5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8" name="Line 43">
                <a:extLst>
                  <a:ext uri="{FF2B5EF4-FFF2-40B4-BE49-F238E27FC236}">
                    <a16:creationId xmlns:a16="http://schemas.microsoft.com/office/drawing/2014/main" id="{6DCC0198-F0FC-41CE-B568-49647473A5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" name="Line 44">
                <a:extLst>
                  <a:ext uri="{FF2B5EF4-FFF2-40B4-BE49-F238E27FC236}">
                    <a16:creationId xmlns:a16="http://schemas.microsoft.com/office/drawing/2014/main" id="{E9681665-B00D-443F-A7DB-6C0797D5C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" name="Line 45">
                <a:extLst>
                  <a:ext uri="{FF2B5EF4-FFF2-40B4-BE49-F238E27FC236}">
                    <a16:creationId xmlns:a16="http://schemas.microsoft.com/office/drawing/2014/main" id="{4C13B563-5497-4181-BD6A-05DA3030A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" name="Line 46">
                <a:extLst>
                  <a:ext uri="{FF2B5EF4-FFF2-40B4-BE49-F238E27FC236}">
                    <a16:creationId xmlns:a16="http://schemas.microsoft.com/office/drawing/2014/main" id="{BB2D3E74-35CD-41E6-917D-839094FAB6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2" name="Line 47">
                <a:extLst>
                  <a:ext uri="{FF2B5EF4-FFF2-40B4-BE49-F238E27FC236}">
                    <a16:creationId xmlns:a16="http://schemas.microsoft.com/office/drawing/2014/main" id="{80725343-70C5-4082-B675-02046C4B92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3" name="Line 48">
                <a:extLst>
                  <a:ext uri="{FF2B5EF4-FFF2-40B4-BE49-F238E27FC236}">
                    <a16:creationId xmlns:a16="http://schemas.microsoft.com/office/drawing/2014/main" id="{967E91C2-389C-419E-B2FA-965D00455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" name="Line 50">
                <a:extLst>
                  <a:ext uri="{FF2B5EF4-FFF2-40B4-BE49-F238E27FC236}">
                    <a16:creationId xmlns:a16="http://schemas.microsoft.com/office/drawing/2014/main" id="{C6FC4871-B6AF-4F52-B203-5B5F50993E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5" name="Line 51">
                <a:extLst>
                  <a:ext uri="{FF2B5EF4-FFF2-40B4-BE49-F238E27FC236}">
                    <a16:creationId xmlns:a16="http://schemas.microsoft.com/office/drawing/2014/main" id="{00AD0469-5077-4C6C-A3BB-AC313F9E97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" name="Line 52">
                <a:extLst>
                  <a:ext uri="{FF2B5EF4-FFF2-40B4-BE49-F238E27FC236}">
                    <a16:creationId xmlns:a16="http://schemas.microsoft.com/office/drawing/2014/main" id="{D8D96CD6-3C3C-4DB2-B7F7-D84BC72F4A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" name="AutoShape 53" descr="Wide downward diagonal">
                <a:extLst>
                  <a:ext uri="{FF2B5EF4-FFF2-40B4-BE49-F238E27FC236}">
                    <a16:creationId xmlns:a16="http://schemas.microsoft.com/office/drawing/2014/main" id="{680DAA6C-2A35-420E-8553-B37DCD81A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8" name="AutoShape 54" descr="Wide downward diagonal">
                <a:extLst>
                  <a:ext uri="{FF2B5EF4-FFF2-40B4-BE49-F238E27FC236}">
                    <a16:creationId xmlns:a16="http://schemas.microsoft.com/office/drawing/2014/main" id="{1506FB64-7E06-485C-B78C-8F8D46194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9" name="Group 57">
                <a:extLst>
                  <a:ext uri="{FF2B5EF4-FFF2-40B4-BE49-F238E27FC236}">
                    <a16:creationId xmlns:a16="http://schemas.microsoft.com/office/drawing/2014/main" id="{E377CBF8-ABBE-450A-A3A1-CD4BFEF89A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35" name="Line 58">
                  <a:extLst>
                    <a:ext uri="{FF2B5EF4-FFF2-40B4-BE49-F238E27FC236}">
                      <a16:creationId xmlns:a16="http://schemas.microsoft.com/office/drawing/2014/main" id="{622ED985-A2F2-4BE8-9F77-9E1BBF9160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6" name="Line 59">
                  <a:extLst>
                    <a:ext uri="{FF2B5EF4-FFF2-40B4-BE49-F238E27FC236}">
                      <a16:creationId xmlns:a16="http://schemas.microsoft.com/office/drawing/2014/main" id="{3F953F05-8B3F-42E7-B081-D51084642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7" name="Line 60">
                  <a:extLst>
                    <a:ext uri="{FF2B5EF4-FFF2-40B4-BE49-F238E27FC236}">
                      <a16:creationId xmlns:a16="http://schemas.microsoft.com/office/drawing/2014/main" id="{22D0FC71-E1AF-4D3D-A27A-5FD9574297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8" name="Line 61">
                  <a:extLst>
                    <a:ext uri="{FF2B5EF4-FFF2-40B4-BE49-F238E27FC236}">
                      <a16:creationId xmlns:a16="http://schemas.microsoft.com/office/drawing/2014/main" id="{A9B568AB-20E4-4307-9D86-1C3422C870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0" name="Group 62">
                <a:extLst>
                  <a:ext uri="{FF2B5EF4-FFF2-40B4-BE49-F238E27FC236}">
                    <a16:creationId xmlns:a16="http://schemas.microsoft.com/office/drawing/2014/main" id="{3A282A75-5496-41E8-9AB5-F8E4BA859F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31" name="Line 63">
                  <a:extLst>
                    <a:ext uri="{FF2B5EF4-FFF2-40B4-BE49-F238E27FC236}">
                      <a16:creationId xmlns:a16="http://schemas.microsoft.com/office/drawing/2014/main" id="{84AFF24A-8759-47F4-9D2B-4274ADE310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" name="Line 64">
                  <a:extLst>
                    <a:ext uri="{FF2B5EF4-FFF2-40B4-BE49-F238E27FC236}">
                      <a16:creationId xmlns:a16="http://schemas.microsoft.com/office/drawing/2014/main" id="{DB018066-6B0E-441F-9E6C-82771043B3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3" name="Line 65">
                  <a:extLst>
                    <a:ext uri="{FF2B5EF4-FFF2-40B4-BE49-F238E27FC236}">
                      <a16:creationId xmlns:a16="http://schemas.microsoft.com/office/drawing/2014/main" id="{B4E14B46-1D84-4B88-A47F-B7F45EEB27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4" name="Line 66">
                  <a:extLst>
                    <a:ext uri="{FF2B5EF4-FFF2-40B4-BE49-F238E27FC236}">
                      <a16:creationId xmlns:a16="http://schemas.microsoft.com/office/drawing/2014/main" id="{7C55C04F-38B2-4475-8185-22CFB692B1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1" name="Group 67">
                <a:extLst>
                  <a:ext uri="{FF2B5EF4-FFF2-40B4-BE49-F238E27FC236}">
                    <a16:creationId xmlns:a16="http://schemas.microsoft.com/office/drawing/2014/main" id="{9B562D04-AF6F-483B-8CB2-D48EC3511D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7" name="Line 68">
                  <a:extLst>
                    <a:ext uri="{FF2B5EF4-FFF2-40B4-BE49-F238E27FC236}">
                      <a16:creationId xmlns:a16="http://schemas.microsoft.com/office/drawing/2014/main" id="{DE00A8AB-CA8F-4977-9CF0-64D84FE3BA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" name="Line 69">
                  <a:extLst>
                    <a:ext uri="{FF2B5EF4-FFF2-40B4-BE49-F238E27FC236}">
                      <a16:creationId xmlns:a16="http://schemas.microsoft.com/office/drawing/2014/main" id="{576B0717-7758-411F-894E-D5BE455B41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A7D8C475-295F-4E1A-BBDF-699F18BFB4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0" name="Line 71">
                  <a:extLst>
                    <a:ext uri="{FF2B5EF4-FFF2-40B4-BE49-F238E27FC236}">
                      <a16:creationId xmlns:a16="http://schemas.microsoft.com/office/drawing/2014/main" id="{2FF08205-5527-440C-8C3B-B62C1D0936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" name="Group 72">
                <a:extLst>
                  <a:ext uri="{FF2B5EF4-FFF2-40B4-BE49-F238E27FC236}">
                    <a16:creationId xmlns:a16="http://schemas.microsoft.com/office/drawing/2014/main" id="{3A9D7441-5B58-4DE3-96F3-58A37BF2B0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3" name="Line 73">
                  <a:extLst>
                    <a:ext uri="{FF2B5EF4-FFF2-40B4-BE49-F238E27FC236}">
                      <a16:creationId xmlns:a16="http://schemas.microsoft.com/office/drawing/2014/main" id="{94A6C4EA-F544-4403-8509-08B68DE670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" name="Line 74">
                  <a:extLst>
                    <a:ext uri="{FF2B5EF4-FFF2-40B4-BE49-F238E27FC236}">
                      <a16:creationId xmlns:a16="http://schemas.microsoft.com/office/drawing/2014/main" id="{60C66506-2377-4B4D-AEC3-9C4800BF96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5" name="Line 75">
                  <a:extLst>
                    <a:ext uri="{FF2B5EF4-FFF2-40B4-BE49-F238E27FC236}">
                      <a16:creationId xmlns:a16="http://schemas.microsoft.com/office/drawing/2014/main" id="{77CAE46B-1320-4D2B-8EF9-039B434C05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" name="Line 76">
                  <a:extLst>
                    <a:ext uri="{FF2B5EF4-FFF2-40B4-BE49-F238E27FC236}">
                      <a16:creationId xmlns:a16="http://schemas.microsoft.com/office/drawing/2014/main" id="{50D5E31D-618A-449B-8473-E5A94ED923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47" name="Group 77">
              <a:extLst>
                <a:ext uri="{FF2B5EF4-FFF2-40B4-BE49-F238E27FC236}">
                  <a16:creationId xmlns:a16="http://schemas.microsoft.com/office/drawing/2014/main" id="{74108F16-FC0C-49FD-B661-DD9EE53587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7399" y="3826882"/>
              <a:ext cx="1885950" cy="228600"/>
              <a:chOff x="1872" y="2160"/>
              <a:chExt cx="3456" cy="528"/>
            </a:xfrm>
          </p:grpSpPr>
          <p:grpSp>
            <p:nvGrpSpPr>
              <p:cNvPr id="48" name="Group 10">
                <a:extLst>
                  <a:ext uri="{FF2B5EF4-FFF2-40B4-BE49-F238E27FC236}">
                    <a16:creationId xmlns:a16="http://schemas.microsoft.com/office/drawing/2014/main" id="{B13B6B9B-36BD-4F93-9D1E-C61E23709D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89" name="Arc 5">
                  <a:extLst>
                    <a:ext uri="{FF2B5EF4-FFF2-40B4-BE49-F238E27FC236}">
                      <a16:creationId xmlns:a16="http://schemas.microsoft.com/office/drawing/2014/main" id="{68BA63F1-6DF5-4A51-BB13-C60D8AABD5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90" name="Arc 6">
                  <a:extLst>
                    <a:ext uri="{FF2B5EF4-FFF2-40B4-BE49-F238E27FC236}">
                      <a16:creationId xmlns:a16="http://schemas.microsoft.com/office/drawing/2014/main" id="{A1067F58-8B5A-4955-90FC-0952C4AE26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49" name="Group 9">
                <a:extLst>
                  <a:ext uri="{FF2B5EF4-FFF2-40B4-BE49-F238E27FC236}">
                    <a16:creationId xmlns:a16="http://schemas.microsoft.com/office/drawing/2014/main" id="{CD3EFBF8-83A0-4CF9-A3CD-DB8E67A153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87" name="Arc 7">
                  <a:extLst>
                    <a:ext uri="{FF2B5EF4-FFF2-40B4-BE49-F238E27FC236}">
                      <a16:creationId xmlns:a16="http://schemas.microsoft.com/office/drawing/2014/main" id="{947A8E94-0831-449A-9895-3B45D07D5C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88" name="Arc 8">
                  <a:extLst>
                    <a:ext uri="{FF2B5EF4-FFF2-40B4-BE49-F238E27FC236}">
                      <a16:creationId xmlns:a16="http://schemas.microsoft.com/office/drawing/2014/main" id="{E13462E0-060F-4846-829A-1EC1408B24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50" name="Line 12">
                <a:extLst>
                  <a:ext uri="{FF2B5EF4-FFF2-40B4-BE49-F238E27FC236}">
                    <a16:creationId xmlns:a16="http://schemas.microsoft.com/office/drawing/2014/main" id="{06E33F54-1FE4-437A-BB18-4B528D147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51" name="Group 56">
                <a:extLst>
                  <a:ext uri="{FF2B5EF4-FFF2-40B4-BE49-F238E27FC236}">
                    <a16:creationId xmlns:a16="http://schemas.microsoft.com/office/drawing/2014/main" id="{D889849C-9EA5-4EE2-AECD-28CBF5237C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83" name="Line 15">
                  <a:extLst>
                    <a:ext uri="{FF2B5EF4-FFF2-40B4-BE49-F238E27FC236}">
                      <a16:creationId xmlns:a16="http://schemas.microsoft.com/office/drawing/2014/main" id="{CD9FF0B6-4FC0-42A6-8BCF-8E6012A7F8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4" name="Line 16">
                  <a:extLst>
                    <a:ext uri="{FF2B5EF4-FFF2-40B4-BE49-F238E27FC236}">
                      <a16:creationId xmlns:a16="http://schemas.microsoft.com/office/drawing/2014/main" id="{A3D39CA4-95C4-4CB9-822C-6B78F2CC2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5" name="Line 17">
                  <a:extLst>
                    <a:ext uri="{FF2B5EF4-FFF2-40B4-BE49-F238E27FC236}">
                      <a16:creationId xmlns:a16="http://schemas.microsoft.com/office/drawing/2014/main" id="{1B77DFAB-D1A6-4540-8AB2-7DC1B612C8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6" name="Line 18">
                  <a:extLst>
                    <a:ext uri="{FF2B5EF4-FFF2-40B4-BE49-F238E27FC236}">
                      <a16:creationId xmlns:a16="http://schemas.microsoft.com/office/drawing/2014/main" id="{8B823563-3978-418A-AAC0-A95C889970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52" name="Line 43">
                <a:extLst>
                  <a:ext uri="{FF2B5EF4-FFF2-40B4-BE49-F238E27FC236}">
                    <a16:creationId xmlns:a16="http://schemas.microsoft.com/office/drawing/2014/main" id="{8AEB6FB6-A9FC-40B5-BFA2-00BF55648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" name="Line 44">
                <a:extLst>
                  <a:ext uri="{FF2B5EF4-FFF2-40B4-BE49-F238E27FC236}">
                    <a16:creationId xmlns:a16="http://schemas.microsoft.com/office/drawing/2014/main" id="{F49102F1-F3BD-44F2-BE41-545708D5CA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4" name="Line 45">
                <a:extLst>
                  <a:ext uri="{FF2B5EF4-FFF2-40B4-BE49-F238E27FC236}">
                    <a16:creationId xmlns:a16="http://schemas.microsoft.com/office/drawing/2014/main" id="{B4906DF4-E045-4A33-9961-D71138240D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5" name="Line 46">
                <a:extLst>
                  <a:ext uri="{FF2B5EF4-FFF2-40B4-BE49-F238E27FC236}">
                    <a16:creationId xmlns:a16="http://schemas.microsoft.com/office/drawing/2014/main" id="{4976B827-D836-4FB5-B001-A71D4CEEA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6" name="Line 47">
                <a:extLst>
                  <a:ext uri="{FF2B5EF4-FFF2-40B4-BE49-F238E27FC236}">
                    <a16:creationId xmlns:a16="http://schemas.microsoft.com/office/drawing/2014/main" id="{651ABC65-B332-457E-B12D-FF06A1BC3C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" name="Line 48">
                <a:extLst>
                  <a:ext uri="{FF2B5EF4-FFF2-40B4-BE49-F238E27FC236}">
                    <a16:creationId xmlns:a16="http://schemas.microsoft.com/office/drawing/2014/main" id="{F6BC7C03-BC59-425A-9567-736AB5B65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" name="Line 50">
                <a:extLst>
                  <a:ext uri="{FF2B5EF4-FFF2-40B4-BE49-F238E27FC236}">
                    <a16:creationId xmlns:a16="http://schemas.microsoft.com/office/drawing/2014/main" id="{F9693EB0-59A5-4780-AB86-AB200E6982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9" name="Line 51">
                <a:extLst>
                  <a:ext uri="{FF2B5EF4-FFF2-40B4-BE49-F238E27FC236}">
                    <a16:creationId xmlns:a16="http://schemas.microsoft.com/office/drawing/2014/main" id="{29923DC8-80F4-4E5F-82B3-47F8E9C12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0" name="Line 52">
                <a:extLst>
                  <a:ext uri="{FF2B5EF4-FFF2-40B4-BE49-F238E27FC236}">
                    <a16:creationId xmlns:a16="http://schemas.microsoft.com/office/drawing/2014/main" id="{A5D023BF-2479-4107-AD72-A6B409952F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1" name="AutoShape 53" descr="Wide downward diagonal">
                <a:extLst>
                  <a:ext uri="{FF2B5EF4-FFF2-40B4-BE49-F238E27FC236}">
                    <a16:creationId xmlns:a16="http://schemas.microsoft.com/office/drawing/2014/main" id="{73328271-E963-4D8C-8199-0E0131E0C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62" name="AutoShape 54" descr="Wide downward diagonal">
                <a:extLst>
                  <a:ext uri="{FF2B5EF4-FFF2-40B4-BE49-F238E27FC236}">
                    <a16:creationId xmlns:a16="http://schemas.microsoft.com/office/drawing/2014/main" id="{08F410EF-1154-4487-A26B-CDE7E4042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63" name="Group 57">
                <a:extLst>
                  <a:ext uri="{FF2B5EF4-FFF2-40B4-BE49-F238E27FC236}">
                    <a16:creationId xmlns:a16="http://schemas.microsoft.com/office/drawing/2014/main" id="{9F40ED7B-0EB0-400A-9C28-5A091C5BDB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79" name="Line 58">
                  <a:extLst>
                    <a:ext uri="{FF2B5EF4-FFF2-40B4-BE49-F238E27FC236}">
                      <a16:creationId xmlns:a16="http://schemas.microsoft.com/office/drawing/2014/main" id="{EBC81EFD-C586-4180-A74D-2A9115EA1A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0" name="Line 59">
                  <a:extLst>
                    <a:ext uri="{FF2B5EF4-FFF2-40B4-BE49-F238E27FC236}">
                      <a16:creationId xmlns:a16="http://schemas.microsoft.com/office/drawing/2014/main" id="{42C93F10-E239-414C-BF44-881B3B8437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1" name="Line 60">
                  <a:extLst>
                    <a:ext uri="{FF2B5EF4-FFF2-40B4-BE49-F238E27FC236}">
                      <a16:creationId xmlns:a16="http://schemas.microsoft.com/office/drawing/2014/main" id="{4D04A4E7-A8E5-4530-826C-34C188D6FF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2" name="Line 61">
                  <a:extLst>
                    <a:ext uri="{FF2B5EF4-FFF2-40B4-BE49-F238E27FC236}">
                      <a16:creationId xmlns:a16="http://schemas.microsoft.com/office/drawing/2014/main" id="{1CCBB668-568F-4AD2-8B3E-2B5CC6F3B0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4" name="Group 62">
                <a:extLst>
                  <a:ext uri="{FF2B5EF4-FFF2-40B4-BE49-F238E27FC236}">
                    <a16:creationId xmlns:a16="http://schemas.microsoft.com/office/drawing/2014/main" id="{4A413A78-9CAC-460E-81EE-8A3DBA4E7A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75" name="Line 63">
                  <a:extLst>
                    <a:ext uri="{FF2B5EF4-FFF2-40B4-BE49-F238E27FC236}">
                      <a16:creationId xmlns:a16="http://schemas.microsoft.com/office/drawing/2014/main" id="{A542F2A2-5991-4B74-9DE3-D676AA0A82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6" name="Line 64">
                  <a:extLst>
                    <a:ext uri="{FF2B5EF4-FFF2-40B4-BE49-F238E27FC236}">
                      <a16:creationId xmlns:a16="http://schemas.microsoft.com/office/drawing/2014/main" id="{E2B48CAD-B54A-47F6-A171-211D27643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7" name="Line 65">
                  <a:extLst>
                    <a:ext uri="{FF2B5EF4-FFF2-40B4-BE49-F238E27FC236}">
                      <a16:creationId xmlns:a16="http://schemas.microsoft.com/office/drawing/2014/main" id="{97EB65D2-CD45-4DBC-9BEE-6C2139277B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8" name="Line 66">
                  <a:extLst>
                    <a:ext uri="{FF2B5EF4-FFF2-40B4-BE49-F238E27FC236}">
                      <a16:creationId xmlns:a16="http://schemas.microsoft.com/office/drawing/2014/main" id="{B6EB2FA7-D3A3-46F0-AB4A-1B463440EB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5" name="Group 67">
                <a:extLst>
                  <a:ext uri="{FF2B5EF4-FFF2-40B4-BE49-F238E27FC236}">
                    <a16:creationId xmlns:a16="http://schemas.microsoft.com/office/drawing/2014/main" id="{F6EA329E-7003-4FF4-ADBE-3F21926D0E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71" name="Line 68">
                  <a:extLst>
                    <a:ext uri="{FF2B5EF4-FFF2-40B4-BE49-F238E27FC236}">
                      <a16:creationId xmlns:a16="http://schemas.microsoft.com/office/drawing/2014/main" id="{7B66C20F-73E9-4E7C-9359-66ED85D24D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2" name="Line 69">
                  <a:extLst>
                    <a:ext uri="{FF2B5EF4-FFF2-40B4-BE49-F238E27FC236}">
                      <a16:creationId xmlns:a16="http://schemas.microsoft.com/office/drawing/2014/main" id="{D2701A5D-022B-4E72-A971-40E1DE2FBC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3" name="Line 70">
                  <a:extLst>
                    <a:ext uri="{FF2B5EF4-FFF2-40B4-BE49-F238E27FC236}">
                      <a16:creationId xmlns:a16="http://schemas.microsoft.com/office/drawing/2014/main" id="{DE310500-EB95-4A4B-8CB4-29638ECC9E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4" name="Line 71">
                  <a:extLst>
                    <a:ext uri="{FF2B5EF4-FFF2-40B4-BE49-F238E27FC236}">
                      <a16:creationId xmlns:a16="http://schemas.microsoft.com/office/drawing/2014/main" id="{A2101B2D-8C6B-432C-9134-04C8C03975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6" name="Group 72">
                <a:extLst>
                  <a:ext uri="{FF2B5EF4-FFF2-40B4-BE49-F238E27FC236}">
                    <a16:creationId xmlns:a16="http://schemas.microsoft.com/office/drawing/2014/main" id="{3D47904C-2797-4916-8BF3-3084F456BB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67" name="Line 73">
                  <a:extLst>
                    <a:ext uri="{FF2B5EF4-FFF2-40B4-BE49-F238E27FC236}">
                      <a16:creationId xmlns:a16="http://schemas.microsoft.com/office/drawing/2014/main" id="{4C8F99FE-1515-4180-8120-BC844D455E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8" name="Line 74">
                  <a:extLst>
                    <a:ext uri="{FF2B5EF4-FFF2-40B4-BE49-F238E27FC236}">
                      <a16:creationId xmlns:a16="http://schemas.microsoft.com/office/drawing/2014/main" id="{FC28D43F-E1DD-4074-812D-E2F03AD808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9" name="Line 75">
                  <a:extLst>
                    <a:ext uri="{FF2B5EF4-FFF2-40B4-BE49-F238E27FC236}">
                      <a16:creationId xmlns:a16="http://schemas.microsoft.com/office/drawing/2014/main" id="{D8AB5095-BFDD-475B-9CA5-E7AD2A9167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0" name="Line 76">
                  <a:extLst>
                    <a:ext uri="{FF2B5EF4-FFF2-40B4-BE49-F238E27FC236}">
                      <a16:creationId xmlns:a16="http://schemas.microsoft.com/office/drawing/2014/main" id="{A06305CA-6C0A-4CC1-BE45-2D2882E0FE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91" name="Group 77">
              <a:extLst>
                <a:ext uri="{FF2B5EF4-FFF2-40B4-BE49-F238E27FC236}">
                  <a16:creationId xmlns:a16="http://schemas.microsoft.com/office/drawing/2014/main" id="{D9348F2A-414F-430D-ABEF-C02AB886F693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915887" y="3831049"/>
              <a:ext cx="1885950" cy="228600"/>
              <a:chOff x="1872" y="2160"/>
              <a:chExt cx="3456" cy="528"/>
            </a:xfrm>
          </p:grpSpPr>
          <p:grpSp>
            <p:nvGrpSpPr>
              <p:cNvPr id="92" name="Group 10">
                <a:extLst>
                  <a:ext uri="{FF2B5EF4-FFF2-40B4-BE49-F238E27FC236}">
                    <a16:creationId xmlns:a16="http://schemas.microsoft.com/office/drawing/2014/main" id="{50CCEC5D-4999-4C0D-A730-2A21090296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133" name="Arc 5">
                  <a:extLst>
                    <a:ext uri="{FF2B5EF4-FFF2-40B4-BE49-F238E27FC236}">
                      <a16:creationId xmlns:a16="http://schemas.microsoft.com/office/drawing/2014/main" id="{271EE402-80F0-4147-853B-9191512891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4" name="Arc 6">
                  <a:extLst>
                    <a:ext uri="{FF2B5EF4-FFF2-40B4-BE49-F238E27FC236}">
                      <a16:creationId xmlns:a16="http://schemas.microsoft.com/office/drawing/2014/main" id="{23041494-9D79-4EB7-BC4F-E037D0899F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93" name="Group 9">
                <a:extLst>
                  <a:ext uri="{FF2B5EF4-FFF2-40B4-BE49-F238E27FC236}">
                    <a16:creationId xmlns:a16="http://schemas.microsoft.com/office/drawing/2014/main" id="{A68EEAB9-771F-410E-9BD3-F4B964B051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131" name="Arc 7">
                  <a:extLst>
                    <a:ext uri="{FF2B5EF4-FFF2-40B4-BE49-F238E27FC236}">
                      <a16:creationId xmlns:a16="http://schemas.microsoft.com/office/drawing/2014/main" id="{06A43F26-1BC4-45EE-A6FF-09EC09E338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2" name="Arc 8">
                  <a:extLst>
                    <a:ext uri="{FF2B5EF4-FFF2-40B4-BE49-F238E27FC236}">
                      <a16:creationId xmlns:a16="http://schemas.microsoft.com/office/drawing/2014/main" id="{5CCC99F3-053B-482B-A377-A0BC444E3B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94" name="Line 12">
                <a:extLst>
                  <a:ext uri="{FF2B5EF4-FFF2-40B4-BE49-F238E27FC236}">
                    <a16:creationId xmlns:a16="http://schemas.microsoft.com/office/drawing/2014/main" id="{196B036E-9C59-4CA1-A270-4AF8F79F4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95" name="Group 56">
                <a:extLst>
                  <a:ext uri="{FF2B5EF4-FFF2-40B4-BE49-F238E27FC236}">
                    <a16:creationId xmlns:a16="http://schemas.microsoft.com/office/drawing/2014/main" id="{3864A783-A7C9-4F15-B9C8-2EDD39565A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127" name="Line 15">
                  <a:extLst>
                    <a:ext uri="{FF2B5EF4-FFF2-40B4-BE49-F238E27FC236}">
                      <a16:creationId xmlns:a16="http://schemas.microsoft.com/office/drawing/2014/main" id="{85687701-4CBA-48A7-BD07-4F7A236CBB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8" name="Line 16">
                  <a:extLst>
                    <a:ext uri="{FF2B5EF4-FFF2-40B4-BE49-F238E27FC236}">
                      <a16:creationId xmlns:a16="http://schemas.microsoft.com/office/drawing/2014/main" id="{E0DD94A9-D0B2-4DD3-BF7C-E3F19DC9F9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9" name="Line 17">
                  <a:extLst>
                    <a:ext uri="{FF2B5EF4-FFF2-40B4-BE49-F238E27FC236}">
                      <a16:creationId xmlns:a16="http://schemas.microsoft.com/office/drawing/2014/main" id="{9EEA98A0-AC72-4F91-8CD5-5169F50866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30" name="Line 18">
                  <a:extLst>
                    <a:ext uri="{FF2B5EF4-FFF2-40B4-BE49-F238E27FC236}">
                      <a16:creationId xmlns:a16="http://schemas.microsoft.com/office/drawing/2014/main" id="{AF69DC25-B49D-4832-A5C9-390AFB4D12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96" name="Line 43">
                <a:extLst>
                  <a:ext uri="{FF2B5EF4-FFF2-40B4-BE49-F238E27FC236}">
                    <a16:creationId xmlns:a16="http://schemas.microsoft.com/office/drawing/2014/main" id="{F2875A7A-E7BB-41DE-9E08-DFAEE082E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7" name="Line 44">
                <a:extLst>
                  <a:ext uri="{FF2B5EF4-FFF2-40B4-BE49-F238E27FC236}">
                    <a16:creationId xmlns:a16="http://schemas.microsoft.com/office/drawing/2014/main" id="{79CB4FC4-7531-48DC-883A-3D86272040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8" name="Line 45">
                <a:extLst>
                  <a:ext uri="{FF2B5EF4-FFF2-40B4-BE49-F238E27FC236}">
                    <a16:creationId xmlns:a16="http://schemas.microsoft.com/office/drawing/2014/main" id="{E21BEC4C-2929-4BC2-9995-CDE7A07247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9" name="Line 46">
                <a:extLst>
                  <a:ext uri="{FF2B5EF4-FFF2-40B4-BE49-F238E27FC236}">
                    <a16:creationId xmlns:a16="http://schemas.microsoft.com/office/drawing/2014/main" id="{F548EEBB-2D20-46B1-AF56-208932F03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0" name="Line 47">
                <a:extLst>
                  <a:ext uri="{FF2B5EF4-FFF2-40B4-BE49-F238E27FC236}">
                    <a16:creationId xmlns:a16="http://schemas.microsoft.com/office/drawing/2014/main" id="{81CC1977-BB8A-45A8-9B18-B57311D551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1" name="Line 48">
                <a:extLst>
                  <a:ext uri="{FF2B5EF4-FFF2-40B4-BE49-F238E27FC236}">
                    <a16:creationId xmlns:a16="http://schemas.microsoft.com/office/drawing/2014/main" id="{EF71754A-FB61-4220-8855-C424D9CC41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2" name="Line 50">
                <a:extLst>
                  <a:ext uri="{FF2B5EF4-FFF2-40B4-BE49-F238E27FC236}">
                    <a16:creationId xmlns:a16="http://schemas.microsoft.com/office/drawing/2014/main" id="{05F25472-20CB-438D-B793-6E87F42FB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3" name="Line 51">
                <a:extLst>
                  <a:ext uri="{FF2B5EF4-FFF2-40B4-BE49-F238E27FC236}">
                    <a16:creationId xmlns:a16="http://schemas.microsoft.com/office/drawing/2014/main" id="{CABF8106-498B-4C27-A872-3B90DE6CE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4" name="Line 52">
                <a:extLst>
                  <a:ext uri="{FF2B5EF4-FFF2-40B4-BE49-F238E27FC236}">
                    <a16:creationId xmlns:a16="http://schemas.microsoft.com/office/drawing/2014/main" id="{8B6FD917-BDA4-4C8C-896F-BF1ACCCCA0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5" name="AutoShape 53" descr="Wide downward diagonal">
                <a:extLst>
                  <a:ext uri="{FF2B5EF4-FFF2-40B4-BE49-F238E27FC236}">
                    <a16:creationId xmlns:a16="http://schemas.microsoft.com/office/drawing/2014/main" id="{36EEFF33-D2EE-40BB-8655-8D4EEF8B49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06" name="AutoShape 54" descr="Wide downward diagonal">
                <a:extLst>
                  <a:ext uri="{FF2B5EF4-FFF2-40B4-BE49-F238E27FC236}">
                    <a16:creationId xmlns:a16="http://schemas.microsoft.com/office/drawing/2014/main" id="{69D7D0A2-0938-408B-9048-64DCF083B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107" name="Group 57">
                <a:extLst>
                  <a:ext uri="{FF2B5EF4-FFF2-40B4-BE49-F238E27FC236}">
                    <a16:creationId xmlns:a16="http://schemas.microsoft.com/office/drawing/2014/main" id="{300B04F8-1CDA-43D4-99AB-73949F62DF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123" name="Line 58">
                  <a:extLst>
                    <a:ext uri="{FF2B5EF4-FFF2-40B4-BE49-F238E27FC236}">
                      <a16:creationId xmlns:a16="http://schemas.microsoft.com/office/drawing/2014/main" id="{1DF59556-578A-4E37-8188-5234B9F06B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4" name="Line 59">
                  <a:extLst>
                    <a:ext uri="{FF2B5EF4-FFF2-40B4-BE49-F238E27FC236}">
                      <a16:creationId xmlns:a16="http://schemas.microsoft.com/office/drawing/2014/main" id="{FF9DB8D6-080A-4102-B198-4AD957B99A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5" name="Line 60">
                  <a:extLst>
                    <a:ext uri="{FF2B5EF4-FFF2-40B4-BE49-F238E27FC236}">
                      <a16:creationId xmlns:a16="http://schemas.microsoft.com/office/drawing/2014/main" id="{E9DE33AD-EBFD-43F0-8482-A4F22BA593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6" name="Line 61">
                  <a:extLst>
                    <a:ext uri="{FF2B5EF4-FFF2-40B4-BE49-F238E27FC236}">
                      <a16:creationId xmlns:a16="http://schemas.microsoft.com/office/drawing/2014/main" id="{E6B94BA4-2E40-4A32-8121-FF7BA44377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8" name="Group 62">
                <a:extLst>
                  <a:ext uri="{FF2B5EF4-FFF2-40B4-BE49-F238E27FC236}">
                    <a16:creationId xmlns:a16="http://schemas.microsoft.com/office/drawing/2014/main" id="{ECCEA954-96EE-435F-AF0C-2AC2A32DB9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119" name="Line 63">
                  <a:extLst>
                    <a:ext uri="{FF2B5EF4-FFF2-40B4-BE49-F238E27FC236}">
                      <a16:creationId xmlns:a16="http://schemas.microsoft.com/office/drawing/2014/main" id="{0E78BE06-AC13-4B91-93CF-47CB4A4C47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0" name="Line 64">
                  <a:extLst>
                    <a:ext uri="{FF2B5EF4-FFF2-40B4-BE49-F238E27FC236}">
                      <a16:creationId xmlns:a16="http://schemas.microsoft.com/office/drawing/2014/main" id="{F253D55C-39DE-43D0-9EA8-1BF0E47294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1" name="Line 65">
                  <a:extLst>
                    <a:ext uri="{FF2B5EF4-FFF2-40B4-BE49-F238E27FC236}">
                      <a16:creationId xmlns:a16="http://schemas.microsoft.com/office/drawing/2014/main" id="{4CA9FD4F-8C4E-420C-A941-90CE36E95C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22" name="Line 66">
                  <a:extLst>
                    <a:ext uri="{FF2B5EF4-FFF2-40B4-BE49-F238E27FC236}">
                      <a16:creationId xmlns:a16="http://schemas.microsoft.com/office/drawing/2014/main" id="{2A2CD4C3-A7E4-4859-B866-0C2493D531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9" name="Group 67">
                <a:extLst>
                  <a:ext uri="{FF2B5EF4-FFF2-40B4-BE49-F238E27FC236}">
                    <a16:creationId xmlns:a16="http://schemas.microsoft.com/office/drawing/2014/main" id="{48117412-D296-4C60-8E98-E25022A7BD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115" name="Line 68">
                  <a:extLst>
                    <a:ext uri="{FF2B5EF4-FFF2-40B4-BE49-F238E27FC236}">
                      <a16:creationId xmlns:a16="http://schemas.microsoft.com/office/drawing/2014/main" id="{158827B4-4D36-44CD-94A1-C9F19F965A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6" name="Line 69">
                  <a:extLst>
                    <a:ext uri="{FF2B5EF4-FFF2-40B4-BE49-F238E27FC236}">
                      <a16:creationId xmlns:a16="http://schemas.microsoft.com/office/drawing/2014/main" id="{E6F19F08-BE55-4950-ACCD-BD093C1C35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7" name="Line 70">
                  <a:extLst>
                    <a:ext uri="{FF2B5EF4-FFF2-40B4-BE49-F238E27FC236}">
                      <a16:creationId xmlns:a16="http://schemas.microsoft.com/office/drawing/2014/main" id="{6E12FE96-4B17-4357-9107-7A77B4982C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8" name="Line 71">
                  <a:extLst>
                    <a:ext uri="{FF2B5EF4-FFF2-40B4-BE49-F238E27FC236}">
                      <a16:creationId xmlns:a16="http://schemas.microsoft.com/office/drawing/2014/main" id="{985CF519-0239-43AD-A4D1-AA88F4C38A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10" name="Group 72">
                <a:extLst>
                  <a:ext uri="{FF2B5EF4-FFF2-40B4-BE49-F238E27FC236}">
                    <a16:creationId xmlns:a16="http://schemas.microsoft.com/office/drawing/2014/main" id="{C76BC46D-150E-4DFD-BE7D-139541DF53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111" name="Line 73">
                  <a:extLst>
                    <a:ext uri="{FF2B5EF4-FFF2-40B4-BE49-F238E27FC236}">
                      <a16:creationId xmlns:a16="http://schemas.microsoft.com/office/drawing/2014/main" id="{8D3ABAA6-BEDE-42CA-B175-76D3F0CB3A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2" name="Line 74">
                  <a:extLst>
                    <a:ext uri="{FF2B5EF4-FFF2-40B4-BE49-F238E27FC236}">
                      <a16:creationId xmlns:a16="http://schemas.microsoft.com/office/drawing/2014/main" id="{1715D152-0F7E-4EB8-8921-971DA9E71E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3" name="Line 75">
                  <a:extLst>
                    <a:ext uri="{FF2B5EF4-FFF2-40B4-BE49-F238E27FC236}">
                      <a16:creationId xmlns:a16="http://schemas.microsoft.com/office/drawing/2014/main" id="{4839D98D-3346-41AA-821D-1CE1DF260D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4" name="Line 76">
                  <a:extLst>
                    <a:ext uri="{FF2B5EF4-FFF2-40B4-BE49-F238E27FC236}">
                      <a16:creationId xmlns:a16="http://schemas.microsoft.com/office/drawing/2014/main" id="{FEB7D4B3-28E2-44D4-B62D-456701061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79" name="Grupo 178">
              <a:extLst>
                <a:ext uri="{FF2B5EF4-FFF2-40B4-BE49-F238E27FC236}">
                  <a16:creationId xmlns:a16="http://schemas.microsoft.com/office/drawing/2014/main" id="{1AB806D3-6F27-4406-B95D-0465A512CEA9}"/>
                </a:ext>
              </a:extLst>
            </p:cNvPr>
            <p:cNvGrpSpPr/>
            <p:nvPr/>
          </p:nvGrpSpPr>
          <p:grpSpPr>
            <a:xfrm rot="10800000">
              <a:off x="3786232" y="3831049"/>
              <a:ext cx="231924" cy="228600"/>
              <a:chOff x="5643563" y="1257300"/>
              <a:chExt cx="231924" cy="228600"/>
            </a:xfrm>
          </p:grpSpPr>
          <p:sp>
            <p:nvSpPr>
              <p:cNvPr id="140" name="Line 43">
                <a:extLst>
                  <a:ext uri="{FF2B5EF4-FFF2-40B4-BE49-F238E27FC236}">
                    <a16:creationId xmlns:a16="http://schemas.microsoft.com/office/drawing/2014/main" id="{9BB72249-4331-48B6-BE6F-F6EBFC70A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21462" y="1279381"/>
                <a:ext cx="0" cy="184439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1" name="Line 44">
                <a:extLst>
                  <a:ext uri="{FF2B5EF4-FFF2-40B4-BE49-F238E27FC236}">
                    <a16:creationId xmlns:a16="http://schemas.microsoft.com/office/drawing/2014/main" id="{CDB85C93-21C7-44C0-8D7C-D9FCB7D59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74531" y="1278082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2" name="Line 45">
                <a:extLst>
                  <a:ext uri="{FF2B5EF4-FFF2-40B4-BE49-F238E27FC236}">
                    <a16:creationId xmlns:a16="http://schemas.microsoft.com/office/drawing/2014/main" id="{5A5D46CB-0F08-4373-8028-B50B16D75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8188" y="1373765"/>
                <a:ext cx="57299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3" name="Line 46">
                <a:extLst>
                  <a:ext uri="{FF2B5EF4-FFF2-40B4-BE49-F238E27FC236}">
                    <a16:creationId xmlns:a16="http://schemas.microsoft.com/office/drawing/2014/main" id="{62B7679D-382C-4E30-AB08-0597F7B4F7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6005" y="1280247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4" name="Line 47">
                <a:extLst>
                  <a:ext uri="{FF2B5EF4-FFF2-40B4-BE49-F238E27FC236}">
                    <a16:creationId xmlns:a16="http://schemas.microsoft.com/office/drawing/2014/main" id="{04568921-7D3B-4E5E-A1EC-12C300BF48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6346" y="1373332"/>
                <a:ext cx="57845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5" name="Line 48">
                <a:extLst>
                  <a:ext uri="{FF2B5EF4-FFF2-40B4-BE49-F238E27FC236}">
                    <a16:creationId xmlns:a16="http://schemas.microsoft.com/office/drawing/2014/main" id="{384CBE60-0297-40E0-BD0B-C9E2E835D5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3563" y="137419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6" name="Line 50">
                <a:extLst>
                  <a:ext uri="{FF2B5EF4-FFF2-40B4-BE49-F238E27FC236}">
                    <a16:creationId xmlns:a16="http://schemas.microsoft.com/office/drawing/2014/main" id="{4EF2A389-CDD2-4BCA-991C-8D2298159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51202" y="135081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7" name="Line 51">
                <a:extLst>
                  <a:ext uri="{FF2B5EF4-FFF2-40B4-BE49-F238E27FC236}">
                    <a16:creationId xmlns:a16="http://schemas.microsoft.com/office/drawing/2014/main" id="{0E436068-A6B9-412C-A20A-CE981DEC7F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5077" y="1351251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8" name="Line 52">
                <a:extLst>
                  <a:ext uri="{FF2B5EF4-FFF2-40B4-BE49-F238E27FC236}">
                    <a16:creationId xmlns:a16="http://schemas.microsoft.com/office/drawing/2014/main" id="{9A3D9E29-41C3-4ECD-A184-E265887CEC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6168" y="1394980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9" name="AutoShape 53" descr="Wide downward diagonal">
                <a:extLst>
                  <a:ext uri="{FF2B5EF4-FFF2-40B4-BE49-F238E27FC236}">
                    <a16:creationId xmlns:a16="http://schemas.microsoft.com/office/drawing/2014/main" id="{C422EF11-3AF2-4B69-8206-18731D3B3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430482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50" name="AutoShape 54" descr="Wide downward diagonal">
                <a:extLst>
                  <a:ext uri="{FF2B5EF4-FFF2-40B4-BE49-F238E27FC236}">
                    <a16:creationId xmlns:a16="http://schemas.microsoft.com/office/drawing/2014/main" id="{CA37CCDD-5334-43F6-B4F6-6C63DF3D9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257300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cxnSp>
        <p:nvCxnSpPr>
          <p:cNvPr id="185" name="Conector recto de flecha 184">
            <a:extLst>
              <a:ext uri="{FF2B5EF4-FFF2-40B4-BE49-F238E27FC236}">
                <a16:creationId xmlns:a16="http://schemas.microsoft.com/office/drawing/2014/main" id="{E70A90BD-6C19-42A1-BB4D-0BFE43AE9D86}"/>
              </a:ext>
            </a:extLst>
          </p:cNvPr>
          <p:cNvCxnSpPr>
            <a:cxnSpLocks/>
          </p:cNvCxnSpPr>
          <p:nvPr/>
        </p:nvCxnSpPr>
        <p:spPr>
          <a:xfrm flipH="1" flipV="1">
            <a:off x="3873716" y="3804595"/>
            <a:ext cx="1" cy="292344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FA6D84F1-78C5-4D25-B474-4AD563BC9AFD}"/>
              </a:ext>
            </a:extLst>
          </p:cNvPr>
          <p:cNvCxnSpPr>
            <a:cxnSpLocks/>
          </p:cNvCxnSpPr>
          <p:nvPr/>
        </p:nvCxnSpPr>
        <p:spPr>
          <a:xfrm flipH="1">
            <a:off x="3873319" y="4227934"/>
            <a:ext cx="1" cy="275336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14DA2E3C-31B5-4DA2-B82C-37E12FEE25B2}"/>
              </a:ext>
            </a:extLst>
          </p:cNvPr>
          <p:cNvGrpSpPr/>
          <p:nvPr/>
        </p:nvGrpSpPr>
        <p:grpSpPr>
          <a:xfrm rot="21386330">
            <a:off x="1890095" y="2688903"/>
            <a:ext cx="5622183" cy="234047"/>
            <a:chOff x="1915887" y="3825602"/>
            <a:chExt cx="5622183" cy="234047"/>
          </a:xfrm>
        </p:grpSpPr>
        <p:grpSp>
          <p:nvGrpSpPr>
            <p:cNvPr id="190" name="Group 77">
              <a:extLst>
                <a:ext uri="{FF2B5EF4-FFF2-40B4-BE49-F238E27FC236}">
                  <a16:creationId xmlns:a16="http://schemas.microsoft.com/office/drawing/2014/main" id="{C0D0652A-B6F2-4399-9DA4-BDCA71858D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2120" y="3825602"/>
              <a:ext cx="1885950" cy="228600"/>
              <a:chOff x="1872" y="2160"/>
              <a:chExt cx="3456" cy="528"/>
            </a:xfrm>
          </p:grpSpPr>
          <p:grpSp>
            <p:nvGrpSpPr>
              <p:cNvPr id="291" name="Group 10">
                <a:extLst>
                  <a:ext uri="{FF2B5EF4-FFF2-40B4-BE49-F238E27FC236}">
                    <a16:creationId xmlns:a16="http://schemas.microsoft.com/office/drawing/2014/main" id="{C850B951-1B44-4B85-A18D-DD22108867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332" name="Arc 5">
                  <a:extLst>
                    <a:ext uri="{FF2B5EF4-FFF2-40B4-BE49-F238E27FC236}">
                      <a16:creationId xmlns:a16="http://schemas.microsoft.com/office/drawing/2014/main" id="{7182EE98-83FC-47CE-A6F4-DE1F8D3F43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333" name="Arc 6">
                  <a:extLst>
                    <a:ext uri="{FF2B5EF4-FFF2-40B4-BE49-F238E27FC236}">
                      <a16:creationId xmlns:a16="http://schemas.microsoft.com/office/drawing/2014/main" id="{FB26F64B-EDAF-48C3-A8A1-EBD6197B77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292" name="Group 9">
                <a:extLst>
                  <a:ext uri="{FF2B5EF4-FFF2-40B4-BE49-F238E27FC236}">
                    <a16:creationId xmlns:a16="http://schemas.microsoft.com/office/drawing/2014/main" id="{B18AB657-BA15-4528-9A6B-A951E3F578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330" name="Arc 7">
                  <a:extLst>
                    <a:ext uri="{FF2B5EF4-FFF2-40B4-BE49-F238E27FC236}">
                      <a16:creationId xmlns:a16="http://schemas.microsoft.com/office/drawing/2014/main" id="{AA759D90-53E4-4C9F-852E-EDA2EB21E9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331" name="Arc 8">
                  <a:extLst>
                    <a:ext uri="{FF2B5EF4-FFF2-40B4-BE49-F238E27FC236}">
                      <a16:creationId xmlns:a16="http://schemas.microsoft.com/office/drawing/2014/main" id="{4271B036-F6A8-4CD8-90C8-91C037E65E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293" name="Line 12">
                <a:extLst>
                  <a:ext uri="{FF2B5EF4-FFF2-40B4-BE49-F238E27FC236}">
                    <a16:creationId xmlns:a16="http://schemas.microsoft.com/office/drawing/2014/main" id="{30700E58-3C53-4BD4-98DA-9F2C4023E3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294" name="Group 56">
                <a:extLst>
                  <a:ext uri="{FF2B5EF4-FFF2-40B4-BE49-F238E27FC236}">
                    <a16:creationId xmlns:a16="http://schemas.microsoft.com/office/drawing/2014/main" id="{937E9E1C-48F9-4F1F-8E82-F760568017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326" name="Line 15">
                  <a:extLst>
                    <a:ext uri="{FF2B5EF4-FFF2-40B4-BE49-F238E27FC236}">
                      <a16:creationId xmlns:a16="http://schemas.microsoft.com/office/drawing/2014/main" id="{FD10F269-8AA9-483D-A141-9136A566F7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7" name="Line 16">
                  <a:extLst>
                    <a:ext uri="{FF2B5EF4-FFF2-40B4-BE49-F238E27FC236}">
                      <a16:creationId xmlns:a16="http://schemas.microsoft.com/office/drawing/2014/main" id="{F42FCB46-3870-4211-A4E1-53DEAC55AF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8" name="Line 17">
                  <a:extLst>
                    <a:ext uri="{FF2B5EF4-FFF2-40B4-BE49-F238E27FC236}">
                      <a16:creationId xmlns:a16="http://schemas.microsoft.com/office/drawing/2014/main" id="{0B4207FB-DA25-4E61-8FB3-AC81BF4F69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9" name="Line 18">
                  <a:extLst>
                    <a:ext uri="{FF2B5EF4-FFF2-40B4-BE49-F238E27FC236}">
                      <a16:creationId xmlns:a16="http://schemas.microsoft.com/office/drawing/2014/main" id="{AD4915A2-5E73-4E7A-A05D-DF3D080140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95" name="Line 43">
                <a:extLst>
                  <a:ext uri="{FF2B5EF4-FFF2-40B4-BE49-F238E27FC236}">
                    <a16:creationId xmlns:a16="http://schemas.microsoft.com/office/drawing/2014/main" id="{48805E52-ED18-4EF7-B270-76C423011E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6" name="Line 44">
                <a:extLst>
                  <a:ext uri="{FF2B5EF4-FFF2-40B4-BE49-F238E27FC236}">
                    <a16:creationId xmlns:a16="http://schemas.microsoft.com/office/drawing/2014/main" id="{A256F8D1-0499-4444-A965-7F00978BEC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7" name="Line 45">
                <a:extLst>
                  <a:ext uri="{FF2B5EF4-FFF2-40B4-BE49-F238E27FC236}">
                    <a16:creationId xmlns:a16="http://schemas.microsoft.com/office/drawing/2014/main" id="{EB634605-77F1-488D-9466-08B0419FDE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8" name="Line 46">
                <a:extLst>
                  <a:ext uri="{FF2B5EF4-FFF2-40B4-BE49-F238E27FC236}">
                    <a16:creationId xmlns:a16="http://schemas.microsoft.com/office/drawing/2014/main" id="{15AB8A0A-FABC-4931-837C-F5CA973904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9" name="Line 47">
                <a:extLst>
                  <a:ext uri="{FF2B5EF4-FFF2-40B4-BE49-F238E27FC236}">
                    <a16:creationId xmlns:a16="http://schemas.microsoft.com/office/drawing/2014/main" id="{E2E94822-5C1C-4D55-8F81-A45B3BA7AB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0" name="Line 48">
                <a:extLst>
                  <a:ext uri="{FF2B5EF4-FFF2-40B4-BE49-F238E27FC236}">
                    <a16:creationId xmlns:a16="http://schemas.microsoft.com/office/drawing/2014/main" id="{83038EF4-88FB-4D09-BF3D-DD2E672F79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1" name="Line 50">
                <a:extLst>
                  <a:ext uri="{FF2B5EF4-FFF2-40B4-BE49-F238E27FC236}">
                    <a16:creationId xmlns:a16="http://schemas.microsoft.com/office/drawing/2014/main" id="{DB028627-F4DE-4808-B3CD-B6AB6BC20A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2" name="Line 51">
                <a:extLst>
                  <a:ext uri="{FF2B5EF4-FFF2-40B4-BE49-F238E27FC236}">
                    <a16:creationId xmlns:a16="http://schemas.microsoft.com/office/drawing/2014/main" id="{DDF7957D-426A-4655-BAFD-52B1B7F790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3" name="Line 52">
                <a:extLst>
                  <a:ext uri="{FF2B5EF4-FFF2-40B4-BE49-F238E27FC236}">
                    <a16:creationId xmlns:a16="http://schemas.microsoft.com/office/drawing/2014/main" id="{B043E76E-6EFC-4C01-9397-0F72B552B4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4" name="AutoShape 53" descr="Wide downward diagonal">
                <a:extLst>
                  <a:ext uri="{FF2B5EF4-FFF2-40B4-BE49-F238E27FC236}">
                    <a16:creationId xmlns:a16="http://schemas.microsoft.com/office/drawing/2014/main" id="{16C68B96-A207-49BA-9A00-A1EC662F09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305" name="AutoShape 54" descr="Wide downward diagonal">
                <a:extLst>
                  <a:ext uri="{FF2B5EF4-FFF2-40B4-BE49-F238E27FC236}">
                    <a16:creationId xmlns:a16="http://schemas.microsoft.com/office/drawing/2014/main" id="{8396DC9F-EEF6-4A08-962C-D9C1B6A66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306" name="Group 57">
                <a:extLst>
                  <a:ext uri="{FF2B5EF4-FFF2-40B4-BE49-F238E27FC236}">
                    <a16:creationId xmlns:a16="http://schemas.microsoft.com/office/drawing/2014/main" id="{5718AD82-EF4B-4B2B-B3BA-8178C47C88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322" name="Line 58">
                  <a:extLst>
                    <a:ext uri="{FF2B5EF4-FFF2-40B4-BE49-F238E27FC236}">
                      <a16:creationId xmlns:a16="http://schemas.microsoft.com/office/drawing/2014/main" id="{D2AA582C-587D-4295-B621-70A584D2F6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3" name="Line 59">
                  <a:extLst>
                    <a:ext uri="{FF2B5EF4-FFF2-40B4-BE49-F238E27FC236}">
                      <a16:creationId xmlns:a16="http://schemas.microsoft.com/office/drawing/2014/main" id="{6F133355-089C-4245-AF85-A44E7E5396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4" name="Line 60">
                  <a:extLst>
                    <a:ext uri="{FF2B5EF4-FFF2-40B4-BE49-F238E27FC236}">
                      <a16:creationId xmlns:a16="http://schemas.microsoft.com/office/drawing/2014/main" id="{967E146B-3CAB-4863-A1C0-03CB833EE5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5" name="Line 61">
                  <a:extLst>
                    <a:ext uri="{FF2B5EF4-FFF2-40B4-BE49-F238E27FC236}">
                      <a16:creationId xmlns:a16="http://schemas.microsoft.com/office/drawing/2014/main" id="{D037A90A-7348-4007-8BE1-FFBEA04FB7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07" name="Group 62">
                <a:extLst>
                  <a:ext uri="{FF2B5EF4-FFF2-40B4-BE49-F238E27FC236}">
                    <a16:creationId xmlns:a16="http://schemas.microsoft.com/office/drawing/2014/main" id="{ADA071E7-6CC9-4709-80ED-4F991EAA7A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318" name="Line 63">
                  <a:extLst>
                    <a:ext uri="{FF2B5EF4-FFF2-40B4-BE49-F238E27FC236}">
                      <a16:creationId xmlns:a16="http://schemas.microsoft.com/office/drawing/2014/main" id="{5486DD08-28D6-4915-8278-555E20B327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9" name="Line 64">
                  <a:extLst>
                    <a:ext uri="{FF2B5EF4-FFF2-40B4-BE49-F238E27FC236}">
                      <a16:creationId xmlns:a16="http://schemas.microsoft.com/office/drawing/2014/main" id="{639FDEDB-6E9C-44C8-AF04-C6532C6EE9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0" name="Line 65">
                  <a:extLst>
                    <a:ext uri="{FF2B5EF4-FFF2-40B4-BE49-F238E27FC236}">
                      <a16:creationId xmlns:a16="http://schemas.microsoft.com/office/drawing/2014/main" id="{B9AFBED7-8BE2-40D2-9ED7-C184A5C12F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21" name="Line 66">
                  <a:extLst>
                    <a:ext uri="{FF2B5EF4-FFF2-40B4-BE49-F238E27FC236}">
                      <a16:creationId xmlns:a16="http://schemas.microsoft.com/office/drawing/2014/main" id="{408B5B22-0AA2-4366-9F6D-E495193232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08" name="Group 67">
                <a:extLst>
                  <a:ext uri="{FF2B5EF4-FFF2-40B4-BE49-F238E27FC236}">
                    <a16:creationId xmlns:a16="http://schemas.microsoft.com/office/drawing/2014/main" id="{50DD4475-FEA9-4900-A421-C1C962277B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314" name="Line 68">
                  <a:extLst>
                    <a:ext uri="{FF2B5EF4-FFF2-40B4-BE49-F238E27FC236}">
                      <a16:creationId xmlns:a16="http://schemas.microsoft.com/office/drawing/2014/main" id="{489EAEDE-0079-49AA-BD91-30FF837C10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5" name="Line 69">
                  <a:extLst>
                    <a:ext uri="{FF2B5EF4-FFF2-40B4-BE49-F238E27FC236}">
                      <a16:creationId xmlns:a16="http://schemas.microsoft.com/office/drawing/2014/main" id="{3486481F-10FC-4169-9D67-561187B258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6" name="Line 70">
                  <a:extLst>
                    <a:ext uri="{FF2B5EF4-FFF2-40B4-BE49-F238E27FC236}">
                      <a16:creationId xmlns:a16="http://schemas.microsoft.com/office/drawing/2014/main" id="{4017842B-EE16-4CBE-9EB1-E61E152A6A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7" name="Line 71">
                  <a:extLst>
                    <a:ext uri="{FF2B5EF4-FFF2-40B4-BE49-F238E27FC236}">
                      <a16:creationId xmlns:a16="http://schemas.microsoft.com/office/drawing/2014/main" id="{EDA0C68B-B6EA-4952-8F1F-BA18ECEFDF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09" name="Group 72">
                <a:extLst>
                  <a:ext uri="{FF2B5EF4-FFF2-40B4-BE49-F238E27FC236}">
                    <a16:creationId xmlns:a16="http://schemas.microsoft.com/office/drawing/2014/main" id="{5BF2F333-0F7F-4AD0-B3B7-59616CB1CA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310" name="Line 73">
                  <a:extLst>
                    <a:ext uri="{FF2B5EF4-FFF2-40B4-BE49-F238E27FC236}">
                      <a16:creationId xmlns:a16="http://schemas.microsoft.com/office/drawing/2014/main" id="{781E030C-AC66-4674-A41A-E620F2BEB4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1" name="Line 74">
                  <a:extLst>
                    <a:ext uri="{FF2B5EF4-FFF2-40B4-BE49-F238E27FC236}">
                      <a16:creationId xmlns:a16="http://schemas.microsoft.com/office/drawing/2014/main" id="{391FE5A2-F5FE-4983-A6B0-701F10FEF7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2" name="Line 75">
                  <a:extLst>
                    <a:ext uri="{FF2B5EF4-FFF2-40B4-BE49-F238E27FC236}">
                      <a16:creationId xmlns:a16="http://schemas.microsoft.com/office/drawing/2014/main" id="{E7F41403-F5FC-47F9-95B3-770C418577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313" name="Line 76">
                  <a:extLst>
                    <a:ext uri="{FF2B5EF4-FFF2-40B4-BE49-F238E27FC236}">
                      <a16:creationId xmlns:a16="http://schemas.microsoft.com/office/drawing/2014/main" id="{DAE4D3A8-A799-4F33-B012-7D83CD1776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91" name="Group 77">
              <a:extLst>
                <a:ext uri="{FF2B5EF4-FFF2-40B4-BE49-F238E27FC236}">
                  <a16:creationId xmlns:a16="http://schemas.microsoft.com/office/drawing/2014/main" id="{60056C70-C28F-4B70-B2DE-EA6ED081FC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7399" y="3826882"/>
              <a:ext cx="1885950" cy="228600"/>
              <a:chOff x="1872" y="2160"/>
              <a:chExt cx="3456" cy="528"/>
            </a:xfrm>
          </p:grpSpPr>
          <p:grpSp>
            <p:nvGrpSpPr>
              <p:cNvPr id="248" name="Group 10">
                <a:extLst>
                  <a:ext uri="{FF2B5EF4-FFF2-40B4-BE49-F238E27FC236}">
                    <a16:creationId xmlns:a16="http://schemas.microsoft.com/office/drawing/2014/main" id="{7C4F9F40-1AFC-4179-97A3-BF93365B8A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289" name="Arc 5">
                  <a:extLst>
                    <a:ext uri="{FF2B5EF4-FFF2-40B4-BE49-F238E27FC236}">
                      <a16:creationId xmlns:a16="http://schemas.microsoft.com/office/drawing/2014/main" id="{02FCA225-55C2-4FAE-A64C-1A0352B4B8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90" name="Arc 6">
                  <a:extLst>
                    <a:ext uri="{FF2B5EF4-FFF2-40B4-BE49-F238E27FC236}">
                      <a16:creationId xmlns:a16="http://schemas.microsoft.com/office/drawing/2014/main" id="{8771ED70-3955-4DB7-A535-F83C7CE1F7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249" name="Group 9">
                <a:extLst>
                  <a:ext uri="{FF2B5EF4-FFF2-40B4-BE49-F238E27FC236}">
                    <a16:creationId xmlns:a16="http://schemas.microsoft.com/office/drawing/2014/main" id="{50C665D3-A025-4B6B-942D-353D2E52B2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287" name="Arc 7">
                  <a:extLst>
                    <a:ext uri="{FF2B5EF4-FFF2-40B4-BE49-F238E27FC236}">
                      <a16:creationId xmlns:a16="http://schemas.microsoft.com/office/drawing/2014/main" id="{7163ED78-FA7D-40AF-9CFA-108A6C5845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88" name="Arc 8">
                  <a:extLst>
                    <a:ext uri="{FF2B5EF4-FFF2-40B4-BE49-F238E27FC236}">
                      <a16:creationId xmlns:a16="http://schemas.microsoft.com/office/drawing/2014/main" id="{4569DED0-683D-4387-B35D-CD3D226A9D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250" name="Line 12">
                <a:extLst>
                  <a:ext uri="{FF2B5EF4-FFF2-40B4-BE49-F238E27FC236}">
                    <a16:creationId xmlns:a16="http://schemas.microsoft.com/office/drawing/2014/main" id="{D90E8E6B-8B33-4600-A6D7-F029CA34EC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251" name="Group 56">
                <a:extLst>
                  <a:ext uri="{FF2B5EF4-FFF2-40B4-BE49-F238E27FC236}">
                    <a16:creationId xmlns:a16="http://schemas.microsoft.com/office/drawing/2014/main" id="{C0B828E6-B2C6-4BEA-940D-C26BFBDD9A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283" name="Line 15">
                  <a:extLst>
                    <a:ext uri="{FF2B5EF4-FFF2-40B4-BE49-F238E27FC236}">
                      <a16:creationId xmlns:a16="http://schemas.microsoft.com/office/drawing/2014/main" id="{A9C629FF-4570-4B5D-9264-ABDF758B3C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4" name="Line 16">
                  <a:extLst>
                    <a:ext uri="{FF2B5EF4-FFF2-40B4-BE49-F238E27FC236}">
                      <a16:creationId xmlns:a16="http://schemas.microsoft.com/office/drawing/2014/main" id="{84934AFD-AEAA-4C1A-BCB9-BFC7468448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5" name="Line 17">
                  <a:extLst>
                    <a:ext uri="{FF2B5EF4-FFF2-40B4-BE49-F238E27FC236}">
                      <a16:creationId xmlns:a16="http://schemas.microsoft.com/office/drawing/2014/main" id="{769A96FD-BEC6-47B4-83AD-4A3487513E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6" name="Line 18">
                  <a:extLst>
                    <a:ext uri="{FF2B5EF4-FFF2-40B4-BE49-F238E27FC236}">
                      <a16:creationId xmlns:a16="http://schemas.microsoft.com/office/drawing/2014/main" id="{3034E885-73AD-4077-B750-804DB130CF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52" name="Line 43">
                <a:extLst>
                  <a:ext uri="{FF2B5EF4-FFF2-40B4-BE49-F238E27FC236}">
                    <a16:creationId xmlns:a16="http://schemas.microsoft.com/office/drawing/2014/main" id="{205283A6-1686-4549-AC0A-109B4DEEBD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3" name="Line 44">
                <a:extLst>
                  <a:ext uri="{FF2B5EF4-FFF2-40B4-BE49-F238E27FC236}">
                    <a16:creationId xmlns:a16="http://schemas.microsoft.com/office/drawing/2014/main" id="{8ADFA139-ADAC-4C66-BAED-310A00A792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4" name="Line 45">
                <a:extLst>
                  <a:ext uri="{FF2B5EF4-FFF2-40B4-BE49-F238E27FC236}">
                    <a16:creationId xmlns:a16="http://schemas.microsoft.com/office/drawing/2014/main" id="{746D7D77-6C05-4A88-B068-09EA443292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5" name="Line 46">
                <a:extLst>
                  <a:ext uri="{FF2B5EF4-FFF2-40B4-BE49-F238E27FC236}">
                    <a16:creationId xmlns:a16="http://schemas.microsoft.com/office/drawing/2014/main" id="{CDFF99AD-D589-4DF1-BA4C-C5C802F0AC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6" name="Line 47">
                <a:extLst>
                  <a:ext uri="{FF2B5EF4-FFF2-40B4-BE49-F238E27FC236}">
                    <a16:creationId xmlns:a16="http://schemas.microsoft.com/office/drawing/2014/main" id="{842E9B58-EEA6-4529-8258-B4085F839A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7" name="Line 48">
                <a:extLst>
                  <a:ext uri="{FF2B5EF4-FFF2-40B4-BE49-F238E27FC236}">
                    <a16:creationId xmlns:a16="http://schemas.microsoft.com/office/drawing/2014/main" id="{EE76CFDB-DB9C-408E-ABBE-CABBDCF33D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8" name="Line 50">
                <a:extLst>
                  <a:ext uri="{FF2B5EF4-FFF2-40B4-BE49-F238E27FC236}">
                    <a16:creationId xmlns:a16="http://schemas.microsoft.com/office/drawing/2014/main" id="{B85F9648-2DD6-4482-B120-3FD8921456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9" name="Line 51">
                <a:extLst>
                  <a:ext uri="{FF2B5EF4-FFF2-40B4-BE49-F238E27FC236}">
                    <a16:creationId xmlns:a16="http://schemas.microsoft.com/office/drawing/2014/main" id="{7ECB4C57-5EFE-439C-B5B5-DFAC96626E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60" name="Line 52">
                <a:extLst>
                  <a:ext uri="{FF2B5EF4-FFF2-40B4-BE49-F238E27FC236}">
                    <a16:creationId xmlns:a16="http://schemas.microsoft.com/office/drawing/2014/main" id="{7B0E335D-FEBD-4198-9592-4BFA2A4A36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61" name="AutoShape 53" descr="Wide downward diagonal">
                <a:extLst>
                  <a:ext uri="{FF2B5EF4-FFF2-40B4-BE49-F238E27FC236}">
                    <a16:creationId xmlns:a16="http://schemas.microsoft.com/office/drawing/2014/main" id="{05772447-C81C-4E2B-A10C-0B1C4E83E7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62" name="AutoShape 54" descr="Wide downward diagonal">
                <a:extLst>
                  <a:ext uri="{FF2B5EF4-FFF2-40B4-BE49-F238E27FC236}">
                    <a16:creationId xmlns:a16="http://schemas.microsoft.com/office/drawing/2014/main" id="{75CBCBA9-1658-44E0-97C9-85889D8B8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263" name="Group 57">
                <a:extLst>
                  <a:ext uri="{FF2B5EF4-FFF2-40B4-BE49-F238E27FC236}">
                    <a16:creationId xmlns:a16="http://schemas.microsoft.com/office/drawing/2014/main" id="{99147D71-70BE-4F1F-9E46-8FA8117E91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279" name="Line 58">
                  <a:extLst>
                    <a:ext uri="{FF2B5EF4-FFF2-40B4-BE49-F238E27FC236}">
                      <a16:creationId xmlns:a16="http://schemas.microsoft.com/office/drawing/2014/main" id="{1D12DE11-DD7C-4488-8CCC-05952B39A3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0" name="Line 59">
                  <a:extLst>
                    <a:ext uri="{FF2B5EF4-FFF2-40B4-BE49-F238E27FC236}">
                      <a16:creationId xmlns:a16="http://schemas.microsoft.com/office/drawing/2014/main" id="{4086ECE9-AC95-42AF-A6E7-6DEF29F06F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1" name="Line 60">
                  <a:extLst>
                    <a:ext uri="{FF2B5EF4-FFF2-40B4-BE49-F238E27FC236}">
                      <a16:creationId xmlns:a16="http://schemas.microsoft.com/office/drawing/2014/main" id="{C8F7EF07-8A8D-45E9-AC0B-9CC93FC133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82" name="Line 61">
                  <a:extLst>
                    <a:ext uri="{FF2B5EF4-FFF2-40B4-BE49-F238E27FC236}">
                      <a16:creationId xmlns:a16="http://schemas.microsoft.com/office/drawing/2014/main" id="{02A74B49-DB64-4C97-9B61-3FECD37C88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64" name="Group 62">
                <a:extLst>
                  <a:ext uri="{FF2B5EF4-FFF2-40B4-BE49-F238E27FC236}">
                    <a16:creationId xmlns:a16="http://schemas.microsoft.com/office/drawing/2014/main" id="{CF6F4081-E092-4BD6-A039-FB54F083F9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275" name="Line 63">
                  <a:extLst>
                    <a:ext uri="{FF2B5EF4-FFF2-40B4-BE49-F238E27FC236}">
                      <a16:creationId xmlns:a16="http://schemas.microsoft.com/office/drawing/2014/main" id="{063814C6-0AFF-4EDD-9723-476402FB95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6" name="Line 64">
                  <a:extLst>
                    <a:ext uri="{FF2B5EF4-FFF2-40B4-BE49-F238E27FC236}">
                      <a16:creationId xmlns:a16="http://schemas.microsoft.com/office/drawing/2014/main" id="{352D276C-D692-4FFA-8C99-2A2FB9867F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7" name="Line 65">
                  <a:extLst>
                    <a:ext uri="{FF2B5EF4-FFF2-40B4-BE49-F238E27FC236}">
                      <a16:creationId xmlns:a16="http://schemas.microsoft.com/office/drawing/2014/main" id="{D22AFB58-551A-4CDF-BA63-C930BA37DC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8" name="Line 66">
                  <a:extLst>
                    <a:ext uri="{FF2B5EF4-FFF2-40B4-BE49-F238E27FC236}">
                      <a16:creationId xmlns:a16="http://schemas.microsoft.com/office/drawing/2014/main" id="{FC8C95B1-B8CE-48A6-804F-3D422561E9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65" name="Group 67">
                <a:extLst>
                  <a:ext uri="{FF2B5EF4-FFF2-40B4-BE49-F238E27FC236}">
                    <a16:creationId xmlns:a16="http://schemas.microsoft.com/office/drawing/2014/main" id="{449E584F-9BC2-4681-89BD-4AA492DF40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71" name="Line 68">
                  <a:extLst>
                    <a:ext uri="{FF2B5EF4-FFF2-40B4-BE49-F238E27FC236}">
                      <a16:creationId xmlns:a16="http://schemas.microsoft.com/office/drawing/2014/main" id="{BE35557B-4CA6-4B8D-8400-DCB0F5422A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2" name="Line 69">
                  <a:extLst>
                    <a:ext uri="{FF2B5EF4-FFF2-40B4-BE49-F238E27FC236}">
                      <a16:creationId xmlns:a16="http://schemas.microsoft.com/office/drawing/2014/main" id="{F91B726B-0AE1-467A-B74D-2135302881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3" name="Line 70">
                  <a:extLst>
                    <a:ext uri="{FF2B5EF4-FFF2-40B4-BE49-F238E27FC236}">
                      <a16:creationId xmlns:a16="http://schemas.microsoft.com/office/drawing/2014/main" id="{E77FA6EE-2AB0-4E9F-A355-4391501D42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4" name="Line 71">
                  <a:extLst>
                    <a:ext uri="{FF2B5EF4-FFF2-40B4-BE49-F238E27FC236}">
                      <a16:creationId xmlns:a16="http://schemas.microsoft.com/office/drawing/2014/main" id="{A9CE81FE-BC84-43D3-94A6-A383354A15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66" name="Group 72">
                <a:extLst>
                  <a:ext uri="{FF2B5EF4-FFF2-40B4-BE49-F238E27FC236}">
                    <a16:creationId xmlns:a16="http://schemas.microsoft.com/office/drawing/2014/main" id="{00B15116-BD36-4041-BFE5-C7C8B1DCA7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67" name="Line 73">
                  <a:extLst>
                    <a:ext uri="{FF2B5EF4-FFF2-40B4-BE49-F238E27FC236}">
                      <a16:creationId xmlns:a16="http://schemas.microsoft.com/office/drawing/2014/main" id="{BEA91A65-5186-42C9-BD82-AC33F481F4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8" name="Line 74">
                  <a:extLst>
                    <a:ext uri="{FF2B5EF4-FFF2-40B4-BE49-F238E27FC236}">
                      <a16:creationId xmlns:a16="http://schemas.microsoft.com/office/drawing/2014/main" id="{9ABAD9BD-7801-47F8-BB18-085C16828C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9" name="Line 75">
                  <a:extLst>
                    <a:ext uri="{FF2B5EF4-FFF2-40B4-BE49-F238E27FC236}">
                      <a16:creationId xmlns:a16="http://schemas.microsoft.com/office/drawing/2014/main" id="{6214C116-4A46-4E8F-9403-B22DA2CF14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70" name="Line 76">
                  <a:extLst>
                    <a:ext uri="{FF2B5EF4-FFF2-40B4-BE49-F238E27FC236}">
                      <a16:creationId xmlns:a16="http://schemas.microsoft.com/office/drawing/2014/main" id="{11D25E0A-A0E2-431E-B84D-B55C3A9272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92" name="Group 77">
              <a:extLst>
                <a:ext uri="{FF2B5EF4-FFF2-40B4-BE49-F238E27FC236}">
                  <a16:creationId xmlns:a16="http://schemas.microsoft.com/office/drawing/2014/main" id="{8F9CC465-135A-4F70-A0EF-707AA8905BA9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915887" y="3831049"/>
              <a:ext cx="1885950" cy="228600"/>
              <a:chOff x="1872" y="2160"/>
              <a:chExt cx="3456" cy="528"/>
            </a:xfrm>
          </p:grpSpPr>
          <p:grpSp>
            <p:nvGrpSpPr>
              <p:cNvPr id="205" name="Group 10">
                <a:extLst>
                  <a:ext uri="{FF2B5EF4-FFF2-40B4-BE49-F238E27FC236}">
                    <a16:creationId xmlns:a16="http://schemas.microsoft.com/office/drawing/2014/main" id="{58312DA3-A0A5-41EC-832E-2570914850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246" name="Arc 5">
                  <a:extLst>
                    <a:ext uri="{FF2B5EF4-FFF2-40B4-BE49-F238E27FC236}">
                      <a16:creationId xmlns:a16="http://schemas.microsoft.com/office/drawing/2014/main" id="{697998C3-599B-48CD-A7E8-D724E69309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47" name="Arc 6">
                  <a:extLst>
                    <a:ext uri="{FF2B5EF4-FFF2-40B4-BE49-F238E27FC236}">
                      <a16:creationId xmlns:a16="http://schemas.microsoft.com/office/drawing/2014/main" id="{5CB3D5A1-3C78-4783-BDC0-F11C6FB0E0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206" name="Group 9">
                <a:extLst>
                  <a:ext uri="{FF2B5EF4-FFF2-40B4-BE49-F238E27FC236}">
                    <a16:creationId xmlns:a16="http://schemas.microsoft.com/office/drawing/2014/main" id="{F8B1F5B5-4107-43B1-AC67-63AD038AC6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244" name="Arc 7">
                  <a:extLst>
                    <a:ext uri="{FF2B5EF4-FFF2-40B4-BE49-F238E27FC236}">
                      <a16:creationId xmlns:a16="http://schemas.microsoft.com/office/drawing/2014/main" id="{66A281FF-FEE6-4C0A-95D2-3EDA371FAE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45" name="Arc 8">
                  <a:extLst>
                    <a:ext uri="{FF2B5EF4-FFF2-40B4-BE49-F238E27FC236}">
                      <a16:creationId xmlns:a16="http://schemas.microsoft.com/office/drawing/2014/main" id="{069DBD19-14A2-4E3F-BA1F-362D476D7D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207" name="Line 12">
                <a:extLst>
                  <a:ext uri="{FF2B5EF4-FFF2-40B4-BE49-F238E27FC236}">
                    <a16:creationId xmlns:a16="http://schemas.microsoft.com/office/drawing/2014/main" id="{3EA80D41-FCEF-4CA9-94C2-85B75FDDAD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208" name="Group 56">
                <a:extLst>
                  <a:ext uri="{FF2B5EF4-FFF2-40B4-BE49-F238E27FC236}">
                    <a16:creationId xmlns:a16="http://schemas.microsoft.com/office/drawing/2014/main" id="{08EACCFA-9C68-4FD4-B880-611912C6BC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240" name="Line 15">
                  <a:extLst>
                    <a:ext uri="{FF2B5EF4-FFF2-40B4-BE49-F238E27FC236}">
                      <a16:creationId xmlns:a16="http://schemas.microsoft.com/office/drawing/2014/main" id="{8B1F3F1D-4A9C-47AD-8D30-4C56EB3BD7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1" name="Line 16">
                  <a:extLst>
                    <a:ext uri="{FF2B5EF4-FFF2-40B4-BE49-F238E27FC236}">
                      <a16:creationId xmlns:a16="http://schemas.microsoft.com/office/drawing/2014/main" id="{3B19C249-2672-48C5-B09A-DB4C138176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2" name="Line 17">
                  <a:extLst>
                    <a:ext uri="{FF2B5EF4-FFF2-40B4-BE49-F238E27FC236}">
                      <a16:creationId xmlns:a16="http://schemas.microsoft.com/office/drawing/2014/main" id="{39FF8350-EE58-4C40-AFBA-685577AB9A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43" name="Line 18">
                  <a:extLst>
                    <a:ext uri="{FF2B5EF4-FFF2-40B4-BE49-F238E27FC236}">
                      <a16:creationId xmlns:a16="http://schemas.microsoft.com/office/drawing/2014/main" id="{2A95279F-7F7A-4222-B5A1-3B49C07334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09" name="Line 43">
                <a:extLst>
                  <a:ext uri="{FF2B5EF4-FFF2-40B4-BE49-F238E27FC236}">
                    <a16:creationId xmlns:a16="http://schemas.microsoft.com/office/drawing/2014/main" id="{830A8D38-37B9-465C-8BFB-D655F275A1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0" name="Line 44">
                <a:extLst>
                  <a:ext uri="{FF2B5EF4-FFF2-40B4-BE49-F238E27FC236}">
                    <a16:creationId xmlns:a16="http://schemas.microsoft.com/office/drawing/2014/main" id="{A8557C60-3EB7-468A-B1AE-A05BFA6B8B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1" name="Line 45">
                <a:extLst>
                  <a:ext uri="{FF2B5EF4-FFF2-40B4-BE49-F238E27FC236}">
                    <a16:creationId xmlns:a16="http://schemas.microsoft.com/office/drawing/2014/main" id="{C989EA2D-46DB-41A9-9F46-649AC8A8E0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2" name="Line 46">
                <a:extLst>
                  <a:ext uri="{FF2B5EF4-FFF2-40B4-BE49-F238E27FC236}">
                    <a16:creationId xmlns:a16="http://schemas.microsoft.com/office/drawing/2014/main" id="{6D2E369B-6954-4FDF-9A76-C50B817D98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3" name="Line 47">
                <a:extLst>
                  <a:ext uri="{FF2B5EF4-FFF2-40B4-BE49-F238E27FC236}">
                    <a16:creationId xmlns:a16="http://schemas.microsoft.com/office/drawing/2014/main" id="{52DCF834-25E9-4F6B-9084-C00F65E156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4" name="Line 48">
                <a:extLst>
                  <a:ext uri="{FF2B5EF4-FFF2-40B4-BE49-F238E27FC236}">
                    <a16:creationId xmlns:a16="http://schemas.microsoft.com/office/drawing/2014/main" id="{F896A925-1D1F-4BF2-BA01-78E54B01B8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5" name="Line 50">
                <a:extLst>
                  <a:ext uri="{FF2B5EF4-FFF2-40B4-BE49-F238E27FC236}">
                    <a16:creationId xmlns:a16="http://schemas.microsoft.com/office/drawing/2014/main" id="{7956287E-0230-4746-BB8E-4EB39E046C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6" name="Line 51">
                <a:extLst>
                  <a:ext uri="{FF2B5EF4-FFF2-40B4-BE49-F238E27FC236}">
                    <a16:creationId xmlns:a16="http://schemas.microsoft.com/office/drawing/2014/main" id="{E748D4D1-8005-4BE3-B72B-C629924BC0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7" name="Line 52">
                <a:extLst>
                  <a:ext uri="{FF2B5EF4-FFF2-40B4-BE49-F238E27FC236}">
                    <a16:creationId xmlns:a16="http://schemas.microsoft.com/office/drawing/2014/main" id="{C7843E4A-E089-4F29-A49B-44C47EB8FC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8" name="AutoShape 53" descr="Wide downward diagonal">
                <a:extLst>
                  <a:ext uri="{FF2B5EF4-FFF2-40B4-BE49-F238E27FC236}">
                    <a16:creationId xmlns:a16="http://schemas.microsoft.com/office/drawing/2014/main" id="{D441DDFE-BB06-4B7C-86E4-913DFFE588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19" name="AutoShape 54" descr="Wide downward diagonal">
                <a:extLst>
                  <a:ext uri="{FF2B5EF4-FFF2-40B4-BE49-F238E27FC236}">
                    <a16:creationId xmlns:a16="http://schemas.microsoft.com/office/drawing/2014/main" id="{A1F764E2-2637-4709-AB09-1F515FD357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220" name="Group 57">
                <a:extLst>
                  <a:ext uri="{FF2B5EF4-FFF2-40B4-BE49-F238E27FC236}">
                    <a16:creationId xmlns:a16="http://schemas.microsoft.com/office/drawing/2014/main" id="{D2175B25-09DE-4CA3-AA25-71C435CF8D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236" name="Line 58">
                  <a:extLst>
                    <a:ext uri="{FF2B5EF4-FFF2-40B4-BE49-F238E27FC236}">
                      <a16:creationId xmlns:a16="http://schemas.microsoft.com/office/drawing/2014/main" id="{8C29AA9E-C7C4-480A-A72C-D7ECA6A11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7" name="Line 59">
                  <a:extLst>
                    <a:ext uri="{FF2B5EF4-FFF2-40B4-BE49-F238E27FC236}">
                      <a16:creationId xmlns:a16="http://schemas.microsoft.com/office/drawing/2014/main" id="{B060615C-2F7D-4CF4-A6DF-09F6F0D981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8" name="Line 60">
                  <a:extLst>
                    <a:ext uri="{FF2B5EF4-FFF2-40B4-BE49-F238E27FC236}">
                      <a16:creationId xmlns:a16="http://schemas.microsoft.com/office/drawing/2014/main" id="{8906D332-8B9C-45A9-939B-1E5A49ADD8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9" name="Line 61">
                  <a:extLst>
                    <a:ext uri="{FF2B5EF4-FFF2-40B4-BE49-F238E27FC236}">
                      <a16:creationId xmlns:a16="http://schemas.microsoft.com/office/drawing/2014/main" id="{8B00F5CE-3295-451F-A2C8-771EB252B9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1" name="Group 62">
                <a:extLst>
                  <a:ext uri="{FF2B5EF4-FFF2-40B4-BE49-F238E27FC236}">
                    <a16:creationId xmlns:a16="http://schemas.microsoft.com/office/drawing/2014/main" id="{C77A32F1-4C4A-4C57-8603-A5232A0E5C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232" name="Line 63">
                  <a:extLst>
                    <a:ext uri="{FF2B5EF4-FFF2-40B4-BE49-F238E27FC236}">
                      <a16:creationId xmlns:a16="http://schemas.microsoft.com/office/drawing/2014/main" id="{832AB706-F2E2-40B6-A3DD-4F71F0FB73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3" name="Line 64">
                  <a:extLst>
                    <a:ext uri="{FF2B5EF4-FFF2-40B4-BE49-F238E27FC236}">
                      <a16:creationId xmlns:a16="http://schemas.microsoft.com/office/drawing/2014/main" id="{E63A2BE5-A899-4D0D-AE50-E8C9A4F94B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4" name="Line 65">
                  <a:extLst>
                    <a:ext uri="{FF2B5EF4-FFF2-40B4-BE49-F238E27FC236}">
                      <a16:creationId xmlns:a16="http://schemas.microsoft.com/office/drawing/2014/main" id="{616D93B9-3BBA-4A87-9E58-D228297737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5" name="Line 66">
                  <a:extLst>
                    <a:ext uri="{FF2B5EF4-FFF2-40B4-BE49-F238E27FC236}">
                      <a16:creationId xmlns:a16="http://schemas.microsoft.com/office/drawing/2014/main" id="{24AF8672-B8F5-4C08-A364-E13F3A0736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2" name="Group 67">
                <a:extLst>
                  <a:ext uri="{FF2B5EF4-FFF2-40B4-BE49-F238E27FC236}">
                    <a16:creationId xmlns:a16="http://schemas.microsoft.com/office/drawing/2014/main" id="{9AF1C9EB-B3EA-48D6-AAD7-78CDEAE674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228" name="Line 68">
                  <a:extLst>
                    <a:ext uri="{FF2B5EF4-FFF2-40B4-BE49-F238E27FC236}">
                      <a16:creationId xmlns:a16="http://schemas.microsoft.com/office/drawing/2014/main" id="{1A3D7CED-A72F-4B53-A4F7-3DFEC75A8B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29" name="Line 69">
                  <a:extLst>
                    <a:ext uri="{FF2B5EF4-FFF2-40B4-BE49-F238E27FC236}">
                      <a16:creationId xmlns:a16="http://schemas.microsoft.com/office/drawing/2014/main" id="{99AA4CA2-D78C-4861-A230-9CBD6CDF64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0" name="Line 70">
                  <a:extLst>
                    <a:ext uri="{FF2B5EF4-FFF2-40B4-BE49-F238E27FC236}">
                      <a16:creationId xmlns:a16="http://schemas.microsoft.com/office/drawing/2014/main" id="{0D2BA1D3-E6F1-45B4-8BFA-F02C4236C8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1" name="Line 71">
                  <a:extLst>
                    <a:ext uri="{FF2B5EF4-FFF2-40B4-BE49-F238E27FC236}">
                      <a16:creationId xmlns:a16="http://schemas.microsoft.com/office/drawing/2014/main" id="{1F9FDC31-9BC3-4D42-BE5C-217B7ADC63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223" name="Group 72">
                <a:extLst>
                  <a:ext uri="{FF2B5EF4-FFF2-40B4-BE49-F238E27FC236}">
                    <a16:creationId xmlns:a16="http://schemas.microsoft.com/office/drawing/2014/main" id="{764661C4-13A1-4011-9E17-D158FB514D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224" name="Line 73">
                  <a:extLst>
                    <a:ext uri="{FF2B5EF4-FFF2-40B4-BE49-F238E27FC236}">
                      <a16:creationId xmlns:a16="http://schemas.microsoft.com/office/drawing/2014/main" id="{1876B95B-B90A-486E-B022-3A136A3DDE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25" name="Line 74">
                  <a:extLst>
                    <a:ext uri="{FF2B5EF4-FFF2-40B4-BE49-F238E27FC236}">
                      <a16:creationId xmlns:a16="http://schemas.microsoft.com/office/drawing/2014/main" id="{0C0F4BFB-8285-4B4F-A4E5-7A92F858FD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26" name="Line 75">
                  <a:extLst>
                    <a:ext uri="{FF2B5EF4-FFF2-40B4-BE49-F238E27FC236}">
                      <a16:creationId xmlns:a16="http://schemas.microsoft.com/office/drawing/2014/main" id="{929B0DB4-83CD-446F-AD05-954E29A710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27" name="Line 76">
                  <a:extLst>
                    <a:ext uri="{FF2B5EF4-FFF2-40B4-BE49-F238E27FC236}">
                      <a16:creationId xmlns:a16="http://schemas.microsoft.com/office/drawing/2014/main" id="{EE4A2ED6-EEAA-46EF-A90D-455325370B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193" name="Grupo 192">
              <a:extLst>
                <a:ext uri="{FF2B5EF4-FFF2-40B4-BE49-F238E27FC236}">
                  <a16:creationId xmlns:a16="http://schemas.microsoft.com/office/drawing/2014/main" id="{9704BB55-8766-43B1-8798-99BE257A9C2D}"/>
                </a:ext>
              </a:extLst>
            </p:cNvPr>
            <p:cNvGrpSpPr/>
            <p:nvPr/>
          </p:nvGrpSpPr>
          <p:grpSpPr>
            <a:xfrm rot="10800000">
              <a:off x="3786232" y="3831049"/>
              <a:ext cx="231924" cy="228600"/>
              <a:chOff x="5643563" y="1257300"/>
              <a:chExt cx="231924" cy="228600"/>
            </a:xfrm>
          </p:grpSpPr>
          <p:sp>
            <p:nvSpPr>
              <p:cNvPr id="194" name="Line 43">
                <a:extLst>
                  <a:ext uri="{FF2B5EF4-FFF2-40B4-BE49-F238E27FC236}">
                    <a16:creationId xmlns:a16="http://schemas.microsoft.com/office/drawing/2014/main" id="{DDD28CE9-A90D-4AA3-9995-EED695A990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21462" y="1279381"/>
                <a:ext cx="0" cy="184439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5" name="Line 44">
                <a:extLst>
                  <a:ext uri="{FF2B5EF4-FFF2-40B4-BE49-F238E27FC236}">
                    <a16:creationId xmlns:a16="http://schemas.microsoft.com/office/drawing/2014/main" id="{06757953-DE5C-4D08-8623-0CB5759852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74531" y="1278082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6" name="Line 45">
                <a:extLst>
                  <a:ext uri="{FF2B5EF4-FFF2-40B4-BE49-F238E27FC236}">
                    <a16:creationId xmlns:a16="http://schemas.microsoft.com/office/drawing/2014/main" id="{984512DC-D2E6-41CF-827E-7BDEDFDA6A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8188" y="1373765"/>
                <a:ext cx="57299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7" name="Line 46">
                <a:extLst>
                  <a:ext uri="{FF2B5EF4-FFF2-40B4-BE49-F238E27FC236}">
                    <a16:creationId xmlns:a16="http://schemas.microsoft.com/office/drawing/2014/main" id="{8AE304BF-AF6D-4C87-9137-FB65BD6DAF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6005" y="1280247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8" name="Line 47">
                <a:extLst>
                  <a:ext uri="{FF2B5EF4-FFF2-40B4-BE49-F238E27FC236}">
                    <a16:creationId xmlns:a16="http://schemas.microsoft.com/office/drawing/2014/main" id="{635ABFE2-44DC-4BB0-87ED-42DA7B11CC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6346" y="1373332"/>
                <a:ext cx="57845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9" name="Line 48">
                <a:extLst>
                  <a:ext uri="{FF2B5EF4-FFF2-40B4-BE49-F238E27FC236}">
                    <a16:creationId xmlns:a16="http://schemas.microsoft.com/office/drawing/2014/main" id="{C134C227-64A2-4D7F-8F37-5FAB35C680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3563" y="137419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0" name="Line 50">
                <a:extLst>
                  <a:ext uri="{FF2B5EF4-FFF2-40B4-BE49-F238E27FC236}">
                    <a16:creationId xmlns:a16="http://schemas.microsoft.com/office/drawing/2014/main" id="{1B85AD68-5DF0-4AE9-B098-D77731A2A8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51202" y="135081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1" name="Line 51">
                <a:extLst>
                  <a:ext uri="{FF2B5EF4-FFF2-40B4-BE49-F238E27FC236}">
                    <a16:creationId xmlns:a16="http://schemas.microsoft.com/office/drawing/2014/main" id="{23E3EAC1-7561-428C-8E19-B5FDCBDEC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5077" y="1351251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2" name="Line 52">
                <a:extLst>
                  <a:ext uri="{FF2B5EF4-FFF2-40B4-BE49-F238E27FC236}">
                    <a16:creationId xmlns:a16="http://schemas.microsoft.com/office/drawing/2014/main" id="{24C0E206-11B3-419B-A942-74EDD43DB8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6168" y="1394980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3" name="AutoShape 53" descr="Wide downward diagonal">
                <a:extLst>
                  <a:ext uri="{FF2B5EF4-FFF2-40B4-BE49-F238E27FC236}">
                    <a16:creationId xmlns:a16="http://schemas.microsoft.com/office/drawing/2014/main" id="{781291A2-8283-42FD-BD51-884085CC88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430482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04" name="AutoShape 54" descr="Wide downward diagonal">
                <a:extLst>
                  <a:ext uri="{FF2B5EF4-FFF2-40B4-BE49-F238E27FC236}">
                    <a16:creationId xmlns:a16="http://schemas.microsoft.com/office/drawing/2014/main" id="{D8F5AC76-1492-43D5-B22F-C1262DC1A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257300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cxnSp>
        <p:nvCxnSpPr>
          <p:cNvPr id="334" name="Conector recto de flecha 333">
            <a:extLst>
              <a:ext uri="{FF2B5EF4-FFF2-40B4-BE49-F238E27FC236}">
                <a16:creationId xmlns:a16="http://schemas.microsoft.com/office/drawing/2014/main" id="{E8309155-71E3-48CB-A45B-A08086510BB2}"/>
              </a:ext>
            </a:extLst>
          </p:cNvPr>
          <p:cNvCxnSpPr>
            <a:cxnSpLocks/>
          </p:cNvCxnSpPr>
          <p:nvPr/>
        </p:nvCxnSpPr>
        <p:spPr>
          <a:xfrm flipV="1">
            <a:off x="3834957" y="2524544"/>
            <a:ext cx="32177" cy="284201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Conector recto de flecha 334">
            <a:extLst>
              <a:ext uri="{FF2B5EF4-FFF2-40B4-BE49-F238E27FC236}">
                <a16:creationId xmlns:a16="http://schemas.microsoft.com/office/drawing/2014/main" id="{27CF9874-0844-4F1E-82F7-898534D83DFE}"/>
              </a:ext>
            </a:extLst>
          </p:cNvPr>
          <p:cNvCxnSpPr>
            <a:cxnSpLocks/>
          </p:cNvCxnSpPr>
          <p:nvPr/>
        </p:nvCxnSpPr>
        <p:spPr>
          <a:xfrm>
            <a:off x="3838432" y="2894439"/>
            <a:ext cx="33946" cy="288515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ector recto 337">
            <a:extLst>
              <a:ext uri="{FF2B5EF4-FFF2-40B4-BE49-F238E27FC236}">
                <a16:creationId xmlns:a16="http://schemas.microsoft.com/office/drawing/2014/main" id="{52C84580-DAA0-44D9-BEBC-7609BF5BE820}"/>
              </a:ext>
            </a:extLst>
          </p:cNvPr>
          <p:cNvCxnSpPr>
            <a:cxnSpLocks/>
          </p:cNvCxnSpPr>
          <p:nvPr/>
        </p:nvCxnSpPr>
        <p:spPr>
          <a:xfrm>
            <a:off x="3794906" y="2310693"/>
            <a:ext cx="98094" cy="1153969"/>
          </a:xfrm>
          <a:prstGeom prst="line">
            <a:avLst/>
          </a:prstGeom>
          <a:ln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onector recto 340">
            <a:extLst>
              <a:ext uri="{FF2B5EF4-FFF2-40B4-BE49-F238E27FC236}">
                <a16:creationId xmlns:a16="http://schemas.microsoft.com/office/drawing/2014/main" id="{F8A6ADD3-7E0F-4486-9FA5-E14A33991796}"/>
              </a:ext>
            </a:extLst>
          </p:cNvPr>
          <p:cNvCxnSpPr>
            <a:cxnSpLocks/>
          </p:cNvCxnSpPr>
          <p:nvPr/>
        </p:nvCxnSpPr>
        <p:spPr>
          <a:xfrm flipV="1">
            <a:off x="1915886" y="3561960"/>
            <a:ext cx="0" cy="589423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Conector recto 344">
            <a:extLst>
              <a:ext uri="{FF2B5EF4-FFF2-40B4-BE49-F238E27FC236}">
                <a16:creationId xmlns:a16="http://schemas.microsoft.com/office/drawing/2014/main" id="{7230E42F-7021-4466-9C43-4CAE1F275848}"/>
              </a:ext>
            </a:extLst>
          </p:cNvPr>
          <p:cNvCxnSpPr>
            <a:cxnSpLocks/>
          </p:cNvCxnSpPr>
          <p:nvPr/>
        </p:nvCxnSpPr>
        <p:spPr>
          <a:xfrm flipV="1">
            <a:off x="7538070" y="3561960"/>
            <a:ext cx="0" cy="589423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4B17F4FA-7546-4916-823E-FD568CF978F4}"/>
              </a:ext>
            </a:extLst>
          </p:cNvPr>
          <p:cNvCxnSpPr>
            <a:cxnSpLocks/>
          </p:cNvCxnSpPr>
          <p:nvPr/>
        </p:nvCxnSpPr>
        <p:spPr>
          <a:xfrm>
            <a:off x="1691680" y="3561960"/>
            <a:ext cx="60486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Conector recto 350">
            <a:extLst>
              <a:ext uri="{FF2B5EF4-FFF2-40B4-BE49-F238E27FC236}">
                <a16:creationId xmlns:a16="http://schemas.microsoft.com/office/drawing/2014/main" id="{3D9B13C5-6FC0-47DC-9EBA-795EF2EB0A43}"/>
              </a:ext>
            </a:extLst>
          </p:cNvPr>
          <p:cNvCxnSpPr>
            <a:cxnSpLocks/>
          </p:cNvCxnSpPr>
          <p:nvPr/>
        </p:nvCxnSpPr>
        <p:spPr>
          <a:xfrm flipV="1">
            <a:off x="5651799" y="3723878"/>
            <a:ext cx="0" cy="40938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C0D35398-F956-4B8F-B37C-5F47D101CD55}"/>
              </a:ext>
            </a:extLst>
          </p:cNvPr>
          <p:cNvSpPr txBox="1"/>
          <p:nvPr/>
        </p:nvSpPr>
        <p:spPr>
          <a:xfrm>
            <a:off x="1525659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34RPM</a:t>
            </a:r>
          </a:p>
        </p:txBody>
      </p:sp>
      <p:sp>
        <p:nvSpPr>
          <p:cNvPr id="352" name="CuadroTexto 351">
            <a:extLst>
              <a:ext uri="{FF2B5EF4-FFF2-40B4-BE49-F238E27FC236}">
                <a16:creationId xmlns:a16="http://schemas.microsoft.com/office/drawing/2014/main" id="{0E658F3A-5D13-4924-AE6B-FCAFD8F9A59B}"/>
              </a:ext>
            </a:extLst>
          </p:cNvPr>
          <p:cNvSpPr txBox="1"/>
          <p:nvPr/>
        </p:nvSpPr>
        <p:spPr>
          <a:xfrm>
            <a:off x="3296939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44RPM</a:t>
            </a:r>
          </a:p>
        </p:txBody>
      </p:sp>
      <p:sp>
        <p:nvSpPr>
          <p:cNvPr id="353" name="CuadroTexto 352">
            <a:extLst>
              <a:ext uri="{FF2B5EF4-FFF2-40B4-BE49-F238E27FC236}">
                <a16:creationId xmlns:a16="http://schemas.microsoft.com/office/drawing/2014/main" id="{35339FA0-EDD0-419C-AEF2-E7B5D666CC45}"/>
              </a:ext>
            </a:extLst>
          </p:cNvPr>
          <p:cNvSpPr txBox="1"/>
          <p:nvPr/>
        </p:nvSpPr>
        <p:spPr>
          <a:xfrm>
            <a:off x="5264764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68RPM</a:t>
            </a:r>
          </a:p>
        </p:txBody>
      </p:sp>
      <p:sp>
        <p:nvSpPr>
          <p:cNvPr id="354" name="CuadroTexto 353">
            <a:extLst>
              <a:ext uri="{FF2B5EF4-FFF2-40B4-BE49-F238E27FC236}">
                <a16:creationId xmlns:a16="http://schemas.microsoft.com/office/drawing/2014/main" id="{8507A6E5-ED35-4ADC-9706-A0BDC318E5CC}"/>
              </a:ext>
            </a:extLst>
          </p:cNvPr>
          <p:cNvSpPr txBox="1"/>
          <p:nvPr/>
        </p:nvSpPr>
        <p:spPr>
          <a:xfrm>
            <a:off x="7158408" y="486650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34RPM</a:t>
            </a:r>
          </a:p>
        </p:txBody>
      </p:sp>
      <p:cxnSp>
        <p:nvCxnSpPr>
          <p:cNvPr id="355" name="Conector recto 354">
            <a:extLst>
              <a:ext uri="{FF2B5EF4-FFF2-40B4-BE49-F238E27FC236}">
                <a16:creationId xmlns:a16="http://schemas.microsoft.com/office/drawing/2014/main" id="{FC0B6925-5886-4D0E-A156-0423C7A15708}"/>
              </a:ext>
            </a:extLst>
          </p:cNvPr>
          <p:cNvCxnSpPr>
            <a:cxnSpLocks/>
          </p:cNvCxnSpPr>
          <p:nvPr/>
        </p:nvCxnSpPr>
        <p:spPr>
          <a:xfrm flipV="1">
            <a:off x="1898199" y="2373426"/>
            <a:ext cx="0" cy="589423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Conector recto 355">
            <a:extLst>
              <a:ext uri="{FF2B5EF4-FFF2-40B4-BE49-F238E27FC236}">
                <a16:creationId xmlns:a16="http://schemas.microsoft.com/office/drawing/2014/main" id="{BFA4C867-D6F9-420D-93ED-DE4F6A46BE4E}"/>
              </a:ext>
            </a:extLst>
          </p:cNvPr>
          <p:cNvCxnSpPr>
            <a:cxnSpLocks/>
          </p:cNvCxnSpPr>
          <p:nvPr/>
        </p:nvCxnSpPr>
        <p:spPr>
          <a:xfrm flipV="1">
            <a:off x="5587127" y="2426907"/>
            <a:ext cx="0" cy="305369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Conector recto 356">
            <a:extLst>
              <a:ext uri="{FF2B5EF4-FFF2-40B4-BE49-F238E27FC236}">
                <a16:creationId xmlns:a16="http://schemas.microsoft.com/office/drawing/2014/main" id="{BB81F411-C701-4421-8BC7-0071457DDC05}"/>
              </a:ext>
            </a:extLst>
          </p:cNvPr>
          <p:cNvCxnSpPr>
            <a:cxnSpLocks/>
          </p:cNvCxnSpPr>
          <p:nvPr/>
        </p:nvCxnSpPr>
        <p:spPr>
          <a:xfrm flipH="1" flipV="1">
            <a:off x="7448533" y="2448284"/>
            <a:ext cx="11253" cy="146801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Conector recto 357">
            <a:extLst>
              <a:ext uri="{FF2B5EF4-FFF2-40B4-BE49-F238E27FC236}">
                <a16:creationId xmlns:a16="http://schemas.microsoft.com/office/drawing/2014/main" id="{9C536D5D-CBC0-449A-BC72-595B3C05FFA1}"/>
              </a:ext>
            </a:extLst>
          </p:cNvPr>
          <p:cNvCxnSpPr>
            <a:cxnSpLocks/>
          </p:cNvCxnSpPr>
          <p:nvPr/>
        </p:nvCxnSpPr>
        <p:spPr>
          <a:xfrm>
            <a:off x="1713233" y="2373426"/>
            <a:ext cx="6027119" cy="106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CuadroTexto 358">
            <a:extLst>
              <a:ext uri="{FF2B5EF4-FFF2-40B4-BE49-F238E27FC236}">
                <a16:creationId xmlns:a16="http://schemas.microsoft.com/office/drawing/2014/main" id="{BEF64CD6-92EA-4FB8-B7D9-E0F5A08A202F}"/>
              </a:ext>
            </a:extLst>
          </p:cNvPr>
          <p:cNvSpPr txBox="1"/>
          <p:nvPr/>
        </p:nvSpPr>
        <p:spPr>
          <a:xfrm>
            <a:off x="1022124" y="3728301"/>
            <a:ext cx="895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%T = 50%</a:t>
            </a:r>
          </a:p>
        </p:txBody>
      </p:sp>
      <p:sp>
        <p:nvSpPr>
          <p:cNvPr id="360" name="CuadroTexto 359">
            <a:extLst>
              <a:ext uri="{FF2B5EF4-FFF2-40B4-BE49-F238E27FC236}">
                <a16:creationId xmlns:a16="http://schemas.microsoft.com/office/drawing/2014/main" id="{B423BA9A-217E-40D6-B522-44B7CC57DF72}"/>
              </a:ext>
            </a:extLst>
          </p:cNvPr>
          <p:cNvSpPr txBox="1"/>
          <p:nvPr/>
        </p:nvSpPr>
        <p:spPr>
          <a:xfrm>
            <a:off x="7511760" y="3752440"/>
            <a:ext cx="895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%T = 50%</a:t>
            </a:r>
          </a:p>
        </p:txBody>
      </p:sp>
      <p:sp>
        <p:nvSpPr>
          <p:cNvPr id="361" name="CuadroTexto 360">
            <a:extLst>
              <a:ext uri="{FF2B5EF4-FFF2-40B4-BE49-F238E27FC236}">
                <a16:creationId xmlns:a16="http://schemas.microsoft.com/office/drawing/2014/main" id="{1F418B42-9CB8-4E89-92AF-152CB106AE2A}"/>
              </a:ext>
            </a:extLst>
          </p:cNvPr>
          <p:cNvSpPr txBox="1"/>
          <p:nvPr/>
        </p:nvSpPr>
        <p:spPr>
          <a:xfrm>
            <a:off x="991743" y="2530977"/>
            <a:ext cx="895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%T = 50%</a:t>
            </a:r>
          </a:p>
        </p:txBody>
      </p: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05D52FEE-64F5-4728-9724-3E1C5214A81C}"/>
              </a:ext>
            </a:extLst>
          </p:cNvPr>
          <p:cNvSpPr txBox="1"/>
          <p:nvPr/>
        </p:nvSpPr>
        <p:spPr>
          <a:xfrm>
            <a:off x="7560875" y="2436870"/>
            <a:ext cx="1058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66FF"/>
                </a:solidFill>
              </a:rPr>
              <a:t>Pulse </a:t>
            </a:r>
            <a:r>
              <a:rPr lang="en-US" sz="1400" dirty="0">
                <a:solidFill>
                  <a:srgbClr val="FF66FF"/>
                </a:solidFill>
                <a:sym typeface="Symbol" panose="05050102010706020507" pitchFamily="18" charset="2"/>
              </a:rPr>
              <a:t></a:t>
            </a:r>
            <a:r>
              <a:rPr lang="en-US" sz="1200" dirty="0">
                <a:solidFill>
                  <a:srgbClr val="FF66FF"/>
                </a:solidFill>
              </a:rPr>
              <a:t> 10%</a:t>
            </a:r>
          </a:p>
        </p:txBody>
      </p:sp>
      <p:cxnSp>
        <p:nvCxnSpPr>
          <p:cNvPr id="363" name="Conector recto 362">
            <a:extLst>
              <a:ext uri="{FF2B5EF4-FFF2-40B4-BE49-F238E27FC236}">
                <a16:creationId xmlns:a16="http://schemas.microsoft.com/office/drawing/2014/main" id="{1977439E-BAA9-46C0-99E8-4ADF1C23962D}"/>
              </a:ext>
            </a:extLst>
          </p:cNvPr>
          <p:cNvCxnSpPr>
            <a:cxnSpLocks/>
          </p:cNvCxnSpPr>
          <p:nvPr/>
        </p:nvCxnSpPr>
        <p:spPr>
          <a:xfrm flipH="1">
            <a:off x="4562453" y="3986250"/>
            <a:ext cx="1003104" cy="9961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CuadroTexto 363">
            <a:extLst>
              <a:ext uri="{FF2B5EF4-FFF2-40B4-BE49-F238E27FC236}">
                <a16:creationId xmlns:a16="http://schemas.microsoft.com/office/drawing/2014/main" id="{51813BE1-707C-487C-B025-235CA9D9EDD7}"/>
              </a:ext>
            </a:extLst>
          </p:cNvPr>
          <p:cNvSpPr txBox="1"/>
          <p:nvPr/>
        </p:nvSpPr>
        <p:spPr>
          <a:xfrm>
            <a:off x="4585660" y="3749984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66FF"/>
                </a:solidFill>
              </a:rPr>
              <a:t>Pulse Signal</a:t>
            </a:r>
          </a:p>
        </p:txBody>
      </p:sp>
      <p:grpSp>
        <p:nvGrpSpPr>
          <p:cNvPr id="365" name="Grupo 364">
            <a:extLst>
              <a:ext uri="{FF2B5EF4-FFF2-40B4-BE49-F238E27FC236}">
                <a16:creationId xmlns:a16="http://schemas.microsoft.com/office/drawing/2014/main" id="{48F7A772-E397-48A8-A71B-3B1714D569F2}"/>
              </a:ext>
            </a:extLst>
          </p:cNvPr>
          <p:cNvGrpSpPr/>
          <p:nvPr/>
        </p:nvGrpSpPr>
        <p:grpSpPr>
          <a:xfrm>
            <a:off x="1922283" y="1590223"/>
            <a:ext cx="5622183" cy="234047"/>
            <a:chOff x="1915887" y="3825602"/>
            <a:chExt cx="5622183" cy="234047"/>
          </a:xfrm>
        </p:grpSpPr>
        <p:grpSp>
          <p:nvGrpSpPr>
            <p:cNvPr id="366" name="Group 77">
              <a:extLst>
                <a:ext uri="{FF2B5EF4-FFF2-40B4-BE49-F238E27FC236}">
                  <a16:creationId xmlns:a16="http://schemas.microsoft.com/office/drawing/2014/main" id="{E10EB931-354A-4E4C-9B94-FEAD9BB157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2120" y="3825602"/>
              <a:ext cx="1885950" cy="228600"/>
              <a:chOff x="1872" y="2160"/>
              <a:chExt cx="3456" cy="528"/>
            </a:xfrm>
          </p:grpSpPr>
          <p:grpSp>
            <p:nvGrpSpPr>
              <p:cNvPr id="467" name="Group 10">
                <a:extLst>
                  <a:ext uri="{FF2B5EF4-FFF2-40B4-BE49-F238E27FC236}">
                    <a16:creationId xmlns:a16="http://schemas.microsoft.com/office/drawing/2014/main" id="{1EB1A4B0-1820-432A-929B-DE55316AC1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508" name="Arc 5">
                  <a:extLst>
                    <a:ext uri="{FF2B5EF4-FFF2-40B4-BE49-F238E27FC236}">
                      <a16:creationId xmlns:a16="http://schemas.microsoft.com/office/drawing/2014/main" id="{A2B088B3-C6E3-4A75-AE05-FA65081C70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509" name="Arc 6">
                  <a:extLst>
                    <a:ext uri="{FF2B5EF4-FFF2-40B4-BE49-F238E27FC236}">
                      <a16:creationId xmlns:a16="http://schemas.microsoft.com/office/drawing/2014/main" id="{151EC700-D9CD-4CE9-9BC5-49F3229D00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468" name="Group 9">
                <a:extLst>
                  <a:ext uri="{FF2B5EF4-FFF2-40B4-BE49-F238E27FC236}">
                    <a16:creationId xmlns:a16="http://schemas.microsoft.com/office/drawing/2014/main" id="{CB374074-9715-49A6-9CB2-1E08E8C565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506" name="Arc 7">
                  <a:extLst>
                    <a:ext uri="{FF2B5EF4-FFF2-40B4-BE49-F238E27FC236}">
                      <a16:creationId xmlns:a16="http://schemas.microsoft.com/office/drawing/2014/main" id="{03C6F91B-74B4-4FD0-B36B-383A30312B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507" name="Arc 8">
                  <a:extLst>
                    <a:ext uri="{FF2B5EF4-FFF2-40B4-BE49-F238E27FC236}">
                      <a16:creationId xmlns:a16="http://schemas.microsoft.com/office/drawing/2014/main" id="{ED3967AB-5703-4125-9C99-F69E820288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469" name="Line 12">
                <a:extLst>
                  <a:ext uri="{FF2B5EF4-FFF2-40B4-BE49-F238E27FC236}">
                    <a16:creationId xmlns:a16="http://schemas.microsoft.com/office/drawing/2014/main" id="{69B48700-8E10-48D6-9202-6BF14617B6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470" name="Group 56">
                <a:extLst>
                  <a:ext uri="{FF2B5EF4-FFF2-40B4-BE49-F238E27FC236}">
                    <a16:creationId xmlns:a16="http://schemas.microsoft.com/office/drawing/2014/main" id="{E0985A58-741B-4246-B002-2780FBCF76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502" name="Line 15">
                  <a:extLst>
                    <a:ext uri="{FF2B5EF4-FFF2-40B4-BE49-F238E27FC236}">
                      <a16:creationId xmlns:a16="http://schemas.microsoft.com/office/drawing/2014/main" id="{4CD1AC71-1664-4ED7-8BC6-9FD84A6895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03" name="Line 16">
                  <a:extLst>
                    <a:ext uri="{FF2B5EF4-FFF2-40B4-BE49-F238E27FC236}">
                      <a16:creationId xmlns:a16="http://schemas.microsoft.com/office/drawing/2014/main" id="{D2FDE82F-4861-4392-B77B-0BD8C13906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04" name="Line 17">
                  <a:extLst>
                    <a:ext uri="{FF2B5EF4-FFF2-40B4-BE49-F238E27FC236}">
                      <a16:creationId xmlns:a16="http://schemas.microsoft.com/office/drawing/2014/main" id="{7CB5758F-F029-4D91-BBD7-FFBD985376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05" name="Line 18">
                  <a:extLst>
                    <a:ext uri="{FF2B5EF4-FFF2-40B4-BE49-F238E27FC236}">
                      <a16:creationId xmlns:a16="http://schemas.microsoft.com/office/drawing/2014/main" id="{F98E542F-F275-4FB4-A83B-EFF868C418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471" name="Line 43">
                <a:extLst>
                  <a:ext uri="{FF2B5EF4-FFF2-40B4-BE49-F238E27FC236}">
                    <a16:creationId xmlns:a16="http://schemas.microsoft.com/office/drawing/2014/main" id="{023B3304-8E01-4926-B029-60E0D62782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2" name="Line 44">
                <a:extLst>
                  <a:ext uri="{FF2B5EF4-FFF2-40B4-BE49-F238E27FC236}">
                    <a16:creationId xmlns:a16="http://schemas.microsoft.com/office/drawing/2014/main" id="{D32E29E5-F16E-40CC-9FE7-947DEBB7FD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3" name="Line 45">
                <a:extLst>
                  <a:ext uri="{FF2B5EF4-FFF2-40B4-BE49-F238E27FC236}">
                    <a16:creationId xmlns:a16="http://schemas.microsoft.com/office/drawing/2014/main" id="{B228EB25-143A-4763-BDA8-A8FD1DA546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4" name="Line 46">
                <a:extLst>
                  <a:ext uri="{FF2B5EF4-FFF2-40B4-BE49-F238E27FC236}">
                    <a16:creationId xmlns:a16="http://schemas.microsoft.com/office/drawing/2014/main" id="{43B51ACC-23A7-499B-A0DB-A48122F071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5" name="Line 47">
                <a:extLst>
                  <a:ext uri="{FF2B5EF4-FFF2-40B4-BE49-F238E27FC236}">
                    <a16:creationId xmlns:a16="http://schemas.microsoft.com/office/drawing/2014/main" id="{61E1BEC8-83EF-4DB9-8BC6-AF42B39982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6" name="Line 48">
                <a:extLst>
                  <a:ext uri="{FF2B5EF4-FFF2-40B4-BE49-F238E27FC236}">
                    <a16:creationId xmlns:a16="http://schemas.microsoft.com/office/drawing/2014/main" id="{60F08C5D-7477-4314-84F5-769B11FD7E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7" name="Line 50">
                <a:extLst>
                  <a:ext uri="{FF2B5EF4-FFF2-40B4-BE49-F238E27FC236}">
                    <a16:creationId xmlns:a16="http://schemas.microsoft.com/office/drawing/2014/main" id="{D7D50370-E792-4DBD-BC09-E38FAD9417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8" name="Line 51">
                <a:extLst>
                  <a:ext uri="{FF2B5EF4-FFF2-40B4-BE49-F238E27FC236}">
                    <a16:creationId xmlns:a16="http://schemas.microsoft.com/office/drawing/2014/main" id="{95942B40-AC00-45F2-92B3-8E07E5E974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9" name="Line 52">
                <a:extLst>
                  <a:ext uri="{FF2B5EF4-FFF2-40B4-BE49-F238E27FC236}">
                    <a16:creationId xmlns:a16="http://schemas.microsoft.com/office/drawing/2014/main" id="{BBA53CD5-A993-4E89-9541-904AABC46C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80" name="AutoShape 53" descr="Wide downward diagonal">
                <a:extLst>
                  <a:ext uri="{FF2B5EF4-FFF2-40B4-BE49-F238E27FC236}">
                    <a16:creationId xmlns:a16="http://schemas.microsoft.com/office/drawing/2014/main" id="{4F354525-091D-4AFC-A9C5-A4F7438D0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81" name="AutoShape 54" descr="Wide downward diagonal">
                <a:extLst>
                  <a:ext uri="{FF2B5EF4-FFF2-40B4-BE49-F238E27FC236}">
                    <a16:creationId xmlns:a16="http://schemas.microsoft.com/office/drawing/2014/main" id="{6C9FE803-7633-484A-BCD1-05C255138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482" name="Group 57">
                <a:extLst>
                  <a:ext uri="{FF2B5EF4-FFF2-40B4-BE49-F238E27FC236}">
                    <a16:creationId xmlns:a16="http://schemas.microsoft.com/office/drawing/2014/main" id="{5F05B51B-AD8E-4379-974F-994BFC1A45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498" name="Line 58">
                  <a:extLst>
                    <a:ext uri="{FF2B5EF4-FFF2-40B4-BE49-F238E27FC236}">
                      <a16:creationId xmlns:a16="http://schemas.microsoft.com/office/drawing/2014/main" id="{931F636D-F78C-4011-AE85-1E5BBFEC22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99" name="Line 59">
                  <a:extLst>
                    <a:ext uri="{FF2B5EF4-FFF2-40B4-BE49-F238E27FC236}">
                      <a16:creationId xmlns:a16="http://schemas.microsoft.com/office/drawing/2014/main" id="{81531BB0-B6DA-415F-876C-8B7CAF18E0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00" name="Line 60">
                  <a:extLst>
                    <a:ext uri="{FF2B5EF4-FFF2-40B4-BE49-F238E27FC236}">
                      <a16:creationId xmlns:a16="http://schemas.microsoft.com/office/drawing/2014/main" id="{FDF73198-4322-472E-AC25-3D9CB75902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01" name="Line 61">
                  <a:extLst>
                    <a:ext uri="{FF2B5EF4-FFF2-40B4-BE49-F238E27FC236}">
                      <a16:creationId xmlns:a16="http://schemas.microsoft.com/office/drawing/2014/main" id="{A00DDCDF-87F6-4846-B126-A1473047E4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83" name="Group 62">
                <a:extLst>
                  <a:ext uri="{FF2B5EF4-FFF2-40B4-BE49-F238E27FC236}">
                    <a16:creationId xmlns:a16="http://schemas.microsoft.com/office/drawing/2014/main" id="{A961D648-5FA0-4064-858E-389827E365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494" name="Line 63">
                  <a:extLst>
                    <a:ext uri="{FF2B5EF4-FFF2-40B4-BE49-F238E27FC236}">
                      <a16:creationId xmlns:a16="http://schemas.microsoft.com/office/drawing/2014/main" id="{AF259230-ACFF-4E59-A9F2-19207C0DCD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95" name="Line 64">
                  <a:extLst>
                    <a:ext uri="{FF2B5EF4-FFF2-40B4-BE49-F238E27FC236}">
                      <a16:creationId xmlns:a16="http://schemas.microsoft.com/office/drawing/2014/main" id="{C3AF5598-26EF-476F-AC82-CD3FD3BB40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96" name="Line 65">
                  <a:extLst>
                    <a:ext uri="{FF2B5EF4-FFF2-40B4-BE49-F238E27FC236}">
                      <a16:creationId xmlns:a16="http://schemas.microsoft.com/office/drawing/2014/main" id="{C5BDD381-13C9-45F5-BDF7-F44DC1CC32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97" name="Line 66">
                  <a:extLst>
                    <a:ext uri="{FF2B5EF4-FFF2-40B4-BE49-F238E27FC236}">
                      <a16:creationId xmlns:a16="http://schemas.microsoft.com/office/drawing/2014/main" id="{2E1395E7-B5A5-4E07-961F-4B06C6189D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84" name="Group 67">
                <a:extLst>
                  <a:ext uri="{FF2B5EF4-FFF2-40B4-BE49-F238E27FC236}">
                    <a16:creationId xmlns:a16="http://schemas.microsoft.com/office/drawing/2014/main" id="{D1360731-393F-41B1-AD13-44C7A32E28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490" name="Line 68">
                  <a:extLst>
                    <a:ext uri="{FF2B5EF4-FFF2-40B4-BE49-F238E27FC236}">
                      <a16:creationId xmlns:a16="http://schemas.microsoft.com/office/drawing/2014/main" id="{8FF4AEF3-49CF-458F-97CC-B56F8A9C7B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91" name="Line 69">
                  <a:extLst>
                    <a:ext uri="{FF2B5EF4-FFF2-40B4-BE49-F238E27FC236}">
                      <a16:creationId xmlns:a16="http://schemas.microsoft.com/office/drawing/2014/main" id="{EF42DEF9-0885-4B1D-B507-B8ADEE717C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92" name="Line 70">
                  <a:extLst>
                    <a:ext uri="{FF2B5EF4-FFF2-40B4-BE49-F238E27FC236}">
                      <a16:creationId xmlns:a16="http://schemas.microsoft.com/office/drawing/2014/main" id="{79ED7215-FA71-491D-AE81-C756E970FA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93" name="Line 71">
                  <a:extLst>
                    <a:ext uri="{FF2B5EF4-FFF2-40B4-BE49-F238E27FC236}">
                      <a16:creationId xmlns:a16="http://schemas.microsoft.com/office/drawing/2014/main" id="{59B713B9-A353-4305-9398-C509F2B50E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85" name="Group 72">
                <a:extLst>
                  <a:ext uri="{FF2B5EF4-FFF2-40B4-BE49-F238E27FC236}">
                    <a16:creationId xmlns:a16="http://schemas.microsoft.com/office/drawing/2014/main" id="{70A1B21F-83A3-4705-8828-FAAEFEFD79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486" name="Line 73">
                  <a:extLst>
                    <a:ext uri="{FF2B5EF4-FFF2-40B4-BE49-F238E27FC236}">
                      <a16:creationId xmlns:a16="http://schemas.microsoft.com/office/drawing/2014/main" id="{5ED669B1-41B9-4E25-957B-E1FDA425A2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87" name="Line 74">
                  <a:extLst>
                    <a:ext uri="{FF2B5EF4-FFF2-40B4-BE49-F238E27FC236}">
                      <a16:creationId xmlns:a16="http://schemas.microsoft.com/office/drawing/2014/main" id="{D9A0B85D-7749-4217-B9A2-C4AA7CF53F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88" name="Line 75">
                  <a:extLst>
                    <a:ext uri="{FF2B5EF4-FFF2-40B4-BE49-F238E27FC236}">
                      <a16:creationId xmlns:a16="http://schemas.microsoft.com/office/drawing/2014/main" id="{09D1A3D8-A44A-4948-8AB8-F236094FDF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89" name="Line 76">
                  <a:extLst>
                    <a:ext uri="{FF2B5EF4-FFF2-40B4-BE49-F238E27FC236}">
                      <a16:creationId xmlns:a16="http://schemas.microsoft.com/office/drawing/2014/main" id="{079F4A05-7826-42BB-ACC8-1540C04FD6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367" name="Group 77">
              <a:extLst>
                <a:ext uri="{FF2B5EF4-FFF2-40B4-BE49-F238E27FC236}">
                  <a16:creationId xmlns:a16="http://schemas.microsoft.com/office/drawing/2014/main" id="{26E93120-F219-4A57-9730-5119D11FC7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7399" y="3826882"/>
              <a:ext cx="1885950" cy="228600"/>
              <a:chOff x="1872" y="2160"/>
              <a:chExt cx="3456" cy="528"/>
            </a:xfrm>
          </p:grpSpPr>
          <p:grpSp>
            <p:nvGrpSpPr>
              <p:cNvPr id="424" name="Group 10">
                <a:extLst>
                  <a:ext uri="{FF2B5EF4-FFF2-40B4-BE49-F238E27FC236}">
                    <a16:creationId xmlns:a16="http://schemas.microsoft.com/office/drawing/2014/main" id="{2FC0BEE8-638C-4517-A05D-AF58C36DE9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465" name="Arc 5">
                  <a:extLst>
                    <a:ext uri="{FF2B5EF4-FFF2-40B4-BE49-F238E27FC236}">
                      <a16:creationId xmlns:a16="http://schemas.microsoft.com/office/drawing/2014/main" id="{E850A2A4-B44B-487E-A664-716A59A8A8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66" name="Arc 6">
                  <a:extLst>
                    <a:ext uri="{FF2B5EF4-FFF2-40B4-BE49-F238E27FC236}">
                      <a16:creationId xmlns:a16="http://schemas.microsoft.com/office/drawing/2014/main" id="{31759DD1-25FC-4737-AED5-7B4B8AB2E4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425" name="Group 9">
                <a:extLst>
                  <a:ext uri="{FF2B5EF4-FFF2-40B4-BE49-F238E27FC236}">
                    <a16:creationId xmlns:a16="http://schemas.microsoft.com/office/drawing/2014/main" id="{E14A2BF7-15F8-44F3-A119-1D1DF1224E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463" name="Arc 7">
                  <a:extLst>
                    <a:ext uri="{FF2B5EF4-FFF2-40B4-BE49-F238E27FC236}">
                      <a16:creationId xmlns:a16="http://schemas.microsoft.com/office/drawing/2014/main" id="{8853DA9D-9E59-44DF-828A-E02ADEDA5D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64" name="Arc 8">
                  <a:extLst>
                    <a:ext uri="{FF2B5EF4-FFF2-40B4-BE49-F238E27FC236}">
                      <a16:creationId xmlns:a16="http://schemas.microsoft.com/office/drawing/2014/main" id="{31E5DA6E-39D7-44C7-852F-670E8B2A47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426" name="Line 12">
                <a:extLst>
                  <a:ext uri="{FF2B5EF4-FFF2-40B4-BE49-F238E27FC236}">
                    <a16:creationId xmlns:a16="http://schemas.microsoft.com/office/drawing/2014/main" id="{CF3B8EA0-88D9-4B6E-84E6-3CB5948B1C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427" name="Group 56">
                <a:extLst>
                  <a:ext uri="{FF2B5EF4-FFF2-40B4-BE49-F238E27FC236}">
                    <a16:creationId xmlns:a16="http://schemas.microsoft.com/office/drawing/2014/main" id="{27703E7F-1046-41B3-80A0-82F2CA53B6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459" name="Line 15">
                  <a:extLst>
                    <a:ext uri="{FF2B5EF4-FFF2-40B4-BE49-F238E27FC236}">
                      <a16:creationId xmlns:a16="http://schemas.microsoft.com/office/drawing/2014/main" id="{C1B1AE56-75CE-4507-B581-A7FD85CFDE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60" name="Line 16">
                  <a:extLst>
                    <a:ext uri="{FF2B5EF4-FFF2-40B4-BE49-F238E27FC236}">
                      <a16:creationId xmlns:a16="http://schemas.microsoft.com/office/drawing/2014/main" id="{80C852C3-98C6-4619-B683-1F3C088236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61" name="Line 17">
                  <a:extLst>
                    <a:ext uri="{FF2B5EF4-FFF2-40B4-BE49-F238E27FC236}">
                      <a16:creationId xmlns:a16="http://schemas.microsoft.com/office/drawing/2014/main" id="{96CCAF1E-5725-49D2-A8B3-56B200513A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62" name="Line 18">
                  <a:extLst>
                    <a:ext uri="{FF2B5EF4-FFF2-40B4-BE49-F238E27FC236}">
                      <a16:creationId xmlns:a16="http://schemas.microsoft.com/office/drawing/2014/main" id="{B346DCDF-B8F9-4AAF-80BC-E00C7978BF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428" name="Line 43">
                <a:extLst>
                  <a:ext uri="{FF2B5EF4-FFF2-40B4-BE49-F238E27FC236}">
                    <a16:creationId xmlns:a16="http://schemas.microsoft.com/office/drawing/2014/main" id="{D528A38B-74D7-4AF7-A0A8-A081E80D3E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29" name="Line 44">
                <a:extLst>
                  <a:ext uri="{FF2B5EF4-FFF2-40B4-BE49-F238E27FC236}">
                    <a16:creationId xmlns:a16="http://schemas.microsoft.com/office/drawing/2014/main" id="{A11D1D30-AF20-49F8-B620-5679449D5A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0" name="Line 45">
                <a:extLst>
                  <a:ext uri="{FF2B5EF4-FFF2-40B4-BE49-F238E27FC236}">
                    <a16:creationId xmlns:a16="http://schemas.microsoft.com/office/drawing/2014/main" id="{40EB7DDC-C970-4B3E-A1E8-A962B1DF29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1" name="Line 46">
                <a:extLst>
                  <a:ext uri="{FF2B5EF4-FFF2-40B4-BE49-F238E27FC236}">
                    <a16:creationId xmlns:a16="http://schemas.microsoft.com/office/drawing/2014/main" id="{82F053D9-18DE-4B3C-A9E1-420AD9DA65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2" name="Line 47">
                <a:extLst>
                  <a:ext uri="{FF2B5EF4-FFF2-40B4-BE49-F238E27FC236}">
                    <a16:creationId xmlns:a16="http://schemas.microsoft.com/office/drawing/2014/main" id="{26A46CD3-037B-4D19-B11A-AFBE8C4027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3" name="Line 48">
                <a:extLst>
                  <a:ext uri="{FF2B5EF4-FFF2-40B4-BE49-F238E27FC236}">
                    <a16:creationId xmlns:a16="http://schemas.microsoft.com/office/drawing/2014/main" id="{50544870-BCB7-4C9A-883E-BEC982DFF6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4" name="Line 50">
                <a:extLst>
                  <a:ext uri="{FF2B5EF4-FFF2-40B4-BE49-F238E27FC236}">
                    <a16:creationId xmlns:a16="http://schemas.microsoft.com/office/drawing/2014/main" id="{B6802CAB-AA7A-465E-8B9A-5A06C89B94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5" name="Line 51">
                <a:extLst>
                  <a:ext uri="{FF2B5EF4-FFF2-40B4-BE49-F238E27FC236}">
                    <a16:creationId xmlns:a16="http://schemas.microsoft.com/office/drawing/2014/main" id="{F7ABE894-A645-41A8-90B9-C8B835C614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6" name="Line 52">
                <a:extLst>
                  <a:ext uri="{FF2B5EF4-FFF2-40B4-BE49-F238E27FC236}">
                    <a16:creationId xmlns:a16="http://schemas.microsoft.com/office/drawing/2014/main" id="{9F17E092-9B81-4423-8BD3-F8707FD7B1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7" name="AutoShape 53" descr="Wide downward diagonal">
                <a:extLst>
                  <a:ext uri="{FF2B5EF4-FFF2-40B4-BE49-F238E27FC236}">
                    <a16:creationId xmlns:a16="http://schemas.microsoft.com/office/drawing/2014/main" id="{54C7C213-FA4E-4AEA-87D9-E15ABA03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38" name="AutoShape 54" descr="Wide downward diagonal">
                <a:extLst>
                  <a:ext uri="{FF2B5EF4-FFF2-40B4-BE49-F238E27FC236}">
                    <a16:creationId xmlns:a16="http://schemas.microsoft.com/office/drawing/2014/main" id="{83C47DCA-5EDA-4B0B-923A-43B6DDEE37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439" name="Group 57">
                <a:extLst>
                  <a:ext uri="{FF2B5EF4-FFF2-40B4-BE49-F238E27FC236}">
                    <a16:creationId xmlns:a16="http://schemas.microsoft.com/office/drawing/2014/main" id="{0EDB1420-B225-4027-B36A-BF6BB7F9A1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455" name="Line 58">
                  <a:extLst>
                    <a:ext uri="{FF2B5EF4-FFF2-40B4-BE49-F238E27FC236}">
                      <a16:creationId xmlns:a16="http://schemas.microsoft.com/office/drawing/2014/main" id="{49F7A68A-E764-4013-B594-2840296A68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6" name="Line 59">
                  <a:extLst>
                    <a:ext uri="{FF2B5EF4-FFF2-40B4-BE49-F238E27FC236}">
                      <a16:creationId xmlns:a16="http://schemas.microsoft.com/office/drawing/2014/main" id="{0FEB4C36-7BEA-4CA1-A7AF-9C213A3793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7" name="Line 60">
                  <a:extLst>
                    <a:ext uri="{FF2B5EF4-FFF2-40B4-BE49-F238E27FC236}">
                      <a16:creationId xmlns:a16="http://schemas.microsoft.com/office/drawing/2014/main" id="{41A0FE12-97FB-4DA1-864A-FFD824BF94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8" name="Line 61">
                  <a:extLst>
                    <a:ext uri="{FF2B5EF4-FFF2-40B4-BE49-F238E27FC236}">
                      <a16:creationId xmlns:a16="http://schemas.microsoft.com/office/drawing/2014/main" id="{FDDD0CAC-558A-4C92-B928-A8A1E36FFA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40" name="Group 62">
                <a:extLst>
                  <a:ext uri="{FF2B5EF4-FFF2-40B4-BE49-F238E27FC236}">
                    <a16:creationId xmlns:a16="http://schemas.microsoft.com/office/drawing/2014/main" id="{7E215FCF-3C82-4D9C-9BFD-B3C9AAAA04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451" name="Line 63">
                  <a:extLst>
                    <a:ext uri="{FF2B5EF4-FFF2-40B4-BE49-F238E27FC236}">
                      <a16:creationId xmlns:a16="http://schemas.microsoft.com/office/drawing/2014/main" id="{7CAFBECD-A6A8-4012-8DA1-62D93A1D03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2" name="Line 64">
                  <a:extLst>
                    <a:ext uri="{FF2B5EF4-FFF2-40B4-BE49-F238E27FC236}">
                      <a16:creationId xmlns:a16="http://schemas.microsoft.com/office/drawing/2014/main" id="{304E703F-C611-4BE7-8674-CA4A6F5CDF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3" name="Line 65">
                  <a:extLst>
                    <a:ext uri="{FF2B5EF4-FFF2-40B4-BE49-F238E27FC236}">
                      <a16:creationId xmlns:a16="http://schemas.microsoft.com/office/drawing/2014/main" id="{F1E63EA1-2DD6-4A35-8BB8-700C75292C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4" name="Line 66">
                  <a:extLst>
                    <a:ext uri="{FF2B5EF4-FFF2-40B4-BE49-F238E27FC236}">
                      <a16:creationId xmlns:a16="http://schemas.microsoft.com/office/drawing/2014/main" id="{C271597C-041E-4B24-9167-27B1C0AB5C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41" name="Group 67">
                <a:extLst>
                  <a:ext uri="{FF2B5EF4-FFF2-40B4-BE49-F238E27FC236}">
                    <a16:creationId xmlns:a16="http://schemas.microsoft.com/office/drawing/2014/main" id="{1DD71E3F-CB7F-4D30-A854-A6AB15DF38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447" name="Line 68">
                  <a:extLst>
                    <a:ext uri="{FF2B5EF4-FFF2-40B4-BE49-F238E27FC236}">
                      <a16:creationId xmlns:a16="http://schemas.microsoft.com/office/drawing/2014/main" id="{5A208DB2-8BE4-495D-BD84-1520DB2887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48" name="Line 69">
                  <a:extLst>
                    <a:ext uri="{FF2B5EF4-FFF2-40B4-BE49-F238E27FC236}">
                      <a16:creationId xmlns:a16="http://schemas.microsoft.com/office/drawing/2014/main" id="{57B8960E-CF34-4B5C-A5EC-35F234F03E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49" name="Line 70">
                  <a:extLst>
                    <a:ext uri="{FF2B5EF4-FFF2-40B4-BE49-F238E27FC236}">
                      <a16:creationId xmlns:a16="http://schemas.microsoft.com/office/drawing/2014/main" id="{63CDF200-A762-43EA-9AB0-86217141CF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50" name="Line 71">
                  <a:extLst>
                    <a:ext uri="{FF2B5EF4-FFF2-40B4-BE49-F238E27FC236}">
                      <a16:creationId xmlns:a16="http://schemas.microsoft.com/office/drawing/2014/main" id="{A7B5D6D0-FF0B-471B-8155-AB25E0C5A8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442" name="Group 72">
                <a:extLst>
                  <a:ext uri="{FF2B5EF4-FFF2-40B4-BE49-F238E27FC236}">
                    <a16:creationId xmlns:a16="http://schemas.microsoft.com/office/drawing/2014/main" id="{841CFE30-68F0-4B1B-AF85-4F185B927C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443" name="Line 73">
                  <a:extLst>
                    <a:ext uri="{FF2B5EF4-FFF2-40B4-BE49-F238E27FC236}">
                      <a16:creationId xmlns:a16="http://schemas.microsoft.com/office/drawing/2014/main" id="{0AA0C8A0-5FDC-4BFA-8C64-496D817A43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44" name="Line 74">
                  <a:extLst>
                    <a:ext uri="{FF2B5EF4-FFF2-40B4-BE49-F238E27FC236}">
                      <a16:creationId xmlns:a16="http://schemas.microsoft.com/office/drawing/2014/main" id="{84FA714F-EAB5-4186-8627-9452CBFBC6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45" name="Line 75">
                  <a:extLst>
                    <a:ext uri="{FF2B5EF4-FFF2-40B4-BE49-F238E27FC236}">
                      <a16:creationId xmlns:a16="http://schemas.microsoft.com/office/drawing/2014/main" id="{36F130E7-9985-483A-8A9A-2A75EDD5BB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46" name="Line 76">
                  <a:extLst>
                    <a:ext uri="{FF2B5EF4-FFF2-40B4-BE49-F238E27FC236}">
                      <a16:creationId xmlns:a16="http://schemas.microsoft.com/office/drawing/2014/main" id="{C9DF5A67-C20B-40B7-A16B-1F714EF327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368" name="Group 77">
              <a:extLst>
                <a:ext uri="{FF2B5EF4-FFF2-40B4-BE49-F238E27FC236}">
                  <a16:creationId xmlns:a16="http://schemas.microsoft.com/office/drawing/2014/main" id="{A9408408-6B7C-48FA-8817-5EF070546D4A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915887" y="3831049"/>
              <a:ext cx="1885950" cy="228600"/>
              <a:chOff x="1872" y="2160"/>
              <a:chExt cx="3456" cy="528"/>
            </a:xfrm>
          </p:grpSpPr>
          <p:grpSp>
            <p:nvGrpSpPr>
              <p:cNvPr id="381" name="Group 10">
                <a:extLst>
                  <a:ext uri="{FF2B5EF4-FFF2-40B4-BE49-F238E27FC236}">
                    <a16:creationId xmlns:a16="http://schemas.microsoft.com/office/drawing/2014/main" id="{EF4F5031-5986-42D5-97CA-3255E450E3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422" name="Arc 5">
                  <a:extLst>
                    <a:ext uri="{FF2B5EF4-FFF2-40B4-BE49-F238E27FC236}">
                      <a16:creationId xmlns:a16="http://schemas.microsoft.com/office/drawing/2014/main" id="{96692011-0A3B-4769-8247-3D0794CF22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23" name="Arc 6">
                  <a:extLst>
                    <a:ext uri="{FF2B5EF4-FFF2-40B4-BE49-F238E27FC236}">
                      <a16:creationId xmlns:a16="http://schemas.microsoft.com/office/drawing/2014/main" id="{A95CBDAF-3FE7-4206-B024-39BFEBDC4D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382" name="Group 9">
                <a:extLst>
                  <a:ext uri="{FF2B5EF4-FFF2-40B4-BE49-F238E27FC236}">
                    <a16:creationId xmlns:a16="http://schemas.microsoft.com/office/drawing/2014/main" id="{F02DD355-5763-41D9-8B6F-650AAAC338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420" name="Arc 7">
                  <a:extLst>
                    <a:ext uri="{FF2B5EF4-FFF2-40B4-BE49-F238E27FC236}">
                      <a16:creationId xmlns:a16="http://schemas.microsoft.com/office/drawing/2014/main" id="{F8E803F9-C373-4A05-B653-3DF7CFCA90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21" name="Arc 8">
                  <a:extLst>
                    <a:ext uri="{FF2B5EF4-FFF2-40B4-BE49-F238E27FC236}">
                      <a16:creationId xmlns:a16="http://schemas.microsoft.com/office/drawing/2014/main" id="{379180EC-9697-4516-B7B9-474B23C5CB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383" name="Line 12">
                <a:extLst>
                  <a:ext uri="{FF2B5EF4-FFF2-40B4-BE49-F238E27FC236}">
                    <a16:creationId xmlns:a16="http://schemas.microsoft.com/office/drawing/2014/main" id="{4E91461D-33DA-4829-8AED-32A76ADCC8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384" name="Group 56">
                <a:extLst>
                  <a:ext uri="{FF2B5EF4-FFF2-40B4-BE49-F238E27FC236}">
                    <a16:creationId xmlns:a16="http://schemas.microsoft.com/office/drawing/2014/main" id="{16DDFB8E-775B-42BB-8564-7DB9ED7E23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416" name="Line 15">
                  <a:extLst>
                    <a:ext uri="{FF2B5EF4-FFF2-40B4-BE49-F238E27FC236}">
                      <a16:creationId xmlns:a16="http://schemas.microsoft.com/office/drawing/2014/main" id="{AFF190B3-4AD9-4749-B7B1-F162444DEA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7" name="Line 16">
                  <a:extLst>
                    <a:ext uri="{FF2B5EF4-FFF2-40B4-BE49-F238E27FC236}">
                      <a16:creationId xmlns:a16="http://schemas.microsoft.com/office/drawing/2014/main" id="{0B90D766-5E34-4C4B-86FD-11F4CE6168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8" name="Line 17">
                  <a:extLst>
                    <a:ext uri="{FF2B5EF4-FFF2-40B4-BE49-F238E27FC236}">
                      <a16:creationId xmlns:a16="http://schemas.microsoft.com/office/drawing/2014/main" id="{253F5FBF-BE91-40EE-A4F7-3EEA05B95C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9" name="Line 18">
                  <a:extLst>
                    <a:ext uri="{FF2B5EF4-FFF2-40B4-BE49-F238E27FC236}">
                      <a16:creationId xmlns:a16="http://schemas.microsoft.com/office/drawing/2014/main" id="{46B3525B-1716-4BB0-B7E7-A0957B74AF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385" name="Line 43">
                <a:extLst>
                  <a:ext uri="{FF2B5EF4-FFF2-40B4-BE49-F238E27FC236}">
                    <a16:creationId xmlns:a16="http://schemas.microsoft.com/office/drawing/2014/main" id="{40F332DB-4F9C-463A-B9AB-04486D46FA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86" name="Line 44">
                <a:extLst>
                  <a:ext uri="{FF2B5EF4-FFF2-40B4-BE49-F238E27FC236}">
                    <a16:creationId xmlns:a16="http://schemas.microsoft.com/office/drawing/2014/main" id="{28F13775-AFAD-45A9-BFA2-DC5EC4045B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87" name="Line 45">
                <a:extLst>
                  <a:ext uri="{FF2B5EF4-FFF2-40B4-BE49-F238E27FC236}">
                    <a16:creationId xmlns:a16="http://schemas.microsoft.com/office/drawing/2014/main" id="{6CF5E880-5CDF-4C13-A2E6-B1475572E9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88" name="Line 46">
                <a:extLst>
                  <a:ext uri="{FF2B5EF4-FFF2-40B4-BE49-F238E27FC236}">
                    <a16:creationId xmlns:a16="http://schemas.microsoft.com/office/drawing/2014/main" id="{40F40B37-BC69-4F98-B693-1A672832C9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89" name="Line 47">
                <a:extLst>
                  <a:ext uri="{FF2B5EF4-FFF2-40B4-BE49-F238E27FC236}">
                    <a16:creationId xmlns:a16="http://schemas.microsoft.com/office/drawing/2014/main" id="{8877A5F9-B23C-47CF-ABEB-87B1A06BE4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0" name="Line 48">
                <a:extLst>
                  <a:ext uri="{FF2B5EF4-FFF2-40B4-BE49-F238E27FC236}">
                    <a16:creationId xmlns:a16="http://schemas.microsoft.com/office/drawing/2014/main" id="{AA9B4A44-5072-4035-8453-4E3F0816BD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1" name="Line 50">
                <a:extLst>
                  <a:ext uri="{FF2B5EF4-FFF2-40B4-BE49-F238E27FC236}">
                    <a16:creationId xmlns:a16="http://schemas.microsoft.com/office/drawing/2014/main" id="{105D9A17-BBF0-4092-9EDE-ED87024C3D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2" name="Line 51">
                <a:extLst>
                  <a:ext uri="{FF2B5EF4-FFF2-40B4-BE49-F238E27FC236}">
                    <a16:creationId xmlns:a16="http://schemas.microsoft.com/office/drawing/2014/main" id="{DD0B6291-4D61-4D5D-A66D-EF180D641E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3" name="Line 52">
                <a:extLst>
                  <a:ext uri="{FF2B5EF4-FFF2-40B4-BE49-F238E27FC236}">
                    <a16:creationId xmlns:a16="http://schemas.microsoft.com/office/drawing/2014/main" id="{5A264585-E3E6-4515-AE65-2230B9DE09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4" name="AutoShape 53" descr="Wide downward diagonal">
                <a:extLst>
                  <a:ext uri="{FF2B5EF4-FFF2-40B4-BE49-F238E27FC236}">
                    <a16:creationId xmlns:a16="http://schemas.microsoft.com/office/drawing/2014/main" id="{9A8F99AB-4C27-4A7C-8112-AE743F18BB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395" name="AutoShape 54" descr="Wide downward diagonal">
                <a:extLst>
                  <a:ext uri="{FF2B5EF4-FFF2-40B4-BE49-F238E27FC236}">
                    <a16:creationId xmlns:a16="http://schemas.microsoft.com/office/drawing/2014/main" id="{2C36EBAF-A158-4E03-AEC8-C25BCC47DB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396" name="Group 57">
                <a:extLst>
                  <a:ext uri="{FF2B5EF4-FFF2-40B4-BE49-F238E27FC236}">
                    <a16:creationId xmlns:a16="http://schemas.microsoft.com/office/drawing/2014/main" id="{F550ECCE-E518-4C22-89CA-C250028980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412" name="Line 58">
                  <a:extLst>
                    <a:ext uri="{FF2B5EF4-FFF2-40B4-BE49-F238E27FC236}">
                      <a16:creationId xmlns:a16="http://schemas.microsoft.com/office/drawing/2014/main" id="{5D0CF4F5-AC4D-4279-8E5F-E03D9FAAB5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3" name="Line 59">
                  <a:extLst>
                    <a:ext uri="{FF2B5EF4-FFF2-40B4-BE49-F238E27FC236}">
                      <a16:creationId xmlns:a16="http://schemas.microsoft.com/office/drawing/2014/main" id="{810CE228-C5EA-4589-BC19-24217FB0B7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4" name="Line 60">
                  <a:extLst>
                    <a:ext uri="{FF2B5EF4-FFF2-40B4-BE49-F238E27FC236}">
                      <a16:creationId xmlns:a16="http://schemas.microsoft.com/office/drawing/2014/main" id="{F9DE3CBB-5F76-4B0B-8D46-4410C16CDB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5" name="Line 61">
                  <a:extLst>
                    <a:ext uri="{FF2B5EF4-FFF2-40B4-BE49-F238E27FC236}">
                      <a16:creationId xmlns:a16="http://schemas.microsoft.com/office/drawing/2014/main" id="{30AF9488-FB7A-4271-9F80-BF1C06ABD3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97" name="Group 62">
                <a:extLst>
                  <a:ext uri="{FF2B5EF4-FFF2-40B4-BE49-F238E27FC236}">
                    <a16:creationId xmlns:a16="http://schemas.microsoft.com/office/drawing/2014/main" id="{1A255DEF-AE76-4352-8D5C-9C5C69DB1F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408" name="Line 63">
                  <a:extLst>
                    <a:ext uri="{FF2B5EF4-FFF2-40B4-BE49-F238E27FC236}">
                      <a16:creationId xmlns:a16="http://schemas.microsoft.com/office/drawing/2014/main" id="{D5E0282D-9D11-4001-99EB-7FF8EC1128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9" name="Line 64">
                  <a:extLst>
                    <a:ext uri="{FF2B5EF4-FFF2-40B4-BE49-F238E27FC236}">
                      <a16:creationId xmlns:a16="http://schemas.microsoft.com/office/drawing/2014/main" id="{7087249A-EAAE-4418-9C26-2DF7CF5ABB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0" name="Line 65">
                  <a:extLst>
                    <a:ext uri="{FF2B5EF4-FFF2-40B4-BE49-F238E27FC236}">
                      <a16:creationId xmlns:a16="http://schemas.microsoft.com/office/drawing/2014/main" id="{1459FBA4-B2E5-400F-913C-8D8F9FD8AC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11" name="Line 66">
                  <a:extLst>
                    <a:ext uri="{FF2B5EF4-FFF2-40B4-BE49-F238E27FC236}">
                      <a16:creationId xmlns:a16="http://schemas.microsoft.com/office/drawing/2014/main" id="{D9A7A7BE-E61C-489D-BE1B-F16ABD9726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98" name="Group 67">
                <a:extLst>
                  <a:ext uri="{FF2B5EF4-FFF2-40B4-BE49-F238E27FC236}">
                    <a16:creationId xmlns:a16="http://schemas.microsoft.com/office/drawing/2014/main" id="{B75F7FEA-6E57-42CB-B409-FB9F18A3B4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404" name="Line 68">
                  <a:extLst>
                    <a:ext uri="{FF2B5EF4-FFF2-40B4-BE49-F238E27FC236}">
                      <a16:creationId xmlns:a16="http://schemas.microsoft.com/office/drawing/2014/main" id="{BE5EF57F-66FC-4499-A81B-680F2709EA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5" name="Line 69">
                  <a:extLst>
                    <a:ext uri="{FF2B5EF4-FFF2-40B4-BE49-F238E27FC236}">
                      <a16:creationId xmlns:a16="http://schemas.microsoft.com/office/drawing/2014/main" id="{1643397C-6F34-4ACE-820E-6582DCE7FB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6" name="Line 70">
                  <a:extLst>
                    <a:ext uri="{FF2B5EF4-FFF2-40B4-BE49-F238E27FC236}">
                      <a16:creationId xmlns:a16="http://schemas.microsoft.com/office/drawing/2014/main" id="{95AE711F-52E8-4C67-804D-2F31F33128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7" name="Line 71">
                  <a:extLst>
                    <a:ext uri="{FF2B5EF4-FFF2-40B4-BE49-F238E27FC236}">
                      <a16:creationId xmlns:a16="http://schemas.microsoft.com/office/drawing/2014/main" id="{21580B91-5357-4C0D-9BAC-E93DEC2015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399" name="Group 72">
                <a:extLst>
                  <a:ext uri="{FF2B5EF4-FFF2-40B4-BE49-F238E27FC236}">
                    <a16:creationId xmlns:a16="http://schemas.microsoft.com/office/drawing/2014/main" id="{8EB95093-041E-46EA-8513-C13F2B79B5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400" name="Line 73">
                  <a:extLst>
                    <a:ext uri="{FF2B5EF4-FFF2-40B4-BE49-F238E27FC236}">
                      <a16:creationId xmlns:a16="http://schemas.microsoft.com/office/drawing/2014/main" id="{5017DD0B-C0E6-497A-B475-97089554CD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1" name="Line 74">
                  <a:extLst>
                    <a:ext uri="{FF2B5EF4-FFF2-40B4-BE49-F238E27FC236}">
                      <a16:creationId xmlns:a16="http://schemas.microsoft.com/office/drawing/2014/main" id="{F5A605E3-5449-438A-9EF3-7AD0A07EFD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2" name="Line 75">
                  <a:extLst>
                    <a:ext uri="{FF2B5EF4-FFF2-40B4-BE49-F238E27FC236}">
                      <a16:creationId xmlns:a16="http://schemas.microsoft.com/office/drawing/2014/main" id="{333E88EB-4F96-4192-AE71-DF99970C78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403" name="Line 76">
                  <a:extLst>
                    <a:ext uri="{FF2B5EF4-FFF2-40B4-BE49-F238E27FC236}">
                      <a16:creationId xmlns:a16="http://schemas.microsoft.com/office/drawing/2014/main" id="{1F836B14-C9D8-4A21-8ADB-523EE99A72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369" name="Grupo 368">
              <a:extLst>
                <a:ext uri="{FF2B5EF4-FFF2-40B4-BE49-F238E27FC236}">
                  <a16:creationId xmlns:a16="http://schemas.microsoft.com/office/drawing/2014/main" id="{D6EFA855-4A65-4DD9-8725-3E85A8021C26}"/>
                </a:ext>
              </a:extLst>
            </p:cNvPr>
            <p:cNvGrpSpPr/>
            <p:nvPr/>
          </p:nvGrpSpPr>
          <p:grpSpPr>
            <a:xfrm rot="10800000">
              <a:off x="3786232" y="3831049"/>
              <a:ext cx="231924" cy="228600"/>
              <a:chOff x="5643563" y="1257300"/>
              <a:chExt cx="231924" cy="228600"/>
            </a:xfrm>
          </p:grpSpPr>
          <p:sp>
            <p:nvSpPr>
              <p:cNvPr id="370" name="Line 43">
                <a:extLst>
                  <a:ext uri="{FF2B5EF4-FFF2-40B4-BE49-F238E27FC236}">
                    <a16:creationId xmlns:a16="http://schemas.microsoft.com/office/drawing/2014/main" id="{EE6ABBA7-F9BD-4276-A424-55ACD837B4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21462" y="1279381"/>
                <a:ext cx="0" cy="184439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1" name="Line 44">
                <a:extLst>
                  <a:ext uri="{FF2B5EF4-FFF2-40B4-BE49-F238E27FC236}">
                    <a16:creationId xmlns:a16="http://schemas.microsoft.com/office/drawing/2014/main" id="{BAE2A03B-8009-4676-9F50-FBE5079845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74531" y="1278082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2" name="Line 45">
                <a:extLst>
                  <a:ext uri="{FF2B5EF4-FFF2-40B4-BE49-F238E27FC236}">
                    <a16:creationId xmlns:a16="http://schemas.microsoft.com/office/drawing/2014/main" id="{A079E2CE-838E-4EDD-898A-5316619183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8188" y="1373765"/>
                <a:ext cx="57299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3" name="Line 46">
                <a:extLst>
                  <a:ext uri="{FF2B5EF4-FFF2-40B4-BE49-F238E27FC236}">
                    <a16:creationId xmlns:a16="http://schemas.microsoft.com/office/drawing/2014/main" id="{7A204BBD-0253-42BD-820A-C458103C9D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6005" y="1280247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4" name="Line 47">
                <a:extLst>
                  <a:ext uri="{FF2B5EF4-FFF2-40B4-BE49-F238E27FC236}">
                    <a16:creationId xmlns:a16="http://schemas.microsoft.com/office/drawing/2014/main" id="{6D4754A8-5DFA-4321-8152-BBDB9D9323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6346" y="1373332"/>
                <a:ext cx="57845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5" name="Line 48">
                <a:extLst>
                  <a:ext uri="{FF2B5EF4-FFF2-40B4-BE49-F238E27FC236}">
                    <a16:creationId xmlns:a16="http://schemas.microsoft.com/office/drawing/2014/main" id="{587FCEA8-821B-4250-B01F-8744BFC7B8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3563" y="137419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6" name="Line 50">
                <a:extLst>
                  <a:ext uri="{FF2B5EF4-FFF2-40B4-BE49-F238E27FC236}">
                    <a16:creationId xmlns:a16="http://schemas.microsoft.com/office/drawing/2014/main" id="{F15A783F-B959-4F4F-8783-C68DB03E5F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51202" y="135081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7" name="Line 51">
                <a:extLst>
                  <a:ext uri="{FF2B5EF4-FFF2-40B4-BE49-F238E27FC236}">
                    <a16:creationId xmlns:a16="http://schemas.microsoft.com/office/drawing/2014/main" id="{F01BD86B-4C47-481B-A5A0-28E9702601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5077" y="1351251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8" name="Line 52">
                <a:extLst>
                  <a:ext uri="{FF2B5EF4-FFF2-40B4-BE49-F238E27FC236}">
                    <a16:creationId xmlns:a16="http://schemas.microsoft.com/office/drawing/2014/main" id="{694FBCBF-B788-47E2-AFDA-994096FE2B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6168" y="1394980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9" name="AutoShape 53" descr="Wide downward diagonal">
                <a:extLst>
                  <a:ext uri="{FF2B5EF4-FFF2-40B4-BE49-F238E27FC236}">
                    <a16:creationId xmlns:a16="http://schemas.microsoft.com/office/drawing/2014/main" id="{5EF6C1DE-5643-428C-85F3-11DC9208C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430482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380" name="AutoShape 54" descr="Wide downward diagonal">
                <a:extLst>
                  <a:ext uri="{FF2B5EF4-FFF2-40B4-BE49-F238E27FC236}">
                    <a16:creationId xmlns:a16="http://schemas.microsoft.com/office/drawing/2014/main" id="{44F2CD6B-81DF-44D3-8ED6-4C2AD5ED0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257300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cxnSp>
        <p:nvCxnSpPr>
          <p:cNvPr id="510" name="Conector recto de flecha 509">
            <a:extLst>
              <a:ext uri="{FF2B5EF4-FFF2-40B4-BE49-F238E27FC236}">
                <a16:creationId xmlns:a16="http://schemas.microsoft.com/office/drawing/2014/main" id="{919BE4D2-0F4D-4260-8FAD-CD8CF0290B97}"/>
              </a:ext>
            </a:extLst>
          </p:cNvPr>
          <p:cNvCxnSpPr>
            <a:cxnSpLocks/>
          </p:cNvCxnSpPr>
          <p:nvPr/>
        </p:nvCxnSpPr>
        <p:spPr>
          <a:xfrm flipH="1" flipV="1">
            <a:off x="3865799" y="1345554"/>
            <a:ext cx="1" cy="292344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Conector recto de flecha 510">
            <a:extLst>
              <a:ext uri="{FF2B5EF4-FFF2-40B4-BE49-F238E27FC236}">
                <a16:creationId xmlns:a16="http://schemas.microsoft.com/office/drawing/2014/main" id="{1AB08C39-075E-4772-92A7-24C6222EB59A}"/>
              </a:ext>
            </a:extLst>
          </p:cNvPr>
          <p:cNvCxnSpPr>
            <a:cxnSpLocks/>
          </p:cNvCxnSpPr>
          <p:nvPr/>
        </p:nvCxnSpPr>
        <p:spPr>
          <a:xfrm flipH="1">
            <a:off x="3874410" y="1779662"/>
            <a:ext cx="1" cy="275336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2" name="Grupo 511">
            <a:extLst>
              <a:ext uri="{FF2B5EF4-FFF2-40B4-BE49-F238E27FC236}">
                <a16:creationId xmlns:a16="http://schemas.microsoft.com/office/drawing/2014/main" id="{2736CC87-A6BF-4546-9D83-691310BE228C}"/>
              </a:ext>
            </a:extLst>
          </p:cNvPr>
          <p:cNvGrpSpPr/>
          <p:nvPr/>
        </p:nvGrpSpPr>
        <p:grpSpPr>
          <a:xfrm rot="213566">
            <a:off x="1988040" y="617777"/>
            <a:ext cx="5622183" cy="234047"/>
            <a:chOff x="1915887" y="3825602"/>
            <a:chExt cx="5622183" cy="234047"/>
          </a:xfrm>
        </p:grpSpPr>
        <p:grpSp>
          <p:nvGrpSpPr>
            <p:cNvPr id="513" name="Group 77">
              <a:extLst>
                <a:ext uri="{FF2B5EF4-FFF2-40B4-BE49-F238E27FC236}">
                  <a16:creationId xmlns:a16="http://schemas.microsoft.com/office/drawing/2014/main" id="{254167AE-8DE0-45C5-B563-123393999A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2120" y="3825602"/>
              <a:ext cx="1885950" cy="228600"/>
              <a:chOff x="1872" y="2160"/>
              <a:chExt cx="3456" cy="528"/>
            </a:xfrm>
          </p:grpSpPr>
          <p:grpSp>
            <p:nvGrpSpPr>
              <p:cNvPr id="614" name="Group 10">
                <a:extLst>
                  <a:ext uri="{FF2B5EF4-FFF2-40B4-BE49-F238E27FC236}">
                    <a16:creationId xmlns:a16="http://schemas.microsoft.com/office/drawing/2014/main" id="{CC909068-F1FC-4F5D-84F1-2C5EF1FCA9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655" name="Arc 5">
                  <a:extLst>
                    <a:ext uri="{FF2B5EF4-FFF2-40B4-BE49-F238E27FC236}">
                      <a16:creationId xmlns:a16="http://schemas.microsoft.com/office/drawing/2014/main" id="{51B6648C-A2E7-46C3-904E-2ACC01E0E6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656" name="Arc 6">
                  <a:extLst>
                    <a:ext uri="{FF2B5EF4-FFF2-40B4-BE49-F238E27FC236}">
                      <a16:creationId xmlns:a16="http://schemas.microsoft.com/office/drawing/2014/main" id="{50360DED-CD88-44CA-A7AB-B43FC16D8F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615" name="Group 9">
                <a:extLst>
                  <a:ext uri="{FF2B5EF4-FFF2-40B4-BE49-F238E27FC236}">
                    <a16:creationId xmlns:a16="http://schemas.microsoft.com/office/drawing/2014/main" id="{4C20385A-F354-4690-9150-422CAC80E1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653" name="Arc 7">
                  <a:extLst>
                    <a:ext uri="{FF2B5EF4-FFF2-40B4-BE49-F238E27FC236}">
                      <a16:creationId xmlns:a16="http://schemas.microsoft.com/office/drawing/2014/main" id="{2ADF785B-2F86-4CB4-8D72-C070C91103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654" name="Arc 8">
                  <a:extLst>
                    <a:ext uri="{FF2B5EF4-FFF2-40B4-BE49-F238E27FC236}">
                      <a16:creationId xmlns:a16="http://schemas.microsoft.com/office/drawing/2014/main" id="{44D3204D-DF84-4032-9149-1DE28FA336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616" name="Line 12">
                <a:extLst>
                  <a:ext uri="{FF2B5EF4-FFF2-40B4-BE49-F238E27FC236}">
                    <a16:creationId xmlns:a16="http://schemas.microsoft.com/office/drawing/2014/main" id="{2EDF8081-FC13-460C-8311-8EFFF73380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617" name="Group 56">
                <a:extLst>
                  <a:ext uri="{FF2B5EF4-FFF2-40B4-BE49-F238E27FC236}">
                    <a16:creationId xmlns:a16="http://schemas.microsoft.com/office/drawing/2014/main" id="{711B93EE-2321-4BFF-8FF5-122FA88C10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649" name="Line 15">
                  <a:extLst>
                    <a:ext uri="{FF2B5EF4-FFF2-40B4-BE49-F238E27FC236}">
                      <a16:creationId xmlns:a16="http://schemas.microsoft.com/office/drawing/2014/main" id="{B4E73228-9846-43E5-93BC-D8BF549D7D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50" name="Line 16">
                  <a:extLst>
                    <a:ext uri="{FF2B5EF4-FFF2-40B4-BE49-F238E27FC236}">
                      <a16:creationId xmlns:a16="http://schemas.microsoft.com/office/drawing/2014/main" id="{CF6C8F3C-6BBC-4965-A798-2EC5465132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51" name="Line 17">
                  <a:extLst>
                    <a:ext uri="{FF2B5EF4-FFF2-40B4-BE49-F238E27FC236}">
                      <a16:creationId xmlns:a16="http://schemas.microsoft.com/office/drawing/2014/main" id="{2FC9AAA4-F914-4F3E-900C-184C560F26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52" name="Line 18">
                  <a:extLst>
                    <a:ext uri="{FF2B5EF4-FFF2-40B4-BE49-F238E27FC236}">
                      <a16:creationId xmlns:a16="http://schemas.microsoft.com/office/drawing/2014/main" id="{339709C1-BFA6-43D8-9093-6A7F77174A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618" name="Line 43">
                <a:extLst>
                  <a:ext uri="{FF2B5EF4-FFF2-40B4-BE49-F238E27FC236}">
                    <a16:creationId xmlns:a16="http://schemas.microsoft.com/office/drawing/2014/main" id="{145B3754-ECA0-4B7F-A268-BA892BBAF1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19" name="Line 44">
                <a:extLst>
                  <a:ext uri="{FF2B5EF4-FFF2-40B4-BE49-F238E27FC236}">
                    <a16:creationId xmlns:a16="http://schemas.microsoft.com/office/drawing/2014/main" id="{A69291D5-1B51-40A5-8748-A006EE5E78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20" name="Line 45">
                <a:extLst>
                  <a:ext uri="{FF2B5EF4-FFF2-40B4-BE49-F238E27FC236}">
                    <a16:creationId xmlns:a16="http://schemas.microsoft.com/office/drawing/2014/main" id="{7B1298A1-E346-4390-A474-4578D74639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21" name="Line 46">
                <a:extLst>
                  <a:ext uri="{FF2B5EF4-FFF2-40B4-BE49-F238E27FC236}">
                    <a16:creationId xmlns:a16="http://schemas.microsoft.com/office/drawing/2014/main" id="{BAF15FFE-637E-4EFA-A557-33DE0DB9FE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22" name="Line 47">
                <a:extLst>
                  <a:ext uri="{FF2B5EF4-FFF2-40B4-BE49-F238E27FC236}">
                    <a16:creationId xmlns:a16="http://schemas.microsoft.com/office/drawing/2014/main" id="{261B051D-DD25-44D6-823E-17E164B872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23" name="Line 48">
                <a:extLst>
                  <a:ext uri="{FF2B5EF4-FFF2-40B4-BE49-F238E27FC236}">
                    <a16:creationId xmlns:a16="http://schemas.microsoft.com/office/drawing/2014/main" id="{93B4B5D9-0E04-4A1C-B45E-E6E31AEC57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24" name="Line 50">
                <a:extLst>
                  <a:ext uri="{FF2B5EF4-FFF2-40B4-BE49-F238E27FC236}">
                    <a16:creationId xmlns:a16="http://schemas.microsoft.com/office/drawing/2014/main" id="{815398C6-5960-4DEB-AF8C-8CCEAC0E0A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25" name="Line 51">
                <a:extLst>
                  <a:ext uri="{FF2B5EF4-FFF2-40B4-BE49-F238E27FC236}">
                    <a16:creationId xmlns:a16="http://schemas.microsoft.com/office/drawing/2014/main" id="{8D71311E-4C71-4334-B4F3-2901E7E78A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26" name="Line 52">
                <a:extLst>
                  <a:ext uri="{FF2B5EF4-FFF2-40B4-BE49-F238E27FC236}">
                    <a16:creationId xmlns:a16="http://schemas.microsoft.com/office/drawing/2014/main" id="{0A70EC59-2D04-4357-8C8E-87EE83261D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27" name="AutoShape 53" descr="Wide downward diagonal">
                <a:extLst>
                  <a:ext uri="{FF2B5EF4-FFF2-40B4-BE49-F238E27FC236}">
                    <a16:creationId xmlns:a16="http://schemas.microsoft.com/office/drawing/2014/main" id="{E9B9584B-2F53-4BE9-AE8C-3F0B84431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628" name="AutoShape 54" descr="Wide downward diagonal">
                <a:extLst>
                  <a:ext uri="{FF2B5EF4-FFF2-40B4-BE49-F238E27FC236}">
                    <a16:creationId xmlns:a16="http://schemas.microsoft.com/office/drawing/2014/main" id="{F63F61BB-B140-4C9F-A305-1F30F32112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629" name="Group 57">
                <a:extLst>
                  <a:ext uri="{FF2B5EF4-FFF2-40B4-BE49-F238E27FC236}">
                    <a16:creationId xmlns:a16="http://schemas.microsoft.com/office/drawing/2014/main" id="{98436603-EC7C-4190-A1A1-0315CDE195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645" name="Line 58">
                  <a:extLst>
                    <a:ext uri="{FF2B5EF4-FFF2-40B4-BE49-F238E27FC236}">
                      <a16:creationId xmlns:a16="http://schemas.microsoft.com/office/drawing/2014/main" id="{23D885C4-9947-435B-8199-3C11344E7D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46" name="Line 59">
                  <a:extLst>
                    <a:ext uri="{FF2B5EF4-FFF2-40B4-BE49-F238E27FC236}">
                      <a16:creationId xmlns:a16="http://schemas.microsoft.com/office/drawing/2014/main" id="{183AD20C-F187-4450-B373-56431E09CF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47" name="Line 60">
                  <a:extLst>
                    <a:ext uri="{FF2B5EF4-FFF2-40B4-BE49-F238E27FC236}">
                      <a16:creationId xmlns:a16="http://schemas.microsoft.com/office/drawing/2014/main" id="{EFEE72A7-AE6E-4757-A064-6FAA7FB65B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48" name="Line 61">
                  <a:extLst>
                    <a:ext uri="{FF2B5EF4-FFF2-40B4-BE49-F238E27FC236}">
                      <a16:creationId xmlns:a16="http://schemas.microsoft.com/office/drawing/2014/main" id="{3A7758F9-F06C-453B-9190-9A682ED517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30" name="Group 62">
                <a:extLst>
                  <a:ext uri="{FF2B5EF4-FFF2-40B4-BE49-F238E27FC236}">
                    <a16:creationId xmlns:a16="http://schemas.microsoft.com/office/drawing/2014/main" id="{3EDEAAE4-E0FE-4F94-8A95-B0BCCAA182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641" name="Line 63">
                  <a:extLst>
                    <a:ext uri="{FF2B5EF4-FFF2-40B4-BE49-F238E27FC236}">
                      <a16:creationId xmlns:a16="http://schemas.microsoft.com/office/drawing/2014/main" id="{FFE29F17-319B-432D-8DAC-2309603D0B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42" name="Line 64">
                  <a:extLst>
                    <a:ext uri="{FF2B5EF4-FFF2-40B4-BE49-F238E27FC236}">
                      <a16:creationId xmlns:a16="http://schemas.microsoft.com/office/drawing/2014/main" id="{9C6D1537-5A35-423D-BA88-4C3ED6F03E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43" name="Line 65">
                  <a:extLst>
                    <a:ext uri="{FF2B5EF4-FFF2-40B4-BE49-F238E27FC236}">
                      <a16:creationId xmlns:a16="http://schemas.microsoft.com/office/drawing/2014/main" id="{CF93982C-133A-4E82-AC57-DF94FC3173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44" name="Line 66">
                  <a:extLst>
                    <a:ext uri="{FF2B5EF4-FFF2-40B4-BE49-F238E27FC236}">
                      <a16:creationId xmlns:a16="http://schemas.microsoft.com/office/drawing/2014/main" id="{C510C06D-CB53-4B5D-93DB-D6F75BFDBC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31" name="Group 67">
                <a:extLst>
                  <a:ext uri="{FF2B5EF4-FFF2-40B4-BE49-F238E27FC236}">
                    <a16:creationId xmlns:a16="http://schemas.microsoft.com/office/drawing/2014/main" id="{03978CE9-628B-4EB2-86DC-66B2222598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637" name="Line 68">
                  <a:extLst>
                    <a:ext uri="{FF2B5EF4-FFF2-40B4-BE49-F238E27FC236}">
                      <a16:creationId xmlns:a16="http://schemas.microsoft.com/office/drawing/2014/main" id="{F862179C-0E5D-48B2-9235-C35B7443BB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38" name="Line 69">
                  <a:extLst>
                    <a:ext uri="{FF2B5EF4-FFF2-40B4-BE49-F238E27FC236}">
                      <a16:creationId xmlns:a16="http://schemas.microsoft.com/office/drawing/2014/main" id="{D4598109-ADC2-4876-BC94-AB55251EC0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39" name="Line 70">
                  <a:extLst>
                    <a:ext uri="{FF2B5EF4-FFF2-40B4-BE49-F238E27FC236}">
                      <a16:creationId xmlns:a16="http://schemas.microsoft.com/office/drawing/2014/main" id="{396F803F-88E7-48C9-B823-155E438CB0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40" name="Line 71">
                  <a:extLst>
                    <a:ext uri="{FF2B5EF4-FFF2-40B4-BE49-F238E27FC236}">
                      <a16:creationId xmlns:a16="http://schemas.microsoft.com/office/drawing/2014/main" id="{D934C87C-6F57-4048-BA36-025A548244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632" name="Group 72">
                <a:extLst>
                  <a:ext uri="{FF2B5EF4-FFF2-40B4-BE49-F238E27FC236}">
                    <a16:creationId xmlns:a16="http://schemas.microsoft.com/office/drawing/2014/main" id="{E3BEA2F3-7EDD-45DA-8F52-A8E795D62F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633" name="Line 73">
                  <a:extLst>
                    <a:ext uri="{FF2B5EF4-FFF2-40B4-BE49-F238E27FC236}">
                      <a16:creationId xmlns:a16="http://schemas.microsoft.com/office/drawing/2014/main" id="{8588631B-3CF6-42E1-AD13-C3E64FB480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34" name="Line 74">
                  <a:extLst>
                    <a:ext uri="{FF2B5EF4-FFF2-40B4-BE49-F238E27FC236}">
                      <a16:creationId xmlns:a16="http://schemas.microsoft.com/office/drawing/2014/main" id="{0F05C286-8A4E-4934-8013-A6CD39BE27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35" name="Line 75">
                  <a:extLst>
                    <a:ext uri="{FF2B5EF4-FFF2-40B4-BE49-F238E27FC236}">
                      <a16:creationId xmlns:a16="http://schemas.microsoft.com/office/drawing/2014/main" id="{42E87C0B-10A8-413D-8AA3-E5B5A662BB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36" name="Line 76">
                  <a:extLst>
                    <a:ext uri="{FF2B5EF4-FFF2-40B4-BE49-F238E27FC236}">
                      <a16:creationId xmlns:a16="http://schemas.microsoft.com/office/drawing/2014/main" id="{7C16B0C9-1B60-49A8-B989-4E150E5356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514" name="Group 77">
              <a:extLst>
                <a:ext uri="{FF2B5EF4-FFF2-40B4-BE49-F238E27FC236}">
                  <a16:creationId xmlns:a16="http://schemas.microsoft.com/office/drawing/2014/main" id="{EC19683B-23CA-49C8-8698-9FCFB8C6E5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7399" y="3826882"/>
              <a:ext cx="1885950" cy="228600"/>
              <a:chOff x="1872" y="2160"/>
              <a:chExt cx="3456" cy="528"/>
            </a:xfrm>
          </p:grpSpPr>
          <p:grpSp>
            <p:nvGrpSpPr>
              <p:cNvPr id="571" name="Group 10">
                <a:extLst>
                  <a:ext uri="{FF2B5EF4-FFF2-40B4-BE49-F238E27FC236}">
                    <a16:creationId xmlns:a16="http://schemas.microsoft.com/office/drawing/2014/main" id="{B5EC1EFF-C42C-42F3-BC91-C215C2B3A9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612" name="Arc 5">
                  <a:extLst>
                    <a:ext uri="{FF2B5EF4-FFF2-40B4-BE49-F238E27FC236}">
                      <a16:creationId xmlns:a16="http://schemas.microsoft.com/office/drawing/2014/main" id="{AA312CD7-274D-49F4-B001-88B8CA35B8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613" name="Arc 6">
                  <a:extLst>
                    <a:ext uri="{FF2B5EF4-FFF2-40B4-BE49-F238E27FC236}">
                      <a16:creationId xmlns:a16="http://schemas.microsoft.com/office/drawing/2014/main" id="{4BA26FE4-64C7-46C4-95D9-9D331C91B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572" name="Group 9">
                <a:extLst>
                  <a:ext uri="{FF2B5EF4-FFF2-40B4-BE49-F238E27FC236}">
                    <a16:creationId xmlns:a16="http://schemas.microsoft.com/office/drawing/2014/main" id="{BD99FA4C-5860-464F-B5F1-8528143A3E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610" name="Arc 7">
                  <a:extLst>
                    <a:ext uri="{FF2B5EF4-FFF2-40B4-BE49-F238E27FC236}">
                      <a16:creationId xmlns:a16="http://schemas.microsoft.com/office/drawing/2014/main" id="{42FC8688-1A9E-4AAE-AAA2-122909993B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611" name="Arc 8">
                  <a:extLst>
                    <a:ext uri="{FF2B5EF4-FFF2-40B4-BE49-F238E27FC236}">
                      <a16:creationId xmlns:a16="http://schemas.microsoft.com/office/drawing/2014/main" id="{3A96EE38-1888-468A-A472-FE2FAD6DB2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573" name="Line 12">
                <a:extLst>
                  <a:ext uri="{FF2B5EF4-FFF2-40B4-BE49-F238E27FC236}">
                    <a16:creationId xmlns:a16="http://schemas.microsoft.com/office/drawing/2014/main" id="{1BCACD77-E45A-4614-83C9-5E482E8A04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574" name="Group 56">
                <a:extLst>
                  <a:ext uri="{FF2B5EF4-FFF2-40B4-BE49-F238E27FC236}">
                    <a16:creationId xmlns:a16="http://schemas.microsoft.com/office/drawing/2014/main" id="{76362BCC-6E5D-4AAB-86F9-B9F7324E30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606" name="Line 15">
                  <a:extLst>
                    <a:ext uri="{FF2B5EF4-FFF2-40B4-BE49-F238E27FC236}">
                      <a16:creationId xmlns:a16="http://schemas.microsoft.com/office/drawing/2014/main" id="{191DCD9C-BDB2-4436-9665-F6BBE4AA9F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07" name="Line 16">
                  <a:extLst>
                    <a:ext uri="{FF2B5EF4-FFF2-40B4-BE49-F238E27FC236}">
                      <a16:creationId xmlns:a16="http://schemas.microsoft.com/office/drawing/2014/main" id="{E92A5D04-6C31-4C2E-9F96-70276E8AC1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08" name="Line 17">
                  <a:extLst>
                    <a:ext uri="{FF2B5EF4-FFF2-40B4-BE49-F238E27FC236}">
                      <a16:creationId xmlns:a16="http://schemas.microsoft.com/office/drawing/2014/main" id="{30CC435C-0EE5-4357-9827-1B32CD0DFE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09" name="Line 18">
                  <a:extLst>
                    <a:ext uri="{FF2B5EF4-FFF2-40B4-BE49-F238E27FC236}">
                      <a16:creationId xmlns:a16="http://schemas.microsoft.com/office/drawing/2014/main" id="{85D12558-30B7-437A-B9A9-4E448D4CB2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575" name="Line 43">
                <a:extLst>
                  <a:ext uri="{FF2B5EF4-FFF2-40B4-BE49-F238E27FC236}">
                    <a16:creationId xmlns:a16="http://schemas.microsoft.com/office/drawing/2014/main" id="{E49CB6B9-3666-45D3-A866-F9C071AB0D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6" name="Line 44">
                <a:extLst>
                  <a:ext uri="{FF2B5EF4-FFF2-40B4-BE49-F238E27FC236}">
                    <a16:creationId xmlns:a16="http://schemas.microsoft.com/office/drawing/2014/main" id="{C9828B73-6F1F-4BBC-B3A1-FA42C37534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7" name="Line 45">
                <a:extLst>
                  <a:ext uri="{FF2B5EF4-FFF2-40B4-BE49-F238E27FC236}">
                    <a16:creationId xmlns:a16="http://schemas.microsoft.com/office/drawing/2014/main" id="{E3AE5653-037C-433A-8C76-725BD825DF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8" name="Line 46">
                <a:extLst>
                  <a:ext uri="{FF2B5EF4-FFF2-40B4-BE49-F238E27FC236}">
                    <a16:creationId xmlns:a16="http://schemas.microsoft.com/office/drawing/2014/main" id="{7C221B39-A454-4EC1-BFC9-66838D4C85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9" name="Line 47">
                <a:extLst>
                  <a:ext uri="{FF2B5EF4-FFF2-40B4-BE49-F238E27FC236}">
                    <a16:creationId xmlns:a16="http://schemas.microsoft.com/office/drawing/2014/main" id="{AF49C08F-6E68-4D3D-B869-CBF9B965C0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0" name="Line 48">
                <a:extLst>
                  <a:ext uri="{FF2B5EF4-FFF2-40B4-BE49-F238E27FC236}">
                    <a16:creationId xmlns:a16="http://schemas.microsoft.com/office/drawing/2014/main" id="{30C893FA-493A-4372-961C-2C9614B57B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1" name="Line 50">
                <a:extLst>
                  <a:ext uri="{FF2B5EF4-FFF2-40B4-BE49-F238E27FC236}">
                    <a16:creationId xmlns:a16="http://schemas.microsoft.com/office/drawing/2014/main" id="{20BE69FF-B4F9-4D87-85EE-707B7D6025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2" name="Line 51">
                <a:extLst>
                  <a:ext uri="{FF2B5EF4-FFF2-40B4-BE49-F238E27FC236}">
                    <a16:creationId xmlns:a16="http://schemas.microsoft.com/office/drawing/2014/main" id="{A095C13D-E8E5-43B8-A8CD-BD3A71CB9A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3" name="Line 52">
                <a:extLst>
                  <a:ext uri="{FF2B5EF4-FFF2-40B4-BE49-F238E27FC236}">
                    <a16:creationId xmlns:a16="http://schemas.microsoft.com/office/drawing/2014/main" id="{1F98F30B-BA24-4EB0-8497-6850E76513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4" name="AutoShape 53" descr="Wide downward diagonal">
                <a:extLst>
                  <a:ext uri="{FF2B5EF4-FFF2-40B4-BE49-F238E27FC236}">
                    <a16:creationId xmlns:a16="http://schemas.microsoft.com/office/drawing/2014/main" id="{8CF3E825-0B0D-4F41-BD21-5E231AAA61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5" name="AutoShape 54" descr="Wide downward diagonal">
                <a:extLst>
                  <a:ext uri="{FF2B5EF4-FFF2-40B4-BE49-F238E27FC236}">
                    <a16:creationId xmlns:a16="http://schemas.microsoft.com/office/drawing/2014/main" id="{68369245-1C0C-4A86-9E62-F8AEF423FE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586" name="Group 57">
                <a:extLst>
                  <a:ext uri="{FF2B5EF4-FFF2-40B4-BE49-F238E27FC236}">
                    <a16:creationId xmlns:a16="http://schemas.microsoft.com/office/drawing/2014/main" id="{5819F0B1-3CD2-486C-8B68-373717BC3A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602" name="Line 58">
                  <a:extLst>
                    <a:ext uri="{FF2B5EF4-FFF2-40B4-BE49-F238E27FC236}">
                      <a16:creationId xmlns:a16="http://schemas.microsoft.com/office/drawing/2014/main" id="{B5AB767D-D3D1-4F1A-BA30-02315BA5EB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03" name="Line 59">
                  <a:extLst>
                    <a:ext uri="{FF2B5EF4-FFF2-40B4-BE49-F238E27FC236}">
                      <a16:creationId xmlns:a16="http://schemas.microsoft.com/office/drawing/2014/main" id="{3B4BE8BF-4F3D-4E22-9805-B5DD039610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04" name="Line 60">
                  <a:extLst>
                    <a:ext uri="{FF2B5EF4-FFF2-40B4-BE49-F238E27FC236}">
                      <a16:creationId xmlns:a16="http://schemas.microsoft.com/office/drawing/2014/main" id="{CA41855C-BA84-4C47-BB03-27B1176239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05" name="Line 61">
                  <a:extLst>
                    <a:ext uri="{FF2B5EF4-FFF2-40B4-BE49-F238E27FC236}">
                      <a16:creationId xmlns:a16="http://schemas.microsoft.com/office/drawing/2014/main" id="{D1D0A4E2-F4DA-47A5-9F37-4F798A95E0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587" name="Group 62">
                <a:extLst>
                  <a:ext uri="{FF2B5EF4-FFF2-40B4-BE49-F238E27FC236}">
                    <a16:creationId xmlns:a16="http://schemas.microsoft.com/office/drawing/2014/main" id="{F10415EF-824D-4594-9604-EE4E5406D8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598" name="Line 63">
                  <a:extLst>
                    <a:ext uri="{FF2B5EF4-FFF2-40B4-BE49-F238E27FC236}">
                      <a16:creationId xmlns:a16="http://schemas.microsoft.com/office/drawing/2014/main" id="{AB0A7EAB-8421-4012-935F-0BB4BD227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99" name="Line 64">
                  <a:extLst>
                    <a:ext uri="{FF2B5EF4-FFF2-40B4-BE49-F238E27FC236}">
                      <a16:creationId xmlns:a16="http://schemas.microsoft.com/office/drawing/2014/main" id="{6EC795BA-6C17-432B-B49B-9529DC18E1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00" name="Line 65">
                  <a:extLst>
                    <a:ext uri="{FF2B5EF4-FFF2-40B4-BE49-F238E27FC236}">
                      <a16:creationId xmlns:a16="http://schemas.microsoft.com/office/drawing/2014/main" id="{4113F123-6403-42C2-8694-E82613A8F5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601" name="Line 66">
                  <a:extLst>
                    <a:ext uri="{FF2B5EF4-FFF2-40B4-BE49-F238E27FC236}">
                      <a16:creationId xmlns:a16="http://schemas.microsoft.com/office/drawing/2014/main" id="{33FB0659-AFC8-4995-B3D1-32B2EE870D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588" name="Group 67">
                <a:extLst>
                  <a:ext uri="{FF2B5EF4-FFF2-40B4-BE49-F238E27FC236}">
                    <a16:creationId xmlns:a16="http://schemas.microsoft.com/office/drawing/2014/main" id="{74A9FCB1-3C55-4170-A285-FEE040F9C4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594" name="Line 68">
                  <a:extLst>
                    <a:ext uri="{FF2B5EF4-FFF2-40B4-BE49-F238E27FC236}">
                      <a16:creationId xmlns:a16="http://schemas.microsoft.com/office/drawing/2014/main" id="{39B10638-CCA6-4B5B-A035-867D9B7D85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95" name="Line 69">
                  <a:extLst>
                    <a:ext uri="{FF2B5EF4-FFF2-40B4-BE49-F238E27FC236}">
                      <a16:creationId xmlns:a16="http://schemas.microsoft.com/office/drawing/2014/main" id="{C269AD4C-590C-4845-96A6-243FF54901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96" name="Line 70">
                  <a:extLst>
                    <a:ext uri="{FF2B5EF4-FFF2-40B4-BE49-F238E27FC236}">
                      <a16:creationId xmlns:a16="http://schemas.microsoft.com/office/drawing/2014/main" id="{6E21B77B-CEAC-4271-8A14-79F4893AE9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97" name="Line 71">
                  <a:extLst>
                    <a:ext uri="{FF2B5EF4-FFF2-40B4-BE49-F238E27FC236}">
                      <a16:creationId xmlns:a16="http://schemas.microsoft.com/office/drawing/2014/main" id="{DF1EC6CE-0C75-45A9-ACCF-C78E3A0F9B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589" name="Group 72">
                <a:extLst>
                  <a:ext uri="{FF2B5EF4-FFF2-40B4-BE49-F238E27FC236}">
                    <a16:creationId xmlns:a16="http://schemas.microsoft.com/office/drawing/2014/main" id="{7BC9B999-C799-4A42-A703-087629606A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590" name="Line 73">
                  <a:extLst>
                    <a:ext uri="{FF2B5EF4-FFF2-40B4-BE49-F238E27FC236}">
                      <a16:creationId xmlns:a16="http://schemas.microsoft.com/office/drawing/2014/main" id="{6CB3F62A-C53E-4B8D-A295-26F040FC98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91" name="Line 74">
                  <a:extLst>
                    <a:ext uri="{FF2B5EF4-FFF2-40B4-BE49-F238E27FC236}">
                      <a16:creationId xmlns:a16="http://schemas.microsoft.com/office/drawing/2014/main" id="{7267E7A4-5D39-4021-8654-F258454E86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92" name="Line 75">
                  <a:extLst>
                    <a:ext uri="{FF2B5EF4-FFF2-40B4-BE49-F238E27FC236}">
                      <a16:creationId xmlns:a16="http://schemas.microsoft.com/office/drawing/2014/main" id="{1A968AF8-E3F6-4591-B1E5-46DC558486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93" name="Line 76">
                  <a:extLst>
                    <a:ext uri="{FF2B5EF4-FFF2-40B4-BE49-F238E27FC236}">
                      <a16:creationId xmlns:a16="http://schemas.microsoft.com/office/drawing/2014/main" id="{FD064A67-86E6-47A2-BE6C-351696DEA8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515" name="Group 77">
              <a:extLst>
                <a:ext uri="{FF2B5EF4-FFF2-40B4-BE49-F238E27FC236}">
                  <a16:creationId xmlns:a16="http://schemas.microsoft.com/office/drawing/2014/main" id="{33D3EC0D-3BBC-42B8-9F10-55B2D56417AA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915887" y="3831049"/>
              <a:ext cx="1885950" cy="228600"/>
              <a:chOff x="1872" y="2160"/>
              <a:chExt cx="3456" cy="528"/>
            </a:xfrm>
          </p:grpSpPr>
          <p:grpSp>
            <p:nvGrpSpPr>
              <p:cNvPr id="528" name="Group 10">
                <a:extLst>
                  <a:ext uri="{FF2B5EF4-FFF2-40B4-BE49-F238E27FC236}">
                    <a16:creationId xmlns:a16="http://schemas.microsoft.com/office/drawing/2014/main" id="{5A6C9307-1032-42C5-B316-B618A785E3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431"/>
                <a:ext cx="3456" cy="222"/>
                <a:chOff x="1776" y="2160"/>
                <a:chExt cx="2208" cy="96"/>
              </a:xfrm>
            </p:grpSpPr>
            <p:sp>
              <p:nvSpPr>
                <p:cNvPr id="569" name="Arc 5">
                  <a:extLst>
                    <a:ext uri="{FF2B5EF4-FFF2-40B4-BE49-F238E27FC236}">
                      <a16:creationId xmlns:a16="http://schemas.microsoft.com/office/drawing/2014/main" id="{2D2FFFD4-C7EA-4FF3-8677-C6A49E1E1D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570" name="Arc 6">
                  <a:extLst>
                    <a:ext uri="{FF2B5EF4-FFF2-40B4-BE49-F238E27FC236}">
                      <a16:creationId xmlns:a16="http://schemas.microsoft.com/office/drawing/2014/main" id="{30EE875D-36E9-4C35-9F6D-6937CA67A8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776" y="2160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grpSp>
            <p:nvGrpSpPr>
              <p:cNvPr id="529" name="Group 9">
                <a:extLst>
                  <a:ext uri="{FF2B5EF4-FFF2-40B4-BE49-F238E27FC236}">
                    <a16:creationId xmlns:a16="http://schemas.microsoft.com/office/drawing/2014/main" id="{3674D714-04F1-42FE-9BC9-89496E24DE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72" y="2209"/>
                <a:ext cx="3456" cy="222"/>
                <a:chOff x="1776" y="2256"/>
                <a:chExt cx="2208" cy="96"/>
              </a:xfrm>
            </p:grpSpPr>
            <p:sp>
              <p:nvSpPr>
                <p:cNvPr id="567" name="Arc 7">
                  <a:extLst>
                    <a:ext uri="{FF2B5EF4-FFF2-40B4-BE49-F238E27FC236}">
                      <a16:creationId xmlns:a16="http://schemas.microsoft.com/office/drawing/2014/main" id="{5A854652-BEFE-4ECC-B1DE-B8D0744A43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880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568" name="Arc 8">
                  <a:extLst>
                    <a:ext uri="{FF2B5EF4-FFF2-40B4-BE49-F238E27FC236}">
                      <a16:creationId xmlns:a16="http://schemas.microsoft.com/office/drawing/2014/main" id="{07923860-FE36-4967-B450-8F902AB24F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776" y="2256"/>
                  <a:ext cx="1104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  <p:sp>
            <p:nvSpPr>
              <p:cNvPr id="530" name="Line 12">
                <a:extLst>
                  <a:ext uri="{FF2B5EF4-FFF2-40B4-BE49-F238E27FC236}">
                    <a16:creationId xmlns:a16="http://schemas.microsoft.com/office/drawing/2014/main" id="{EA57BF2F-AA18-4B72-89D0-104D38F82D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431"/>
                <a:ext cx="3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531" name="Group 56">
                <a:extLst>
                  <a:ext uri="{FF2B5EF4-FFF2-40B4-BE49-F238E27FC236}">
                    <a16:creationId xmlns:a16="http://schemas.microsoft.com/office/drawing/2014/main" id="{85FDA653-D37C-48FC-A9C7-9D4308FCF7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206"/>
                <a:ext cx="242" cy="448"/>
                <a:chOff x="3484" y="2206"/>
                <a:chExt cx="242" cy="448"/>
              </a:xfrm>
            </p:grpSpPr>
            <p:sp>
              <p:nvSpPr>
                <p:cNvPr id="563" name="Line 15">
                  <a:extLst>
                    <a:ext uri="{FF2B5EF4-FFF2-40B4-BE49-F238E27FC236}">
                      <a16:creationId xmlns:a16="http://schemas.microsoft.com/office/drawing/2014/main" id="{28B0154B-A24B-4C21-818C-91E314DC51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64" name="Line 16">
                  <a:extLst>
                    <a:ext uri="{FF2B5EF4-FFF2-40B4-BE49-F238E27FC236}">
                      <a16:creationId xmlns:a16="http://schemas.microsoft.com/office/drawing/2014/main" id="{B6DDF6C8-3F1F-4D21-8C6E-5D423D912A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65" name="Line 17">
                  <a:extLst>
                    <a:ext uri="{FF2B5EF4-FFF2-40B4-BE49-F238E27FC236}">
                      <a16:creationId xmlns:a16="http://schemas.microsoft.com/office/drawing/2014/main" id="{DA32041A-C235-4188-A7A7-572A52447A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66" name="Line 18">
                  <a:extLst>
                    <a:ext uri="{FF2B5EF4-FFF2-40B4-BE49-F238E27FC236}">
                      <a16:creationId xmlns:a16="http://schemas.microsoft.com/office/drawing/2014/main" id="{7A373CD6-9008-40A0-AAE9-F6A532249A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532" name="Line 43">
                <a:extLst>
                  <a:ext uri="{FF2B5EF4-FFF2-40B4-BE49-F238E27FC236}">
                    <a16:creationId xmlns:a16="http://schemas.microsoft.com/office/drawing/2014/main" id="{AE6C8B6A-31E4-4285-91AE-00D097FE36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4" y="2211"/>
                <a:ext cx="0" cy="42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3" name="Line 44">
                <a:extLst>
                  <a:ext uri="{FF2B5EF4-FFF2-40B4-BE49-F238E27FC236}">
                    <a16:creationId xmlns:a16="http://schemas.microsoft.com/office/drawing/2014/main" id="{60BA4405-502C-4DE6-B3DB-642B295542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208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4" name="Line 45">
                <a:extLst>
                  <a:ext uri="{FF2B5EF4-FFF2-40B4-BE49-F238E27FC236}">
                    <a16:creationId xmlns:a16="http://schemas.microsoft.com/office/drawing/2014/main" id="{72DD3869-C2EA-466C-A5C7-C4CA370537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8" y="2429"/>
                <a:ext cx="105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5" name="Line 46">
                <a:extLst>
                  <a:ext uri="{FF2B5EF4-FFF2-40B4-BE49-F238E27FC236}">
                    <a16:creationId xmlns:a16="http://schemas.microsoft.com/office/drawing/2014/main" id="{E31BB330-5926-436F-84EA-46E89E0A12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2213"/>
                <a:ext cx="106" cy="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6" name="Line 47">
                <a:extLst>
                  <a:ext uri="{FF2B5EF4-FFF2-40B4-BE49-F238E27FC236}">
                    <a16:creationId xmlns:a16="http://schemas.microsoft.com/office/drawing/2014/main" id="{623C22F3-C5C0-409D-8847-40C3F435D0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2428"/>
                <a:ext cx="106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7" name="Line 48">
                <a:extLst>
                  <a:ext uri="{FF2B5EF4-FFF2-40B4-BE49-F238E27FC236}">
                    <a16:creationId xmlns:a16="http://schemas.microsoft.com/office/drawing/2014/main" id="{DCF08C6D-BF3F-4DC6-B591-0EA587DC41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3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8" name="Line 50">
                <a:extLst>
                  <a:ext uri="{FF2B5EF4-FFF2-40B4-BE49-F238E27FC236}">
                    <a16:creationId xmlns:a16="http://schemas.microsoft.com/office/drawing/2014/main" id="{65A1F038-D584-4EB9-A1C4-B852E79ECE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2" y="237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9" name="Line 51">
                <a:extLst>
                  <a:ext uri="{FF2B5EF4-FFF2-40B4-BE49-F238E27FC236}">
                    <a16:creationId xmlns:a16="http://schemas.microsoft.com/office/drawing/2014/main" id="{1C131C85-F0FE-4E66-AAEA-627E3C66AD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9" y="2377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40" name="Line 52">
                <a:extLst>
                  <a:ext uri="{FF2B5EF4-FFF2-40B4-BE49-F238E27FC236}">
                    <a16:creationId xmlns:a16="http://schemas.microsoft.com/office/drawing/2014/main" id="{FD6A6460-7495-4FE1-8999-2708A371F5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91" y="2478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41" name="AutoShape 53" descr="Wide downward diagonal">
                <a:extLst>
                  <a:ext uri="{FF2B5EF4-FFF2-40B4-BE49-F238E27FC236}">
                    <a16:creationId xmlns:a16="http://schemas.microsoft.com/office/drawing/2014/main" id="{6E35C362-0328-4724-9247-4F53BAC44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5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42" name="AutoShape 54" descr="Wide downward diagonal">
                <a:extLst>
                  <a:ext uri="{FF2B5EF4-FFF2-40B4-BE49-F238E27FC236}">
                    <a16:creationId xmlns:a16="http://schemas.microsoft.com/office/drawing/2014/main" id="{FBE6FCE4-D892-420E-B95B-962ABB4F5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194" y="2160"/>
                <a:ext cx="47" cy="12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543" name="Group 57">
                <a:extLst>
                  <a:ext uri="{FF2B5EF4-FFF2-40B4-BE49-F238E27FC236}">
                    <a16:creationId xmlns:a16="http://schemas.microsoft.com/office/drawing/2014/main" id="{64F4FE02-FBE7-48E4-ABE8-0122FF12E8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216"/>
                <a:ext cx="242" cy="432"/>
                <a:chOff x="3484" y="2206"/>
                <a:chExt cx="242" cy="448"/>
              </a:xfrm>
            </p:grpSpPr>
            <p:sp>
              <p:nvSpPr>
                <p:cNvPr id="559" name="Line 58">
                  <a:extLst>
                    <a:ext uri="{FF2B5EF4-FFF2-40B4-BE49-F238E27FC236}">
                      <a16:creationId xmlns:a16="http://schemas.microsoft.com/office/drawing/2014/main" id="{4C917600-A474-479E-B473-709012612E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60" name="Line 59">
                  <a:extLst>
                    <a:ext uri="{FF2B5EF4-FFF2-40B4-BE49-F238E27FC236}">
                      <a16:creationId xmlns:a16="http://schemas.microsoft.com/office/drawing/2014/main" id="{4B59839C-5A51-43F4-821F-218F88B6EB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61" name="Line 60">
                  <a:extLst>
                    <a:ext uri="{FF2B5EF4-FFF2-40B4-BE49-F238E27FC236}">
                      <a16:creationId xmlns:a16="http://schemas.microsoft.com/office/drawing/2014/main" id="{440E3C30-7150-4E09-8835-1F968B30CE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62" name="Line 61">
                  <a:extLst>
                    <a:ext uri="{FF2B5EF4-FFF2-40B4-BE49-F238E27FC236}">
                      <a16:creationId xmlns:a16="http://schemas.microsoft.com/office/drawing/2014/main" id="{EC4A4936-F42B-44AF-AF37-CC31F10A7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544" name="Group 62">
                <a:extLst>
                  <a:ext uri="{FF2B5EF4-FFF2-40B4-BE49-F238E27FC236}">
                    <a16:creationId xmlns:a16="http://schemas.microsoft.com/office/drawing/2014/main" id="{B1F27B15-42F4-49DE-80D4-C01E8B9301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86" y="2264"/>
                <a:ext cx="242" cy="336"/>
                <a:chOff x="3484" y="2206"/>
                <a:chExt cx="242" cy="448"/>
              </a:xfrm>
            </p:grpSpPr>
            <p:sp>
              <p:nvSpPr>
                <p:cNvPr id="555" name="Line 63">
                  <a:extLst>
                    <a:ext uri="{FF2B5EF4-FFF2-40B4-BE49-F238E27FC236}">
                      <a16:creationId xmlns:a16="http://schemas.microsoft.com/office/drawing/2014/main" id="{B54A5509-ED24-400A-B2C5-9FA77215FE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56" name="Line 64">
                  <a:extLst>
                    <a:ext uri="{FF2B5EF4-FFF2-40B4-BE49-F238E27FC236}">
                      <a16:creationId xmlns:a16="http://schemas.microsoft.com/office/drawing/2014/main" id="{FB860175-0565-4ADC-81E3-AED9151FE5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57" name="Line 65">
                  <a:extLst>
                    <a:ext uri="{FF2B5EF4-FFF2-40B4-BE49-F238E27FC236}">
                      <a16:creationId xmlns:a16="http://schemas.microsoft.com/office/drawing/2014/main" id="{AB97C1B6-CCEC-496F-A334-40895D722F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58" name="Line 66">
                  <a:extLst>
                    <a:ext uri="{FF2B5EF4-FFF2-40B4-BE49-F238E27FC236}">
                      <a16:creationId xmlns:a16="http://schemas.microsoft.com/office/drawing/2014/main" id="{9CD08444-5A0F-4648-AD02-71F0EB5AFA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545" name="Group 67">
                <a:extLst>
                  <a:ext uri="{FF2B5EF4-FFF2-40B4-BE49-F238E27FC236}">
                    <a16:creationId xmlns:a16="http://schemas.microsoft.com/office/drawing/2014/main" id="{0043DDEE-9931-4503-8540-EE1F67F076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16"/>
                <a:ext cx="242" cy="432"/>
                <a:chOff x="3484" y="2206"/>
                <a:chExt cx="242" cy="448"/>
              </a:xfrm>
            </p:grpSpPr>
            <p:sp>
              <p:nvSpPr>
                <p:cNvPr id="551" name="Line 68">
                  <a:extLst>
                    <a:ext uri="{FF2B5EF4-FFF2-40B4-BE49-F238E27FC236}">
                      <a16:creationId xmlns:a16="http://schemas.microsoft.com/office/drawing/2014/main" id="{55518860-91BD-4DE8-9149-3BACB9F93D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52" name="Line 69">
                  <a:extLst>
                    <a:ext uri="{FF2B5EF4-FFF2-40B4-BE49-F238E27FC236}">
                      <a16:creationId xmlns:a16="http://schemas.microsoft.com/office/drawing/2014/main" id="{AC6E955F-3CE6-4207-A6A8-D38AD81185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53" name="Line 70">
                  <a:extLst>
                    <a:ext uri="{FF2B5EF4-FFF2-40B4-BE49-F238E27FC236}">
                      <a16:creationId xmlns:a16="http://schemas.microsoft.com/office/drawing/2014/main" id="{6354FB41-B2F8-4E4E-83A3-9EF9FE20B4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54" name="Line 71">
                  <a:extLst>
                    <a:ext uri="{FF2B5EF4-FFF2-40B4-BE49-F238E27FC236}">
                      <a16:creationId xmlns:a16="http://schemas.microsoft.com/office/drawing/2014/main" id="{AE94BE87-3588-4EF9-95CA-A2D00E19AC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546" name="Group 72">
                <a:extLst>
                  <a:ext uri="{FF2B5EF4-FFF2-40B4-BE49-F238E27FC236}">
                    <a16:creationId xmlns:a16="http://schemas.microsoft.com/office/drawing/2014/main" id="{660861B3-D9D4-4100-B328-19FF105340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66"/>
                <a:ext cx="242" cy="336"/>
                <a:chOff x="3484" y="2206"/>
                <a:chExt cx="242" cy="448"/>
              </a:xfrm>
            </p:grpSpPr>
            <p:sp>
              <p:nvSpPr>
                <p:cNvPr id="547" name="Line 73">
                  <a:extLst>
                    <a:ext uri="{FF2B5EF4-FFF2-40B4-BE49-F238E27FC236}">
                      <a16:creationId xmlns:a16="http://schemas.microsoft.com/office/drawing/2014/main" id="{4537661C-2801-4296-85DE-6946B8E2C0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5" y="2430"/>
                  <a:ext cx="121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48" name="Line 74">
                  <a:extLst>
                    <a:ext uri="{FF2B5EF4-FFF2-40B4-BE49-F238E27FC236}">
                      <a16:creationId xmlns:a16="http://schemas.microsoft.com/office/drawing/2014/main" id="{47D1C46E-5B95-4926-AA33-B6CC48DFCA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4" y="2208"/>
                  <a:ext cx="121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49" name="Line 75">
                  <a:extLst>
                    <a:ext uri="{FF2B5EF4-FFF2-40B4-BE49-F238E27FC236}">
                      <a16:creationId xmlns:a16="http://schemas.microsoft.com/office/drawing/2014/main" id="{9A7B43C9-FAA6-499E-B0B2-1D732C85BC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554" y="2257"/>
                  <a:ext cx="224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50" name="Line 76">
                  <a:extLst>
                    <a:ext uri="{FF2B5EF4-FFF2-40B4-BE49-F238E27FC236}">
                      <a16:creationId xmlns:a16="http://schemas.microsoft.com/office/drawing/2014/main" id="{A9C2AADA-530F-4CEF-8AC9-F14CDD047D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435" y="2479"/>
                  <a:ext cx="22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</p:grpSp>
        </p:grpSp>
        <p:grpSp>
          <p:nvGrpSpPr>
            <p:cNvPr id="516" name="Grupo 515">
              <a:extLst>
                <a:ext uri="{FF2B5EF4-FFF2-40B4-BE49-F238E27FC236}">
                  <a16:creationId xmlns:a16="http://schemas.microsoft.com/office/drawing/2014/main" id="{E480BF77-3689-4B1F-9AD7-832B4C973CEF}"/>
                </a:ext>
              </a:extLst>
            </p:cNvPr>
            <p:cNvGrpSpPr/>
            <p:nvPr/>
          </p:nvGrpSpPr>
          <p:grpSpPr>
            <a:xfrm rot="10800000">
              <a:off x="3786232" y="3831049"/>
              <a:ext cx="231924" cy="228600"/>
              <a:chOff x="5643563" y="1257300"/>
              <a:chExt cx="231924" cy="228600"/>
            </a:xfrm>
          </p:grpSpPr>
          <p:sp>
            <p:nvSpPr>
              <p:cNvPr id="517" name="Line 43">
                <a:extLst>
                  <a:ext uri="{FF2B5EF4-FFF2-40B4-BE49-F238E27FC236}">
                    <a16:creationId xmlns:a16="http://schemas.microsoft.com/office/drawing/2014/main" id="{AF208D05-643C-4881-BE88-978982AE01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21462" y="1279381"/>
                <a:ext cx="0" cy="184439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18" name="Line 44">
                <a:extLst>
                  <a:ext uri="{FF2B5EF4-FFF2-40B4-BE49-F238E27FC236}">
                    <a16:creationId xmlns:a16="http://schemas.microsoft.com/office/drawing/2014/main" id="{E2E3227D-7F76-4DF0-91F6-FBBE803CEB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74531" y="1278082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19" name="Line 45">
                <a:extLst>
                  <a:ext uri="{FF2B5EF4-FFF2-40B4-BE49-F238E27FC236}">
                    <a16:creationId xmlns:a16="http://schemas.microsoft.com/office/drawing/2014/main" id="{3750067A-1D4C-465F-B1C5-5836F36C17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8188" y="1373765"/>
                <a:ext cx="57299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20" name="Line 46">
                <a:extLst>
                  <a:ext uri="{FF2B5EF4-FFF2-40B4-BE49-F238E27FC236}">
                    <a16:creationId xmlns:a16="http://schemas.microsoft.com/office/drawing/2014/main" id="{BFFA2D96-9511-49E2-AC60-69789E7B12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6005" y="1280247"/>
                <a:ext cx="57845" cy="9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21" name="Line 47">
                <a:extLst>
                  <a:ext uri="{FF2B5EF4-FFF2-40B4-BE49-F238E27FC236}">
                    <a16:creationId xmlns:a16="http://schemas.microsoft.com/office/drawing/2014/main" id="{BF4F9953-3083-4700-A884-5594233064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6346" y="1373332"/>
                <a:ext cx="57845" cy="91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22" name="Line 48">
                <a:extLst>
                  <a:ext uri="{FF2B5EF4-FFF2-40B4-BE49-F238E27FC236}">
                    <a16:creationId xmlns:a16="http://schemas.microsoft.com/office/drawing/2014/main" id="{F2E5D5E1-4F55-4702-99F8-5D6E7A000F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3563" y="137419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23" name="Line 50">
                <a:extLst>
                  <a:ext uri="{FF2B5EF4-FFF2-40B4-BE49-F238E27FC236}">
                    <a16:creationId xmlns:a16="http://schemas.microsoft.com/office/drawing/2014/main" id="{B80EE016-B250-4DC7-91A8-4C45D58420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51202" y="1350818"/>
                <a:ext cx="130969" cy="20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24" name="Line 51">
                <a:extLst>
                  <a:ext uri="{FF2B5EF4-FFF2-40B4-BE49-F238E27FC236}">
                    <a16:creationId xmlns:a16="http://schemas.microsoft.com/office/drawing/2014/main" id="{A1691274-11EC-4486-9C24-C252690B8B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5077" y="1351251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25" name="Line 52">
                <a:extLst>
                  <a:ext uri="{FF2B5EF4-FFF2-40B4-BE49-F238E27FC236}">
                    <a16:creationId xmlns:a16="http://schemas.microsoft.com/office/drawing/2014/main" id="{11A31AE4-6EE5-40A1-85EB-DA88D8149C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6168" y="1394980"/>
                <a:ext cx="86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26" name="AutoShape 53" descr="Wide downward diagonal">
                <a:extLst>
                  <a:ext uri="{FF2B5EF4-FFF2-40B4-BE49-F238E27FC236}">
                    <a16:creationId xmlns:a16="http://schemas.microsoft.com/office/drawing/2014/main" id="{62C7B38E-81E1-4DA5-A966-9384B56269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430482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27" name="AutoShape 54" descr="Wide downward diagonal">
                <a:extLst>
                  <a:ext uri="{FF2B5EF4-FFF2-40B4-BE49-F238E27FC236}">
                    <a16:creationId xmlns:a16="http://schemas.microsoft.com/office/drawing/2014/main" id="{5BED8A16-9126-4DB6-9BB3-4660C798A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832376" y="1257300"/>
                <a:ext cx="25648" cy="55418"/>
              </a:xfrm>
              <a:prstGeom prst="flowChartAlternateProcess">
                <a:avLst/>
              </a:prstGeom>
              <a:pattFill prst="wdDnDiag">
                <a:fgClr>
                  <a:srgbClr val="808080"/>
                </a:fgClr>
                <a:bgClr>
                  <a:schemeClr val="tx2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cxnSp>
        <p:nvCxnSpPr>
          <p:cNvPr id="657" name="Conector recto 656">
            <a:extLst>
              <a:ext uri="{FF2B5EF4-FFF2-40B4-BE49-F238E27FC236}">
                <a16:creationId xmlns:a16="http://schemas.microsoft.com/office/drawing/2014/main" id="{D63272CD-AB56-43F9-88C6-4089C64C73F1}"/>
              </a:ext>
            </a:extLst>
          </p:cNvPr>
          <p:cNvCxnSpPr>
            <a:cxnSpLocks/>
          </p:cNvCxnSpPr>
          <p:nvPr/>
        </p:nvCxnSpPr>
        <p:spPr>
          <a:xfrm flipH="1">
            <a:off x="3894183" y="48623"/>
            <a:ext cx="80783" cy="1139780"/>
          </a:xfrm>
          <a:prstGeom prst="line">
            <a:avLst/>
          </a:prstGeom>
          <a:ln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Conector recto de flecha 657">
            <a:extLst>
              <a:ext uri="{FF2B5EF4-FFF2-40B4-BE49-F238E27FC236}">
                <a16:creationId xmlns:a16="http://schemas.microsoft.com/office/drawing/2014/main" id="{E9D8E0D1-18F9-47AB-9239-5799AB28C8A6}"/>
              </a:ext>
            </a:extLst>
          </p:cNvPr>
          <p:cNvCxnSpPr>
            <a:cxnSpLocks/>
          </p:cNvCxnSpPr>
          <p:nvPr/>
        </p:nvCxnSpPr>
        <p:spPr>
          <a:xfrm flipH="1" flipV="1">
            <a:off x="3859849" y="300857"/>
            <a:ext cx="62065" cy="326677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Conector recto de flecha 658">
            <a:extLst>
              <a:ext uri="{FF2B5EF4-FFF2-40B4-BE49-F238E27FC236}">
                <a16:creationId xmlns:a16="http://schemas.microsoft.com/office/drawing/2014/main" id="{5DAD5A1F-3957-40FE-858E-6F81BF85F6DE}"/>
              </a:ext>
            </a:extLst>
          </p:cNvPr>
          <p:cNvCxnSpPr>
            <a:cxnSpLocks/>
          </p:cNvCxnSpPr>
          <p:nvPr/>
        </p:nvCxnSpPr>
        <p:spPr>
          <a:xfrm flipH="1">
            <a:off x="3877752" y="713202"/>
            <a:ext cx="48646" cy="346380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Conector recto 659">
            <a:extLst>
              <a:ext uri="{FF2B5EF4-FFF2-40B4-BE49-F238E27FC236}">
                <a16:creationId xmlns:a16="http://schemas.microsoft.com/office/drawing/2014/main" id="{8B652016-3C4A-4ABA-B125-E90A3706AEC8}"/>
              </a:ext>
            </a:extLst>
          </p:cNvPr>
          <p:cNvCxnSpPr>
            <a:cxnSpLocks/>
          </p:cNvCxnSpPr>
          <p:nvPr/>
        </p:nvCxnSpPr>
        <p:spPr>
          <a:xfrm flipV="1">
            <a:off x="7571269" y="317672"/>
            <a:ext cx="0" cy="589423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1" name="CuadroTexto 660">
            <a:extLst>
              <a:ext uri="{FF2B5EF4-FFF2-40B4-BE49-F238E27FC236}">
                <a16:creationId xmlns:a16="http://schemas.microsoft.com/office/drawing/2014/main" id="{CD814BC5-AE5D-4895-B3B2-9B9317092A4F}"/>
              </a:ext>
            </a:extLst>
          </p:cNvPr>
          <p:cNvSpPr txBox="1"/>
          <p:nvPr/>
        </p:nvSpPr>
        <p:spPr>
          <a:xfrm>
            <a:off x="7544959" y="508152"/>
            <a:ext cx="895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%T = 50%</a:t>
            </a:r>
          </a:p>
        </p:txBody>
      </p:sp>
      <p:cxnSp>
        <p:nvCxnSpPr>
          <p:cNvPr id="662" name="Conector recto 661">
            <a:extLst>
              <a:ext uri="{FF2B5EF4-FFF2-40B4-BE49-F238E27FC236}">
                <a16:creationId xmlns:a16="http://schemas.microsoft.com/office/drawing/2014/main" id="{A031A303-99D6-4498-9EDE-C85BB087242C}"/>
              </a:ext>
            </a:extLst>
          </p:cNvPr>
          <p:cNvCxnSpPr>
            <a:cxnSpLocks/>
          </p:cNvCxnSpPr>
          <p:nvPr/>
        </p:nvCxnSpPr>
        <p:spPr>
          <a:xfrm flipV="1">
            <a:off x="1995289" y="288281"/>
            <a:ext cx="117" cy="252367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3" name="CuadroTexto 662">
            <a:extLst>
              <a:ext uri="{FF2B5EF4-FFF2-40B4-BE49-F238E27FC236}">
                <a16:creationId xmlns:a16="http://schemas.microsoft.com/office/drawing/2014/main" id="{FB56B23E-6F53-4D95-BE84-FA8790844A12}"/>
              </a:ext>
            </a:extLst>
          </p:cNvPr>
          <p:cNvSpPr txBox="1"/>
          <p:nvPr/>
        </p:nvSpPr>
        <p:spPr>
          <a:xfrm>
            <a:off x="906361" y="273667"/>
            <a:ext cx="1058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66FF"/>
                </a:solidFill>
              </a:rPr>
              <a:t>Pulse </a:t>
            </a:r>
            <a:r>
              <a:rPr lang="en-US" sz="1400" dirty="0">
                <a:solidFill>
                  <a:srgbClr val="FF66FF"/>
                </a:solidFill>
                <a:sym typeface="Symbol" panose="05050102010706020507" pitchFamily="18" charset="2"/>
              </a:rPr>
              <a:t></a:t>
            </a:r>
            <a:r>
              <a:rPr lang="en-US" sz="1200" dirty="0">
                <a:solidFill>
                  <a:srgbClr val="FF66FF"/>
                </a:solidFill>
              </a:rPr>
              <a:t> 20%</a:t>
            </a:r>
          </a:p>
        </p:txBody>
      </p:sp>
      <p:cxnSp>
        <p:nvCxnSpPr>
          <p:cNvPr id="664" name="Conector recto 663">
            <a:extLst>
              <a:ext uri="{FF2B5EF4-FFF2-40B4-BE49-F238E27FC236}">
                <a16:creationId xmlns:a16="http://schemas.microsoft.com/office/drawing/2014/main" id="{B897D967-016A-47FE-89E9-328954349B9A}"/>
              </a:ext>
            </a:extLst>
          </p:cNvPr>
          <p:cNvCxnSpPr>
            <a:cxnSpLocks/>
          </p:cNvCxnSpPr>
          <p:nvPr/>
        </p:nvCxnSpPr>
        <p:spPr>
          <a:xfrm>
            <a:off x="1835696" y="319043"/>
            <a:ext cx="6048938" cy="343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Conector recto 664">
            <a:extLst>
              <a:ext uri="{FF2B5EF4-FFF2-40B4-BE49-F238E27FC236}">
                <a16:creationId xmlns:a16="http://schemas.microsoft.com/office/drawing/2014/main" id="{91D8556D-DF48-48BC-BD9A-D54F09396F25}"/>
              </a:ext>
            </a:extLst>
          </p:cNvPr>
          <p:cNvCxnSpPr>
            <a:cxnSpLocks/>
          </p:cNvCxnSpPr>
          <p:nvPr/>
        </p:nvCxnSpPr>
        <p:spPr>
          <a:xfrm flipH="1" flipV="1">
            <a:off x="5692726" y="336223"/>
            <a:ext cx="5563" cy="443586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Conector recto 665">
            <a:extLst>
              <a:ext uri="{FF2B5EF4-FFF2-40B4-BE49-F238E27FC236}">
                <a16:creationId xmlns:a16="http://schemas.microsoft.com/office/drawing/2014/main" id="{B6DFFC8D-8ADE-4670-BBBF-BAF2A78C2568}"/>
              </a:ext>
            </a:extLst>
          </p:cNvPr>
          <p:cNvCxnSpPr>
            <a:cxnSpLocks/>
          </p:cNvCxnSpPr>
          <p:nvPr/>
        </p:nvCxnSpPr>
        <p:spPr>
          <a:xfrm flipV="1">
            <a:off x="3917990" y="4329299"/>
            <a:ext cx="3628204" cy="3397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7" name="Conector recto 666">
            <a:extLst>
              <a:ext uri="{FF2B5EF4-FFF2-40B4-BE49-F238E27FC236}">
                <a16:creationId xmlns:a16="http://schemas.microsoft.com/office/drawing/2014/main" id="{F203D030-083E-4F28-93B3-7123DC8F9877}"/>
              </a:ext>
            </a:extLst>
          </p:cNvPr>
          <p:cNvCxnSpPr>
            <a:cxnSpLocks/>
          </p:cNvCxnSpPr>
          <p:nvPr/>
        </p:nvCxnSpPr>
        <p:spPr>
          <a:xfrm flipH="1">
            <a:off x="1922283" y="4361340"/>
            <a:ext cx="1908237" cy="17934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" name="Conector recto 667">
            <a:extLst>
              <a:ext uri="{FF2B5EF4-FFF2-40B4-BE49-F238E27FC236}">
                <a16:creationId xmlns:a16="http://schemas.microsoft.com/office/drawing/2014/main" id="{BC2FA5A2-DA1B-46BB-A8A6-66ED1A91C860}"/>
              </a:ext>
            </a:extLst>
          </p:cNvPr>
          <p:cNvCxnSpPr>
            <a:cxnSpLocks/>
          </p:cNvCxnSpPr>
          <p:nvPr/>
        </p:nvCxnSpPr>
        <p:spPr>
          <a:xfrm flipH="1">
            <a:off x="1888384" y="3066906"/>
            <a:ext cx="1917342" cy="114251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9" name="Conector recto 668">
            <a:extLst>
              <a:ext uri="{FF2B5EF4-FFF2-40B4-BE49-F238E27FC236}">
                <a16:creationId xmlns:a16="http://schemas.microsoft.com/office/drawing/2014/main" id="{D2EA51AC-6C8C-4E5E-826A-0A223327F6D0}"/>
              </a:ext>
            </a:extLst>
          </p:cNvPr>
          <p:cNvCxnSpPr>
            <a:cxnSpLocks/>
          </p:cNvCxnSpPr>
          <p:nvPr/>
        </p:nvCxnSpPr>
        <p:spPr>
          <a:xfrm flipV="1">
            <a:off x="3935293" y="2844361"/>
            <a:ext cx="3536049" cy="210603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0" name="Conector recto 669">
            <a:extLst>
              <a:ext uri="{FF2B5EF4-FFF2-40B4-BE49-F238E27FC236}">
                <a16:creationId xmlns:a16="http://schemas.microsoft.com/office/drawing/2014/main" id="{F2617C31-86B6-45FA-80BF-534DDC674E3C}"/>
              </a:ext>
            </a:extLst>
          </p:cNvPr>
          <p:cNvCxnSpPr>
            <a:cxnSpLocks/>
          </p:cNvCxnSpPr>
          <p:nvPr/>
        </p:nvCxnSpPr>
        <p:spPr>
          <a:xfrm>
            <a:off x="3951428" y="911831"/>
            <a:ext cx="3640354" cy="201602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Conector recto 670">
            <a:extLst>
              <a:ext uri="{FF2B5EF4-FFF2-40B4-BE49-F238E27FC236}">
                <a16:creationId xmlns:a16="http://schemas.microsoft.com/office/drawing/2014/main" id="{C6852F5B-61BC-43A0-821B-C568A116CB77}"/>
              </a:ext>
            </a:extLst>
          </p:cNvPr>
          <p:cNvCxnSpPr>
            <a:cxnSpLocks/>
          </p:cNvCxnSpPr>
          <p:nvPr/>
        </p:nvCxnSpPr>
        <p:spPr>
          <a:xfrm flipH="1" flipV="1">
            <a:off x="1995289" y="806159"/>
            <a:ext cx="1823323" cy="92993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2" name="CuadroTexto 671">
            <a:extLst>
              <a:ext uri="{FF2B5EF4-FFF2-40B4-BE49-F238E27FC236}">
                <a16:creationId xmlns:a16="http://schemas.microsoft.com/office/drawing/2014/main" id="{2B95F010-45F5-40B2-888D-445435068291}"/>
              </a:ext>
            </a:extLst>
          </p:cNvPr>
          <p:cNvSpPr txBox="1"/>
          <p:nvPr/>
        </p:nvSpPr>
        <p:spPr>
          <a:xfrm>
            <a:off x="2536551" y="1262713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Side B</a:t>
            </a:r>
          </a:p>
        </p:txBody>
      </p:sp>
      <p:sp>
        <p:nvSpPr>
          <p:cNvPr id="673" name="CuadroTexto 672">
            <a:extLst>
              <a:ext uri="{FF2B5EF4-FFF2-40B4-BE49-F238E27FC236}">
                <a16:creationId xmlns:a16="http://schemas.microsoft.com/office/drawing/2014/main" id="{406062A7-DDD6-4C2B-81EB-04DEAF57A1FF}"/>
              </a:ext>
            </a:extLst>
          </p:cNvPr>
          <p:cNvSpPr txBox="1"/>
          <p:nvPr/>
        </p:nvSpPr>
        <p:spPr>
          <a:xfrm>
            <a:off x="5301452" y="1273996"/>
            <a:ext cx="6282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Side A</a:t>
            </a:r>
          </a:p>
        </p:txBody>
      </p:sp>
    </p:spTree>
    <p:extLst>
      <p:ext uri="{BB962C8B-B14F-4D97-AF65-F5344CB8AC3E}">
        <p14:creationId xmlns:p14="http://schemas.microsoft.com/office/powerpoint/2010/main" val="21364927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A2E836FD-A1E3-443B-9BDD-6B21E5528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200" y="0"/>
            <a:ext cx="6406129" cy="5143500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75771BB-89D3-4199-AAC8-EE107CF7E228}"/>
              </a:ext>
            </a:extLst>
          </p:cNvPr>
          <p:cNvCxnSpPr>
            <a:cxnSpLocks/>
          </p:cNvCxnSpPr>
          <p:nvPr/>
        </p:nvCxnSpPr>
        <p:spPr>
          <a:xfrm>
            <a:off x="5940152" y="267494"/>
            <a:ext cx="17640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7725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A2E836FD-A1E3-443B-9BDD-6B21E5528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200" y="0"/>
            <a:ext cx="6406129" cy="5143500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75771BB-89D3-4199-AAC8-EE107CF7E228}"/>
              </a:ext>
            </a:extLst>
          </p:cNvPr>
          <p:cNvCxnSpPr>
            <a:cxnSpLocks/>
          </p:cNvCxnSpPr>
          <p:nvPr/>
        </p:nvCxnSpPr>
        <p:spPr>
          <a:xfrm>
            <a:off x="5940152" y="267494"/>
            <a:ext cx="17640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D5D397E-58C0-4FFD-AA59-E12B3E9AF55A}"/>
              </a:ext>
            </a:extLst>
          </p:cNvPr>
          <p:cNvCxnSpPr>
            <a:cxnSpLocks/>
          </p:cNvCxnSpPr>
          <p:nvPr/>
        </p:nvCxnSpPr>
        <p:spPr>
          <a:xfrm flipH="1">
            <a:off x="1979712" y="4780800"/>
            <a:ext cx="1665931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803BB4E-89C8-4576-90AF-49E7D418886C}"/>
              </a:ext>
            </a:extLst>
          </p:cNvPr>
          <p:cNvCxnSpPr>
            <a:cxnSpLocks/>
          </p:cNvCxnSpPr>
          <p:nvPr/>
        </p:nvCxnSpPr>
        <p:spPr>
          <a:xfrm flipH="1">
            <a:off x="3612851" y="4011910"/>
            <a:ext cx="32792" cy="0"/>
          </a:xfrm>
          <a:prstGeom prst="line">
            <a:avLst/>
          </a:prstGeom>
          <a:ln w="1905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05C95AC2-7A12-483C-ABD3-31E902A282D9}"/>
              </a:ext>
            </a:extLst>
          </p:cNvPr>
          <p:cNvCxnSpPr>
            <a:cxnSpLocks/>
          </p:cNvCxnSpPr>
          <p:nvPr/>
        </p:nvCxnSpPr>
        <p:spPr>
          <a:xfrm flipH="1">
            <a:off x="1979712" y="4132800"/>
            <a:ext cx="1440160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645C6B8-E3B5-44A4-8519-24B431B18F45}"/>
              </a:ext>
            </a:extLst>
          </p:cNvPr>
          <p:cNvCxnSpPr>
            <a:cxnSpLocks/>
          </p:cNvCxnSpPr>
          <p:nvPr/>
        </p:nvCxnSpPr>
        <p:spPr>
          <a:xfrm flipV="1">
            <a:off x="5508104" y="3203786"/>
            <a:ext cx="216024" cy="16036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EFE6EE1-891E-4A23-8384-698730747BFA}"/>
              </a:ext>
            </a:extLst>
          </p:cNvPr>
          <p:cNvCxnSpPr>
            <a:cxnSpLocks/>
          </p:cNvCxnSpPr>
          <p:nvPr/>
        </p:nvCxnSpPr>
        <p:spPr>
          <a:xfrm>
            <a:off x="5076056" y="3211804"/>
            <a:ext cx="360040" cy="801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FCCD113E-57B9-41C5-AFF6-0946745DE8D2}"/>
              </a:ext>
            </a:extLst>
          </p:cNvPr>
          <p:cNvCxnSpPr>
            <a:cxnSpLocks/>
          </p:cNvCxnSpPr>
          <p:nvPr/>
        </p:nvCxnSpPr>
        <p:spPr>
          <a:xfrm>
            <a:off x="5796136" y="3219822"/>
            <a:ext cx="0" cy="38017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0A7AFD1-94F9-404D-8860-DFFF17067147}"/>
              </a:ext>
            </a:extLst>
          </p:cNvPr>
          <p:cNvCxnSpPr>
            <a:cxnSpLocks/>
          </p:cNvCxnSpPr>
          <p:nvPr/>
        </p:nvCxnSpPr>
        <p:spPr>
          <a:xfrm>
            <a:off x="2725710" y="2995780"/>
            <a:ext cx="2350346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64592-9B9E-4E73-B0F5-208C5E023F22}"/>
              </a:ext>
            </a:extLst>
          </p:cNvPr>
          <p:cNvCxnSpPr>
            <a:cxnSpLocks/>
          </p:cNvCxnSpPr>
          <p:nvPr/>
        </p:nvCxnSpPr>
        <p:spPr>
          <a:xfrm>
            <a:off x="2725710" y="2930955"/>
            <a:ext cx="0" cy="64825"/>
          </a:xfrm>
          <a:prstGeom prst="line">
            <a:avLst/>
          </a:prstGeom>
          <a:ln w="1905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E534465-1617-4505-BA9A-407D9AE86778}"/>
              </a:ext>
            </a:extLst>
          </p:cNvPr>
          <p:cNvCxnSpPr>
            <a:cxnSpLocks/>
          </p:cNvCxnSpPr>
          <p:nvPr/>
        </p:nvCxnSpPr>
        <p:spPr>
          <a:xfrm>
            <a:off x="3635896" y="4299942"/>
            <a:ext cx="9747" cy="48085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1AC9C26D-6F3A-4088-916E-765BC2BC9FBC}"/>
              </a:ext>
            </a:extLst>
          </p:cNvPr>
          <p:cNvCxnSpPr>
            <a:cxnSpLocks/>
          </p:cNvCxnSpPr>
          <p:nvPr/>
        </p:nvCxnSpPr>
        <p:spPr>
          <a:xfrm>
            <a:off x="3645643" y="3858076"/>
            <a:ext cx="0" cy="15383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B18C2C7F-BC94-493B-860A-65A142142350}"/>
              </a:ext>
            </a:extLst>
          </p:cNvPr>
          <p:cNvCxnSpPr>
            <a:cxnSpLocks/>
          </p:cNvCxnSpPr>
          <p:nvPr/>
        </p:nvCxnSpPr>
        <p:spPr>
          <a:xfrm flipH="1">
            <a:off x="3707904" y="3600000"/>
            <a:ext cx="20882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28CD851B-FAB0-49A8-B7D5-3C64C4A5710A}"/>
              </a:ext>
            </a:extLst>
          </p:cNvPr>
          <p:cNvCxnSpPr>
            <a:cxnSpLocks/>
          </p:cNvCxnSpPr>
          <p:nvPr/>
        </p:nvCxnSpPr>
        <p:spPr>
          <a:xfrm>
            <a:off x="5076056" y="2995780"/>
            <a:ext cx="0" cy="21602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13AB41A5-CF1E-4A9E-9423-486DB41CC516}"/>
              </a:ext>
            </a:extLst>
          </p:cNvPr>
          <p:cNvCxnSpPr>
            <a:cxnSpLocks/>
          </p:cNvCxnSpPr>
          <p:nvPr/>
        </p:nvCxnSpPr>
        <p:spPr>
          <a:xfrm flipV="1">
            <a:off x="3419872" y="4120242"/>
            <a:ext cx="0" cy="144016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60353DD-2B10-4D2F-A19F-828AF920E959}"/>
              </a:ext>
            </a:extLst>
          </p:cNvPr>
          <p:cNvSpPr txBox="1"/>
          <p:nvPr/>
        </p:nvSpPr>
        <p:spPr>
          <a:xfrm>
            <a:off x="6551394" y="816498"/>
            <a:ext cx="255711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Reverse Guidance Box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1E9987A5-F040-445B-B05A-7B7D117FA4F1}"/>
              </a:ext>
            </a:extLst>
          </p:cNvPr>
          <p:cNvCxnSpPr>
            <a:cxnSpLocks/>
          </p:cNvCxnSpPr>
          <p:nvPr/>
        </p:nvCxnSpPr>
        <p:spPr>
          <a:xfrm flipH="1">
            <a:off x="6333588" y="1185830"/>
            <a:ext cx="470661" cy="52182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9EDF145-64E9-41E9-A1D7-4B0B6A9846B6}"/>
              </a:ext>
            </a:extLst>
          </p:cNvPr>
          <p:cNvSpPr/>
          <p:nvPr/>
        </p:nvSpPr>
        <p:spPr>
          <a:xfrm>
            <a:off x="5292079" y="1131590"/>
            <a:ext cx="1041509" cy="237626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36328E5-C51F-458E-A40C-A9D21BD56535}"/>
              </a:ext>
            </a:extLst>
          </p:cNvPr>
          <p:cNvSpPr txBox="1"/>
          <p:nvPr/>
        </p:nvSpPr>
        <p:spPr>
          <a:xfrm>
            <a:off x="4895553" y="4058474"/>
            <a:ext cx="2762295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Add small Contactor KS</a:t>
            </a:r>
            <a:r>
              <a:rPr lang="en-US" baseline="-25000" dirty="0">
                <a:solidFill>
                  <a:srgbClr val="0070C0"/>
                </a:solidFill>
              </a:rPr>
              <a:t>2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18D09BFB-1C13-4F72-B975-6C6C8D1E864E}"/>
              </a:ext>
            </a:extLst>
          </p:cNvPr>
          <p:cNvCxnSpPr>
            <a:cxnSpLocks/>
          </p:cNvCxnSpPr>
          <p:nvPr/>
        </p:nvCxnSpPr>
        <p:spPr>
          <a:xfrm flipH="1">
            <a:off x="3851920" y="4289651"/>
            <a:ext cx="1048540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1CB79AAB-2A94-42A9-9B6B-41B61C2DC7DD}"/>
              </a:ext>
            </a:extLst>
          </p:cNvPr>
          <p:cNvCxnSpPr>
            <a:cxnSpLocks/>
          </p:cNvCxnSpPr>
          <p:nvPr/>
        </p:nvCxnSpPr>
        <p:spPr>
          <a:xfrm>
            <a:off x="3600000" y="3978000"/>
            <a:ext cx="0" cy="20039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E4C7AA71-6956-4A0F-90F5-EAFFBCCC41A5}"/>
              </a:ext>
            </a:extLst>
          </p:cNvPr>
          <p:cNvCxnSpPr>
            <a:cxnSpLocks/>
          </p:cNvCxnSpPr>
          <p:nvPr/>
        </p:nvCxnSpPr>
        <p:spPr>
          <a:xfrm>
            <a:off x="3690000" y="3600000"/>
            <a:ext cx="0" cy="15383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4462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A2E836FD-A1E3-443B-9BDD-6B21E5528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200" y="0"/>
            <a:ext cx="6406129" cy="5143500"/>
          </a:xfrm>
          <a:prstGeom prst="rect">
            <a:avLst/>
          </a:prstGeom>
        </p:spPr>
      </p:pic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3B6D0325-0BD2-4B21-AE43-40C159D81BE6}"/>
              </a:ext>
            </a:extLst>
          </p:cNvPr>
          <p:cNvCxnSpPr>
            <a:cxnSpLocks/>
          </p:cNvCxnSpPr>
          <p:nvPr/>
        </p:nvCxnSpPr>
        <p:spPr>
          <a:xfrm flipV="1">
            <a:off x="5752800" y="1419623"/>
            <a:ext cx="55616" cy="1129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75771BB-89D3-4199-AAC8-EE107CF7E228}"/>
              </a:ext>
            </a:extLst>
          </p:cNvPr>
          <p:cNvCxnSpPr>
            <a:cxnSpLocks/>
          </p:cNvCxnSpPr>
          <p:nvPr/>
        </p:nvCxnSpPr>
        <p:spPr>
          <a:xfrm>
            <a:off x="5940152" y="267494"/>
            <a:ext cx="17640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79762CB2-7134-4D92-96AB-2D9B78CFFCE6}"/>
              </a:ext>
            </a:extLst>
          </p:cNvPr>
          <p:cNvCxnSpPr>
            <a:cxnSpLocks/>
          </p:cNvCxnSpPr>
          <p:nvPr/>
        </p:nvCxnSpPr>
        <p:spPr>
          <a:xfrm>
            <a:off x="2717904" y="843558"/>
            <a:ext cx="2790200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C40E6FB0-E171-4F3E-BE25-4E8DD68A8148}"/>
              </a:ext>
            </a:extLst>
          </p:cNvPr>
          <p:cNvCxnSpPr>
            <a:cxnSpLocks/>
          </p:cNvCxnSpPr>
          <p:nvPr/>
        </p:nvCxnSpPr>
        <p:spPr>
          <a:xfrm>
            <a:off x="5508104" y="843558"/>
            <a:ext cx="0" cy="59049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75C92428-856B-41DF-8322-3869F3DFDED0}"/>
              </a:ext>
            </a:extLst>
          </p:cNvPr>
          <p:cNvCxnSpPr>
            <a:cxnSpLocks/>
          </p:cNvCxnSpPr>
          <p:nvPr/>
        </p:nvCxnSpPr>
        <p:spPr>
          <a:xfrm>
            <a:off x="5790142" y="1309204"/>
            <a:ext cx="0" cy="124844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40A4B3FC-3034-4680-902D-D07C795A622E}"/>
              </a:ext>
            </a:extLst>
          </p:cNvPr>
          <p:cNvCxnSpPr>
            <a:cxnSpLocks/>
          </p:cNvCxnSpPr>
          <p:nvPr/>
        </p:nvCxnSpPr>
        <p:spPr>
          <a:xfrm>
            <a:off x="5508104" y="1310400"/>
            <a:ext cx="288000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8165F996-2A36-4CBA-8130-0E090469F3E2}"/>
              </a:ext>
            </a:extLst>
          </p:cNvPr>
          <p:cNvCxnSpPr>
            <a:cxnSpLocks/>
          </p:cNvCxnSpPr>
          <p:nvPr/>
        </p:nvCxnSpPr>
        <p:spPr>
          <a:xfrm flipH="1">
            <a:off x="3578534" y="1908000"/>
            <a:ext cx="2145594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F6774459-AC5E-4958-8499-063C63F8F09C}"/>
              </a:ext>
            </a:extLst>
          </p:cNvPr>
          <p:cNvCxnSpPr>
            <a:cxnSpLocks/>
          </p:cNvCxnSpPr>
          <p:nvPr/>
        </p:nvCxnSpPr>
        <p:spPr>
          <a:xfrm>
            <a:off x="5724128" y="1532607"/>
            <a:ext cx="0" cy="391071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FB24606B-F701-48BC-9413-20E014CA71F1}"/>
              </a:ext>
            </a:extLst>
          </p:cNvPr>
          <p:cNvCxnSpPr>
            <a:cxnSpLocks/>
          </p:cNvCxnSpPr>
          <p:nvPr/>
        </p:nvCxnSpPr>
        <p:spPr>
          <a:xfrm>
            <a:off x="5475734" y="1522364"/>
            <a:ext cx="0" cy="288032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BBCF1840-7E2B-403D-9C7E-D3B60A2D46D2}"/>
              </a:ext>
            </a:extLst>
          </p:cNvPr>
          <p:cNvCxnSpPr>
            <a:cxnSpLocks/>
          </p:cNvCxnSpPr>
          <p:nvPr/>
        </p:nvCxnSpPr>
        <p:spPr>
          <a:xfrm flipH="1">
            <a:off x="3344398" y="1814400"/>
            <a:ext cx="2160240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D3CD6523-CB06-461F-90C5-D2A356D55306}"/>
              </a:ext>
            </a:extLst>
          </p:cNvPr>
          <p:cNvCxnSpPr>
            <a:cxnSpLocks/>
          </p:cNvCxnSpPr>
          <p:nvPr/>
        </p:nvCxnSpPr>
        <p:spPr>
          <a:xfrm>
            <a:off x="3578534" y="1908000"/>
            <a:ext cx="0" cy="159694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AA5D6D3A-AD76-47C4-B4E2-F48BF9CB5C10}"/>
              </a:ext>
            </a:extLst>
          </p:cNvPr>
          <p:cNvCxnSpPr>
            <a:cxnSpLocks/>
          </p:cNvCxnSpPr>
          <p:nvPr/>
        </p:nvCxnSpPr>
        <p:spPr>
          <a:xfrm>
            <a:off x="3344398" y="1810396"/>
            <a:ext cx="0" cy="257298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F3AC1CEC-7703-4785-8A50-5C9AD41CD621}"/>
              </a:ext>
            </a:extLst>
          </p:cNvPr>
          <p:cNvCxnSpPr>
            <a:cxnSpLocks/>
          </p:cNvCxnSpPr>
          <p:nvPr/>
        </p:nvCxnSpPr>
        <p:spPr>
          <a:xfrm>
            <a:off x="3564000" y="2139702"/>
            <a:ext cx="0" cy="23751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59DECD4B-99C6-4CE8-B144-B1D68918FA9C}"/>
              </a:ext>
            </a:extLst>
          </p:cNvPr>
          <p:cNvCxnSpPr>
            <a:cxnSpLocks/>
          </p:cNvCxnSpPr>
          <p:nvPr/>
        </p:nvCxnSpPr>
        <p:spPr>
          <a:xfrm>
            <a:off x="3275856" y="2139702"/>
            <a:ext cx="0" cy="23751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47F14235-0DE2-498E-B229-EBF648F47A8E}"/>
              </a:ext>
            </a:extLst>
          </p:cNvPr>
          <p:cNvCxnSpPr>
            <a:cxnSpLocks/>
          </p:cNvCxnSpPr>
          <p:nvPr/>
        </p:nvCxnSpPr>
        <p:spPr>
          <a:xfrm>
            <a:off x="2052000" y="1076400"/>
            <a:ext cx="648072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DFDDC659-34B1-4ECB-B575-71B591F6F236}"/>
              </a:ext>
            </a:extLst>
          </p:cNvPr>
          <p:cNvCxnSpPr>
            <a:cxnSpLocks/>
          </p:cNvCxnSpPr>
          <p:nvPr/>
        </p:nvCxnSpPr>
        <p:spPr>
          <a:xfrm>
            <a:off x="2768334" y="1076400"/>
            <a:ext cx="2707400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4C2037A8-8C31-4C16-B640-E34AD57EA6BF}"/>
              </a:ext>
            </a:extLst>
          </p:cNvPr>
          <p:cNvCxnSpPr>
            <a:cxnSpLocks/>
          </p:cNvCxnSpPr>
          <p:nvPr/>
        </p:nvCxnSpPr>
        <p:spPr>
          <a:xfrm>
            <a:off x="5436096" y="1059582"/>
            <a:ext cx="0" cy="39723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97250E94-50CD-46D2-973C-D170D15E40BC}"/>
              </a:ext>
            </a:extLst>
          </p:cNvPr>
          <p:cNvCxnSpPr>
            <a:cxnSpLocks/>
          </p:cNvCxnSpPr>
          <p:nvPr/>
        </p:nvCxnSpPr>
        <p:spPr>
          <a:xfrm>
            <a:off x="5436096" y="1368000"/>
            <a:ext cx="273564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4F1C3805-5BF7-4709-8A22-DE173EF0167B}"/>
              </a:ext>
            </a:extLst>
          </p:cNvPr>
          <p:cNvCxnSpPr>
            <a:cxnSpLocks/>
          </p:cNvCxnSpPr>
          <p:nvPr/>
        </p:nvCxnSpPr>
        <p:spPr>
          <a:xfrm flipV="1">
            <a:off x="5716800" y="1364400"/>
            <a:ext cx="0" cy="72008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4E6FC6FF-B057-4079-B090-077458D6AAD7}"/>
              </a:ext>
            </a:extLst>
          </p:cNvPr>
          <p:cNvCxnSpPr>
            <a:cxnSpLocks/>
          </p:cNvCxnSpPr>
          <p:nvPr/>
        </p:nvCxnSpPr>
        <p:spPr>
          <a:xfrm flipH="1" flipV="1">
            <a:off x="5724128" y="1419622"/>
            <a:ext cx="35658" cy="1129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CuadroTexto 88">
            <a:extLst>
              <a:ext uri="{FF2B5EF4-FFF2-40B4-BE49-F238E27FC236}">
                <a16:creationId xmlns:a16="http://schemas.microsoft.com/office/drawing/2014/main" id="{37EA5513-26F2-44DE-AC11-46E4BDA2832D}"/>
              </a:ext>
            </a:extLst>
          </p:cNvPr>
          <p:cNvSpPr txBox="1"/>
          <p:nvPr/>
        </p:nvSpPr>
        <p:spPr>
          <a:xfrm>
            <a:off x="6170642" y="786411"/>
            <a:ext cx="2505814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Same Guidance Logic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1B24146F-44B3-41EE-8CCE-8C3AE579C088}"/>
              </a:ext>
            </a:extLst>
          </p:cNvPr>
          <p:cNvCxnSpPr>
            <a:cxnSpLocks/>
          </p:cNvCxnSpPr>
          <p:nvPr/>
        </p:nvCxnSpPr>
        <p:spPr>
          <a:xfrm>
            <a:off x="104038" y="915566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F582B5AD-41FC-48D2-AC34-2861C3A5C0D5}"/>
              </a:ext>
            </a:extLst>
          </p:cNvPr>
          <p:cNvCxnSpPr>
            <a:cxnSpLocks/>
          </p:cNvCxnSpPr>
          <p:nvPr/>
        </p:nvCxnSpPr>
        <p:spPr>
          <a:xfrm flipV="1">
            <a:off x="104038" y="483518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A540ADEF-5768-49B7-B798-39CA1E3FBE72}"/>
              </a:ext>
            </a:extLst>
          </p:cNvPr>
          <p:cNvCxnSpPr>
            <a:cxnSpLocks/>
          </p:cNvCxnSpPr>
          <p:nvPr/>
        </p:nvCxnSpPr>
        <p:spPr>
          <a:xfrm>
            <a:off x="104038" y="1620000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de flecha 92">
            <a:extLst>
              <a:ext uri="{FF2B5EF4-FFF2-40B4-BE49-F238E27FC236}">
                <a16:creationId xmlns:a16="http://schemas.microsoft.com/office/drawing/2014/main" id="{FA02AE34-083C-41F6-8EBF-762705C9FBC1}"/>
              </a:ext>
            </a:extLst>
          </p:cNvPr>
          <p:cNvCxnSpPr>
            <a:cxnSpLocks/>
          </p:cNvCxnSpPr>
          <p:nvPr/>
        </p:nvCxnSpPr>
        <p:spPr>
          <a:xfrm flipV="1">
            <a:off x="104038" y="1187952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C56134C4-D553-4FDA-A979-0F962EF63915}"/>
              </a:ext>
            </a:extLst>
          </p:cNvPr>
          <p:cNvCxnSpPr>
            <a:cxnSpLocks/>
          </p:cNvCxnSpPr>
          <p:nvPr/>
        </p:nvCxnSpPr>
        <p:spPr>
          <a:xfrm>
            <a:off x="104038" y="627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E1A187DA-30FE-438C-85CA-08D5E4C3BD0D}"/>
              </a:ext>
            </a:extLst>
          </p:cNvPr>
          <p:cNvCxnSpPr>
            <a:cxnSpLocks/>
          </p:cNvCxnSpPr>
          <p:nvPr/>
        </p:nvCxnSpPr>
        <p:spPr>
          <a:xfrm>
            <a:off x="248054" y="915565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3E721EB0-FD99-47E9-8920-5EAD355C1B76}"/>
              </a:ext>
            </a:extLst>
          </p:cNvPr>
          <p:cNvCxnSpPr>
            <a:cxnSpLocks/>
          </p:cNvCxnSpPr>
          <p:nvPr/>
        </p:nvCxnSpPr>
        <p:spPr>
          <a:xfrm>
            <a:off x="392070" y="627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D45D4AF4-9921-4C46-8CE3-6C9D47771785}"/>
              </a:ext>
            </a:extLst>
          </p:cNvPr>
          <p:cNvCxnSpPr>
            <a:cxnSpLocks/>
          </p:cNvCxnSpPr>
          <p:nvPr/>
        </p:nvCxnSpPr>
        <p:spPr>
          <a:xfrm>
            <a:off x="536086" y="915565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3CC0664B-138E-442C-A8C0-8AD17253F6D1}"/>
              </a:ext>
            </a:extLst>
          </p:cNvPr>
          <p:cNvCxnSpPr>
            <a:cxnSpLocks/>
          </p:cNvCxnSpPr>
          <p:nvPr/>
        </p:nvCxnSpPr>
        <p:spPr>
          <a:xfrm flipH="1">
            <a:off x="680102" y="624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149248CC-D7B1-4637-9E42-FCD66294BC1F}"/>
              </a:ext>
            </a:extLst>
          </p:cNvPr>
          <p:cNvCxnSpPr>
            <a:cxnSpLocks/>
          </p:cNvCxnSpPr>
          <p:nvPr/>
        </p:nvCxnSpPr>
        <p:spPr>
          <a:xfrm flipV="1">
            <a:off x="248054" y="624533"/>
            <a:ext cx="0" cy="291034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cto 99">
            <a:extLst>
              <a:ext uri="{FF2B5EF4-FFF2-40B4-BE49-F238E27FC236}">
                <a16:creationId xmlns:a16="http://schemas.microsoft.com/office/drawing/2014/main" id="{CE7CF33E-BCF9-428D-A393-E8C9769129D5}"/>
              </a:ext>
            </a:extLst>
          </p:cNvPr>
          <p:cNvCxnSpPr>
            <a:cxnSpLocks/>
          </p:cNvCxnSpPr>
          <p:nvPr/>
        </p:nvCxnSpPr>
        <p:spPr>
          <a:xfrm flipV="1">
            <a:off x="392070" y="627535"/>
            <a:ext cx="0" cy="28803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20560EB5-9E76-4387-B49B-BEA519CB8D51}"/>
              </a:ext>
            </a:extLst>
          </p:cNvPr>
          <p:cNvCxnSpPr>
            <a:cxnSpLocks/>
          </p:cNvCxnSpPr>
          <p:nvPr/>
        </p:nvCxnSpPr>
        <p:spPr>
          <a:xfrm flipV="1">
            <a:off x="536086" y="627534"/>
            <a:ext cx="0" cy="28803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5F10F5B6-4B65-4359-977F-505770D306F7}"/>
              </a:ext>
            </a:extLst>
          </p:cNvPr>
          <p:cNvCxnSpPr>
            <a:cxnSpLocks/>
          </p:cNvCxnSpPr>
          <p:nvPr/>
        </p:nvCxnSpPr>
        <p:spPr>
          <a:xfrm flipV="1">
            <a:off x="680102" y="624533"/>
            <a:ext cx="0" cy="291032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cto 102">
            <a:extLst>
              <a:ext uri="{FF2B5EF4-FFF2-40B4-BE49-F238E27FC236}">
                <a16:creationId xmlns:a16="http://schemas.microsoft.com/office/drawing/2014/main" id="{3899B35C-3985-459D-A734-7BF5977AB661}"/>
              </a:ext>
            </a:extLst>
          </p:cNvPr>
          <p:cNvCxnSpPr>
            <a:cxnSpLocks/>
          </p:cNvCxnSpPr>
          <p:nvPr/>
        </p:nvCxnSpPr>
        <p:spPr>
          <a:xfrm flipV="1">
            <a:off x="176046" y="1337309"/>
            <a:ext cx="68645" cy="1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3BFE426B-4C84-4F59-9CCD-CA2AAAC1768D}"/>
              </a:ext>
            </a:extLst>
          </p:cNvPr>
          <p:cNvCxnSpPr>
            <a:cxnSpLocks/>
          </p:cNvCxnSpPr>
          <p:nvPr/>
        </p:nvCxnSpPr>
        <p:spPr>
          <a:xfrm>
            <a:off x="244691" y="1620000"/>
            <a:ext cx="155700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FC1D443C-F7C8-4D92-A65F-4A6611FDAFB3}"/>
              </a:ext>
            </a:extLst>
          </p:cNvPr>
          <p:cNvCxnSpPr>
            <a:cxnSpLocks/>
          </p:cNvCxnSpPr>
          <p:nvPr/>
        </p:nvCxnSpPr>
        <p:spPr>
          <a:xfrm>
            <a:off x="400391" y="1337309"/>
            <a:ext cx="63687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13464076-4200-4BCC-83A9-E419EFB784EE}"/>
              </a:ext>
            </a:extLst>
          </p:cNvPr>
          <p:cNvCxnSpPr>
            <a:cxnSpLocks/>
          </p:cNvCxnSpPr>
          <p:nvPr/>
        </p:nvCxnSpPr>
        <p:spPr>
          <a:xfrm>
            <a:off x="464078" y="1620000"/>
            <a:ext cx="144016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cto 106">
            <a:extLst>
              <a:ext uri="{FF2B5EF4-FFF2-40B4-BE49-F238E27FC236}">
                <a16:creationId xmlns:a16="http://schemas.microsoft.com/office/drawing/2014/main" id="{927C3AB8-EDF7-4316-A088-CC9D923BF44B}"/>
              </a:ext>
            </a:extLst>
          </p:cNvPr>
          <p:cNvCxnSpPr>
            <a:cxnSpLocks/>
          </p:cNvCxnSpPr>
          <p:nvPr/>
        </p:nvCxnSpPr>
        <p:spPr>
          <a:xfrm flipH="1">
            <a:off x="608096" y="1328968"/>
            <a:ext cx="72006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5E9A320B-15B9-45CC-AAB5-581C3D2DAD3C}"/>
              </a:ext>
            </a:extLst>
          </p:cNvPr>
          <p:cNvCxnSpPr>
            <a:cxnSpLocks/>
          </p:cNvCxnSpPr>
          <p:nvPr/>
        </p:nvCxnSpPr>
        <p:spPr>
          <a:xfrm flipV="1">
            <a:off x="244691" y="1328968"/>
            <a:ext cx="0" cy="291034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7850751E-F4B5-4000-96D5-6DEDFE2857D8}"/>
              </a:ext>
            </a:extLst>
          </p:cNvPr>
          <p:cNvCxnSpPr>
            <a:cxnSpLocks/>
          </p:cNvCxnSpPr>
          <p:nvPr/>
        </p:nvCxnSpPr>
        <p:spPr>
          <a:xfrm flipV="1">
            <a:off x="400391" y="1331970"/>
            <a:ext cx="0" cy="28803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C3E54414-ADAA-4855-871C-5DF492C1590E}"/>
              </a:ext>
            </a:extLst>
          </p:cNvPr>
          <p:cNvCxnSpPr>
            <a:cxnSpLocks/>
          </p:cNvCxnSpPr>
          <p:nvPr/>
        </p:nvCxnSpPr>
        <p:spPr>
          <a:xfrm flipV="1">
            <a:off x="464078" y="1328968"/>
            <a:ext cx="0" cy="288031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283C8609-66B9-4E0E-8B92-AE3A4083BC23}"/>
              </a:ext>
            </a:extLst>
          </p:cNvPr>
          <p:cNvCxnSpPr>
            <a:cxnSpLocks/>
          </p:cNvCxnSpPr>
          <p:nvPr/>
        </p:nvCxnSpPr>
        <p:spPr>
          <a:xfrm flipV="1">
            <a:off x="608094" y="1328968"/>
            <a:ext cx="0" cy="291032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D43C69A2-DBFE-4701-9E43-1E2B5C3B8BEE}"/>
              </a:ext>
            </a:extLst>
          </p:cNvPr>
          <p:cNvCxnSpPr>
            <a:cxnSpLocks/>
          </p:cNvCxnSpPr>
          <p:nvPr/>
        </p:nvCxnSpPr>
        <p:spPr>
          <a:xfrm flipV="1">
            <a:off x="176046" y="1328968"/>
            <a:ext cx="0" cy="291034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4177BF28-4312-43CD-83E8-D1905FB604D4}"/>
              </a:ext>
            </a:extLst>
          </p:cNvPr>
          <p:cNvCxnSpPr>
            <a:cxnSpLocks/>
          </p:cNvCxnSpPr>
          <p:nvPr/>
        </p:nvCxnSpPr>
        <p:spPr>
          <a:xfrm flipV="1">
            <a:off x="685859" y="1328968"/>
            <a:ext cx="0" cy="291032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527B3C9C-6C38-4351-970C-E86F7CA1E439}"/>
              </a:ext>
            </a:extLst>
          </p:cNvPr>
          <p:cNvCxnSpPr>
            <a:cxnSpLocks/>
          </p:cNvCxnSpPr>
          <p:nvPr/>
        </p:nvCxnSpPr>
        <p:spPr>
          <a:xfrm>
            <a:off x="685859" y="1618832"/>
            <a:ext cx="138259" cy="1168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cto 114">
            <a:extLst>
              <a:ext uri="{FF2B5EF4-FFF2-40B4-BE49-F238E27FC236}">
                <a16:creationId xmlns:a16="http://schemas.microsoft.com/office/drawing/2014/main" id="{7134C758-84F1-45CE-B15C-1B7AEC540813}"/>
              </a:ext>
            </a:extLst>
          </p:cNvPr>
          <p:cNvCxnSpPr>
            <a:cxnSpLocks/>
          </p:cNvCxnSpPr>
          <p:nvPr/>
        </p:nvCxnSpPr>
        <p:spPr>
          <a:xfrm>
            <a:off x="110198" y="1616999"/>
            <a:ext cx="65848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9440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A2E836FD-A1E3-443B-9BDD-6B21E5528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200" y="0"/>
            <a:ext cx="6406129" cy="5143500"/>
          </a:xfrm>
          <a:prstGeom prst="rect">
            <a:avLst/>
          </a:prstGeom>
        </p:spPr>
      </p:pic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3B6D0325-0BD2-4B21-AE43-40C159D81BE6}"/>
              </a:ext>
            </a:extLst>
          </p:cNvPr>
          <p:cNvCxnSpPr>
            <a:cxnSpLocks/>
          </p:cNvCxnSpPr>
          <p:nvPr/>
        </p:nvCxnSpPr>
        <p:spPr>
          <a:xfrm flipV="1">
            <a:off x="5752800" y="1419623"/>
            <a:ext cx="55616" cy="1129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75771BB-89D3-4199-AAC8-EE107CF7E228}"/>
              </a:ext>
            </a:extLst>
          </p:cNvPr>
          <p:cNvCxnSpPr>
            <a:cxnSpLocks/>
          </p:cNvCxnSpPr>
          <p:nvPr/>
        </p:nvCxnSpPr>
        <p:spPr>
          <a:xfrm>
            <a:off x="5940152" y="267494"/>
            <a:ext cx="17640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79762CB2-7134-4D92-96AB-2D9B78CFFCE6}"/>
              </a:ext>
            </a:extLst>
          </p:cNvPr>
          <p:cNvCxnSpPr>
            <a:cxnSpLocks/>
          </p:cNvCxnSpPr>
          <p:nvPr/>
        </p:nvCxnSpPr>
        <p:spPr>
          <a:xfrm>
            <a:off x="2717904" y="843558"/>
            <a:ext cx="2790200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C40E6FB0-E171-4F3E-BE25-4E8DD68A8148}"/>
              </a:ext>
            </a:extLst>
          </p:cNvPr>
          <p:cNvCxnSpPr>
            <a:cxnSpLocks/>
          </p:cNvCxnSpPr>
          <p:nvPr/>
        </p:nvCxnSpPr>
        <p:spPr>
          <a:xfrm>
            <a:off x="5508104" y="843558"/>
            <a:ext cx="0" cy="59049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75C92428-856B-41DF-8322-3869F3DFDED0}"/>
              </a:ext>
            </a:extLst>
          </p:cNvPr>
          <p:cNvCxnSpPr>
            <a:cxnSpLocks/>
          </p:cNvCxnSpPr>
          <p:nvPr/>
        </p:nvCxnSpPr>
        <p:spPr>
          <a:xfrm>
            <a:off x="5790142" y="1309204"/>
            <a:ext cx="0" cy="124844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40A4B3FC-3034-4680-902D-D07C795A622E}"/>
              </a:ext>
            </a:extLst>
          </p:cNvPr>
          <p:cNvCxnSpPr>
            <a:cxnSpLocks/>
          </p:cNvCxnSpPr>
          <p:nvPr/>
        </p:nvCxnSpPr>
        <p:spPr>
          <a:xfrm>
            <a:off x="5508104" y="1310400"/>
            <a:ext cx="288000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8165F996-2A36-4CBA-8130-0E090469F3E2}"/>
              </a:ext>
            </a:extLst>
          </p:cNvPr>
          <p:cNvCxnSpPr>
            <a:cxnSpLocks/>
          </p:cNvCxnSpPr>
          <p:nvPr/>
        </p:nvCxnSpPr>
        <p:spPr>
          <a:xfrm flipH="1">
            <a:off x="3578534" y="1908000"/>
            <a:ext cx="2145594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F6774459-AC5E-4958-8499-063C63F8F09C}"/>
              </a:ext>
            </a:extLst>
          </p:cNvPr>
          <p:cNvCxnSpPr>
            <a:cxnSpLocks/>
          </p:cNvCxnSpPr>
          <p:nvPr/>
        </p:nvCxnSpPr>
        <p:spPr>
          <a:xfrm>
            <a:off x="5724128" y="1532607"/>
            <a:ext cx="0" cy="391071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FB24606B-F701-48BC-9413-20E014CA71F1}"/>
              </a:ext>
            </a:extLst>
          </p:cNvPr>
          <p:cNvCxnSpPr>
            <a:cxnSpLocks/>
          </p:cNvCxnSpPr>
          <p:nvPr/>
        </p:nvCxnSpPr>
        <p:spPr>
          <a:xfrm>
            <a:off x="5475734" y="1522364"/>
            <a:ext cx="0" cy="288032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BBCF1840-7E2B-403D-9C7E-D3B60A2D46D2}"/>
              </a:ext>
            </a:extLst>
          </p:cNvPr>
          <p:cNvCxnSpPr>
            <a:cxnSpLocks/>
          </p:cNvCxnSpPr>
          <p:nvPr/>
        </p:nvCxnSpPr>
        <p:spPr>
          <a:xfrm flipH="1">
            <a:off x="3344398" y="1814400"/>
            <a:ext cx="2160240" cy="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D3CD6523-CB06-461F-90C5-D2A356D55306}"/>
              </a:ext>
            </a:extLst>
          </p:cNvPr>
          <p:cNvCxnSpPr>
            <a:cxnSpLocks/>
          </p:cNvCxnSpPr>
          <p:nvPr/>
        </p:nvCxnSpPr>
        <p:spPr>
          <a:xfrm>
            <a:off x="3578534" y="1908000"/>
            <a:ext cx="0" cy="159694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AA5D6D3A-AD76-47C4-B4E2-F48BF9CB5C10}"/>
              </a:ext>
            </a:extLst>
          </p:cNvPr>
          <p:cNvCxnSpPr>
            <a:cxnSpLocks/>
          </p:cNvCxnSpPr>
          <p:nvPr/>
        </p:nvCxnSpPr>
        <p:spPr>
          <a:xfrm>
            <a:off x="3344398" y="1810396"/>
            <a:ext cx="0" cy="257298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F3AC1CEC-7703-4785-8A50-5C9AD41CD621}"/>
              </a:ext>
            </a:extLst>
          </p:cNvPr>
          <p:cNvCxnSpPr>
            <a:cxnSpLocks/>
          </p:cNvCxnSpPr>
          <p:nvPr/>
        </p:nvCxnSpPr>
        <p:spPr>
          <a:xfrm>
            <a:off x="3564000" y="2139702"/>
            <a:ext cx="0" cy="23751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59DECD4B-99C6-4CE8-B144-B1D68918FA9C}"/>
              </a:ext>
            </a:extLst>
          </p:cNvPr>
          <p:cNvCxnSpPr>
            <a:cxnSpLocks/>
          </p:cNvCxnSpPr>
          <p:nvPr/>
        </p:nvCxnSpPr>
        <p:spPr>
          <a:xfrm>
            <a:off x="3275856" y="2139702"/>
            <a:ext cx="0" cy="237510"/>
          </a:xfrm>
          <a:prstGeom prst="line">
            <a:avLst/>
          </a:pr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47F14235-0DE2-498E-B229-EBF648F47A8E}"/>
              </a:ext>
            </a:extLst>
          </p:cNvPr>
          <p:cNvCxnSpPr>
            <a:cxnSpLocks/>
          </p:cNvCxnSpPr>
          <p:nvPr/>
        </p:nvCxnSpPr>
        <p:spPr>
          <a:xfrm>
            <a:off x="2052000" y="1076400"/>
            <a:ext cx="648072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DFDDC659-34B1-4ECB-B575-71B591F6F236}"/>
              </a:ext>
            </a:extLst>
          </p:cNvPr>
          <p:cNvCxnSpPr>
            <a:cxnSpLocks/>
          </p:cNvCxnSpPr>
          <p:nvPr/>
        </p:nvCxnSpPr>
        <p:spPr>
          <a:xfrm>
            <a:off x="2768334" y="1076400"/>
            <a:ext cx="2707400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4C2037A8-8C31-4C16-B640-E34AD57EA6BF}"/>
              </a:ext>
            </a:extLst>
          </p:cNvPr>
          <p:cNvCxnSpPr>
            <a:cxnSpLocks/>
          </p:cNvCxnSpPr>
          <p:nvPr/>
        </p:nvCxnSpPr>
        <p:spPr>
          <a:xfrm>
            <a:off x="5436096" y="1059582"/>
            <a:ext cx="0" cy="39723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97250E94-50CD-46D2-973C-D170D15E40BC}"/>
              </a:ext>
            </a:extLst>
          </p:cNvPr>
          <p:cNvCxnSpPr>
            <a:cxnSpLocks/>
          </p:cNvCxnSpPr>
          <p:nvPr/>
        </p:nvCxnSpPr>
        <p:spPr>
          <a:xfrm>
            <a:off x="5436096" y="1368000"/>
            <a:ext cx="273564" cy="0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4F1C3805-5BF7-4709-8A22-DE173EF0167B}"/>
              </a:ext>
            </a:extLst>
          </p:cNvPr>
          <p:cNvCxnSpPr>
            <a:cxnSpLocks/>
          </p:cNvCxnSpPr>
          <p:nvPr/>
        </p:nvCxnSpPr>
        <p:spPr>
          <a:xfrm flipV="1">
            <a:off x="5716800" y="1364400"/>
            <a:ext cx="0" cy="72008"/>
          </a:xfrm>
          <a:prstGeom prst="line">
            <a:avLst/>
          </a:prstGeom>
          <a:ln w="19050">
            <a:solidFill>
              <a:srgbClr val="FF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4E6FC6FF-B057-4079-B090-077458D6AAD7}"/>
              </a:ext>
            </a:extLst>
          </p:cNvPr>
          <p:cNvCxnSpPr>
            <a:cxnSpLocks/>
          </p:cNvCxnSpPr>
          <p:nvPr/>
        </p:nvCxnSpPr>
        <p:spPr>
          <a:xfrm flipH="1" flipV="1">
            <a:off x="5724128" y="1419622"/>
            <a:ext cx="35658" cy="1129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CuadroTexto 88">
            <a:extLst>
              <a:ext uri="{FF2B5EF4-FFF2-40B4-BE49-F238E27FC236}">
                <a16:creationId xmlns:a16="http://schemas.microsoft.com/office/drawing/2014/main" id="{37EA5513-26F2-44DE-AC11-46E4BDA2832D}"/>
              </a:ext>
            </a:extLst>
          </p:cNvPr>
          <p:cNvSpPr txBox="1"/>
          <p:nvPr/>
        </p:nvSpPr>
        <p:spPr>
          <a:xfrm>
            <a:off x="6170642" y="786411"/>
            <a:ext cx="2505814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Same Guidance Logic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1B24146F-44B3-41EE-8CCE-8C3AE579C088}"/>
              </a:ext>
            </a:extLst>
          </p:cNvPr>
          <p:cNvCxnSpPr>
            <a:cxnSpLocks/>
          </p:cNvCxnSpPr>
          <p:nvPr/>
        </p:nvCxnSpPr>
        <p:spPr>
          <a:xfrm>
            <a:off x="104038" y="915566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F582B5AD-41FC-48D2-AC34-2861C3A5C0D5}"/>
              </a:ext>
            </a:extLst>
          </p:cNvPr>
          <p:cNvCxnSpPr>
            <a:cxnSpLocks/>
          </p:cNvCxnSpPr>
          <p:nvPr/>
        </p:nvCxnSpPr>
        <p:spPr>
          <a:xfrm flipV="1">
            <a:off x="104038" y="483518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A540ADEF-5768-49B7-B798-39CA1E3FBE72}"/>
              </a:ext>
            </a:extLst>
          </p:cNvPr>
          <p:cNvCxnSpPr>
            <a:cxnSpLocks/>
          </p:cNvCxnSpPr>
          <p:nvPr/>
        </p:nvCxnSpPr>
        <p:spPr>
          <a:xfrm>
            <a:off x="104038" y="1620000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de flecha 92">
            <a:extLst>
              <a:ext uri="{FF2B5EF4-FFF2-40B4-BE49-F238E27FC236}">
                <a16:creationId xmlns:a16="http://schemas.microsoft.com/office/drawing/2014/main" id="{FA02AE34-083C-41F6-8EBF-762705C9FBC1}"/>
              </a:ext>
            </a:extLst>
          </p:cNvPr>
          <p:cNvCxnSpPr>
            <a:cxnSpLocks/>
          </p:cNvCxnSpPr>
          <p:nvPr/>
        </p:nvCxnSpPr>
        <p:spPr>
          <a:xfrm flipV="1">
            <a:off x="104038" y="1187952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C56134C4-D553-4FDA-A979-0F962EF63915}"/>
              </a:ext>
            </a:extLst>
          </p:cNvPr>
          <p:cNvCxnSpPr>
            <a:cxnSpLocks/>
          </p:cNvCxnSpPr>
          <p:nvPr/>
        </p:nvCxnSpPr>
        <p:spPr>
          <a:xfrm>
            <a:off x="104038" y="627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E1A187DA-30FE-438C-85CA-08D5E4C3BD0D}"/>
              </a:ext>
            </a:extLst>
          </p:cNvPr>
          <p:cNvCxnSpPr>
            <a:cxnSpLocks/>
          </p:cNvCxnSpPr>
          <p:nvPr/>
        </p:nvCxnSpPr>
        <p:spPr>
          <a:xfrm>
            <a:off x="248054" y="915565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3E721EB0-FD99-47E9-8920-5EAD355C1B76}"/>
              </a:ext>
            </a:extLst>
          </p:cNvPr>
          <p:cNvCxnSpPr>
            <a:cxnSpLocks/>
          </p:cNvCxnSpPr>
          <p:nvPr/>
        </p:nvCxnSpPr>
        <p:spPr>
          <a:xfrm>
            <a:off x="392070" y="627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D45D4AF4-9921-4C46-8CE3-6C9D47771785}"/>
              </a:ext>
            </a:extLst>
          </p:cNvPr>
          <p:cNvCxnSpPr>
            <a:cxnSpLocks/>
          </p:cNvCxnSpPr>
          <p:nvPr/>
        </p:nvCxnSpPr>
        <p:spPr>
          <a:xfrm>
            <a:off x="536086" y="915565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3CC0664B-138E-442C-A8C0-8AD17253F6D1}"/>
              </a:ext>
            </a:extLst>
          </p:cNvPr>
          <p:cNvCxnSpPr>
            <a:cxnSpLocks/>
          </p:cNvCxnSpPr>
          <p:nvPr/>
        </p:nvCxnSpPr>
        <p:spPr>
          <a:xfrm flipH="1">
            <a:off x="680102" y="624533"/>
            <a:ext cx="14401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149248CC-D7B1-4637-9E42-FCD66294BC1F}"/>
              </a:ext>
            </a:extLst>
          </p:cNvPr>
          <p:cNvCxnSpPr>
            <a:cxnSpLocks/>
          </p:cNvCxnSpPr>
          <p:nvPr/>
        </p:nvCxnSpPr>
        <p:spPr>
          <a:xfrm flipV="1">
            <a:off x="248054" y="624533"/>
            <a:ext cx="0" cy="291034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cto 99">
            <a:extLst>
              <a:ext uri="{FF2B5EF4-FFF2-40B4-BE49-F238E27FC236}">
                <a16:creationId xmlns:a16="http://schemas.microsoft.com/office/drawing/2014/main" id="{CE7CF33E-BCF9-428D-A393-E8C9769129D5}"/>
              </a:ext>
            </a:extLst>
          </p:cNvPr>
          <p:cNvCxnSpPr>
            <a:cxnSpLocks/>
          </p:cNvCxnSpPr>
          <p:nvPr/>
        </p:nvCxnSpPr>
        <p:spPr>
          <a:xfrm flipV="1">
            <a:off x="392070" y="627535"/>
            <a:ext cx="0" cy="28803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20560EB5-9E76-4387-B49B-BEA519CB8D51}"/>
              </a:ext>
            </a:extLst>
          </p:cNvPr>
          <p:cNvCxnSpPr>
            <a:cxnSpLocks/>
          </p:cNvCxnSpPr>
          <p:nvPr/>
        </p:nvCxnSpPr>
        <p:spPr>
          <a:xfrm flipV="1">
            <a:off x="536086" y="627534"/>
            <a:ext cx="0" cy="28803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5F10F5B6-4B65-4359-977F-505770D306F7}"/>
              </a:ext>
            </a:extLst>
          </p:cNvPr>
          <p:cNvCxnSpPr>
            <a:cxnSpLocks/>
          </p:cNvCxnSpPr>
          <p:nvPr/>
        </p:nvCxnSpPr>
        <p:spPr>
          <a:xfrm flipV="1">
            <a:off x="680102" y="624533"/>
            <a:ext cx="0" cy="291032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cto 102">
            <a:extLst>
              <a:ext uri="{FF2B5EF4-FFF2-40B4-BE49-F238E27FC236}">
                <a16:creationId xmlns:a16="http://schemas.microsoft.com/office/drawing/2014/main" id="{3899B35C-3985-459D-A734-7BF5977AB661}"/>
              </a:ext>
            </a:extLst>
          </p:cNvPr>
          <p:cNvCxnSpPr>
            <a:cxnSpLocks/>
          </p:cNvCxnSpPr>
          <p:nvPr/>
        </p:nvCxnSpPr>
        <p:spPr>
          <a:xfrm flipV="1">
            <a:off x="176046" y="1337309"/>
            <a:ext cx="68645" cy="1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3BFE426B-4C84-4F59-9CCD-CA2AAAC1768D}"/>
              </a:ext>
            </a:extLst>
          </p:cNvPr>
          <p:cNvCxnSpPr>
            <a:cxnSpLocks/>
          </p:cNvCxnSpPr>
          <p:nvPr/>
        </p:nvCxnSpPr>
        <p:spPr>
          <a:xfrm>
            <a:off x="244691" y="1620000"/>
            <a:ext cx="155700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FC1D443C-F7C8-4D92-A65F-4A6611FDAFB3}"/>
              </a:ext>
            </a:extLst>
          </p:cNvPr>
          <p:cNvCxnSpPr>
            <a:cxnSpLocks/>
          </p:cNvCxnSpPr>
          <p:nvPr/>
        </p:nvCxnSpPr>
        <p:spPr>
          <a:xfrm>
            <a:off x="400391" y="1337309"/>
            <a:ext cx="63687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13464076-4200-4BCC-83A9-E419EFB784EE}"/>
              </a:ext>
            </a:extLst>
          </p:cNvPr>
          <p:cNvCxnSpPr>
            <a:cxnSpLocks/>
          </p:cNvCxnSpPr>
          <p:nvPr/>
        </p:nvCxnSpPr>
        <p:spPr>
          <a:xfrm>
            <a:off x="464078" y="1620000"/>
            <a:ext cx="144016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cto 106">
            <a:extLst>
              <a:ext uri="{FF2B5EF4-FFF2-40B4-BE49-F238E27FC236}">
                <a16:creationId xmlns:a16="http://schemas.microsoft.com/office/drawing/2014/main" id="{927C3AB8-EDF7-4316-A088-CC9D923BF44B}"/>
              </a:ext>
            </a:extLst>
          </p:cNvPr>
          <p:cNvCxnSpPr>
            <a:cxnSpLocks/>
          </p:cNvCxnSpPr>
          <p:nvPr/>
        </p:nvCxnSpPr>
        <p:spPr>
          <a:xfrm flipH="1">
            <a:off x="608096" y="1328968"/>
            <a:ext cx="72006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5E9A320B-15B9-45CC-AAB5-581C3D2DAD3C}"/>
              </a:ext>
            </a:extLst>
          </p:cNvPr>
          <p:cNvCxnSpPr>
            <a:cxnSpLocks/>
          </p:cNvCxnSpPr>
          <p:nvPr/>
        </p:nvCxnSpPr>
        <p:spPr>
          <a:xfrm flipV="1">
            <a:off x="244691" y="1328968"/>
            <a:ext cx="0" cy="291034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7850751E-F4B5-4000-96D5-6DEDFE2857D8}"/>
              </a:ext>
            </a:extLst>
          </p:cNvPr>
          <p:cNvCxnSpPr>
            <a:cxnSpLocks/>
          </p:cNvCxnSpPr>
          <p:nvPr/>
        </p:nvCxnSpPr>
        <p:spPr>
          <a:xfrm flipV="1">
            <a:off x="400391" y="1331970"/>
            <a:ext cx="0" cy="28803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C3E54414-ADAA-4855-871C-5DF492C1590E}"/>
              </a:ext>
            </a:extLst>
          </p:cNvPr>
          <p:cNvCxnSpPr>
            <a:cxnSpLocks/>
          </p:cNvCxnSpPr>
          <p:nvPr/>
        </p:nvCxnSpPr>
        <p:spPr>
          <a:xfrm flipV="1">
            <a:off x="464078" y="1328968"/>
            <a:ext cx="0" cy="288031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283C8609-66B9-4E0E-8B92-AE3A4083BC23}"/>
              </a:ext>
            </a:extLst>
          </p:cNvPr>
          <p:cNvCxnSpPr>
            <a:cxnSpLocks/>
          </p:cNvCxnSpPr>
          <p:nvPr/>
        </p:nvCxnSpPr>
        <p:spPr>
          <a:xfrm flipV="1">
            <a:off x="608094" y="1328968"/>
            <a:ext cx="0" cy="291032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D43C69A2-DBFE-4701-9E43-1E2B5C3B8BEE}"/>
              </a:ext>
            </a:extLst>
          </p:cNvPr>
          <p:cNvCxnSpPr>
            <a:cxnSpLocks/>
          </p:cNvCxnSpPr>
          <p:nvPr/>
        </p:nvCxnSpPr>
        <p:spPr>
          <a:xfrm flipV="1">
            <a:off x="176046" y="1328968"/>
            <a:ext cx="0" cy="291034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4177BF28-4312-43CD-83E8-D1905FB604D4}"/>
              </a:ext>
            </a:extLst>
          </p:cNvPr>
          <p:cNvCxnSpPr>
            <a:cxnSpLocks/>
          </p:cNvCxnSpPr>
          <p:nvPr/>
        </p:nvCxnSpPr>
        <p:spPr>
          <a:xfrm flipV="1">
            <a:off x="685859" y="1328968"/>
            <a:ext cx="0" cy="291032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527B3C9C-6C38-4351-970C-E86F7CA1E439}"/>
              </a:ext>
            </a:extLst>
          </p:cNvPr>
          <p:cNvCxnSpPr>
            <a:cxnSpLocks/>
          </p:cNvCxnSpPr>
          <p:nvPr/>
        </p:nvCxnSpPr>
        <p:spPr>
          <a:xfrm>
            <a:off x="685859" y="1618832"/>
            <a:ext cx="138259" cy="1168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cto 114">
            <a:extLst>
              <a:ext uri="{FF2B5EF4-FFF2-40B4-BE49-F238E27FC236}">
                <a16:creationId xmlns:a16="http://schemas.microsoft.com/office/drawing/2014/main" id="{7134C758-84F1-45CE-B15C-1B7AEC540813}"/>
              </a:ext>
            </a:extLst>
          </p:cNvPr>
          <p:cNvCxnSpPr>
            <a:cxnSpLocks/>
          </p:cNvCxnSpPr>
          <p:nvPr/>
        </p:nvCxnSpPr>
        <p:spPr>
          <a:xfrm>
            <a:off x="110198" y="1616999"/>
            <a:ext cx="65848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>
            <a:extLst>
              <a:ext uri="{FF2B5EF4-FFF2-40B4-BE49-F238E27FC236}">
                <a16:creationId xmlns:a16="http://schemas.microsoft.com/office/drawing/2014/main" id="{28792C9F-F8CE-4770-8061-0B837401925F}"/>
              </a:ext>
            </a:extLst>
          </p:cNvPr>
          <p:cNvSpPr/>
          <p:nvPr/>
        </p:nvSpPr>
        <p:spPr>
          <a:xfrm>
            <a:off x="3463430" y="2304000"/>
            <a:ext cx="244474" cy="248250"/>
          </a:xfrm>
          <a:prstGeom prst="ellipse">
            <a:avLst/>
          </a:prstGeom>
          <a:noFill/>
          <a:ln w="158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73B6CC39-49EF-48CF-91B2-91357545B7F3}"/>
              </a:ext>
            </a:extLst>
          </p:cNvPr>
          <p:cNvSpPr/>
          <p:nvPr/>
        </p:nvSpPr>
        <p:spPr>
          <a:xfrm>
            <a:off x="3178800" y="2322000"/>
            <a:ext cx="244474" cy="248250"/>
          </a:xfrm>
          <a:prstGeom prst="ellipse">
            <a:avLst/>
          </a:prstGeom>
          <a:noFill/>
          <a:ln w="158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243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A2E836FD-A1E3-443B-9BDD-6B21E5528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200" y="0"/>
            <a:ext cx="6406129" cy="5143500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75771BB-89D3-4199-AAC8-EE107CF7E228}"/>
              </a:ext>
            </a:extLst>
          </p:cNvPr>
          <p:cNvCxnSpPr>
            <a:cxnSpLocks/>
          </p:cNvCxnSpPr>
          <p:nvPr/>
        </p:nvCxnSpPr>
        <p:spPr>
          <a:xfrm>
            <a:off x="5940152" y="267494"/>
            <a:ext cx="17640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8E1F51CC-F34C-456D-B710-E59A1E0ED960}"/>
              </a:ext>
            </a:extLst>
          </p:cNvPr>
          <p:cNvCxnSpPr>
            <a:cxnSpLocks/>
          </p:cNvCxnSpPr>
          <p:nvPr/>
        </p:nvCxnSpPr>
        <p:spPr>
          <a:xfrm>
            <a:off x="2051720" y="2499742"/>
            <a:ext cx="1026280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4497326-64DD-468B-9101-E23F44BB7C08}"/>
              </a:ext>
            </a:extLst>
          </p:cNvPr>
          <p:cNvCxnSpPr>
            <a:cxnSpLocks/>
          </p:cNvCxnSpPr>
          <p:nvPr/>
        </p:nvCxnSpPr>
        <p:spPr>
          <a:xfrm>
            <a:off x="3059832" y="249974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B39FD298-2849-4E8D-96E7-4CB0511F9864}"/>
              </a:ext>
            </a:extLst>
          </p:cNvPr>
          <p:cNvSpPr txBox="1"/>
          <p:nvPr/>
        </p:nvSpPr>
        <p:spPr>
          <a:xfrm>
            <a:off x="4895553" y="4058474"/>
            <a:ext cx="2412751" cy="83099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Add Contactor KC to power cart motor(s).</a:t>
            </a:r>
          </a:p>
          <a:p>
            <a:r>
              <a:rPr lang="en-US" baseline="-25000" dirty="0">
                <a:solidFill>
                  <a:srgbClr val="0070C0"/>
                </a:solidFill>
              </a:rPr>
              <a:t>(Tower box contactor not used)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53E4307A-97B5-4A06-9631-81ADA05B1D83}"/>
              </a:ext>
            </a:extLst>
          </p:cNvPr>
          <p:cNvCxnSpPr>
            <a:cxnSpLocks/>
          </p:cNvCxnSpPr>
          <p:nvPr/>
        </p:nvCxnSpPr>
        <p:spPr>
          <a:xfrm flipH="1" flipV="1">
            <a:off x="3275856" y="2715766"/>
            <a:ext cx="1624604" cy="157388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1746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46F0201-D57F-4095-8EA1-4998F7154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ABOVE GROUND CABLE GUIDANCE</a:t>
            </a:r>
          </a:p>
        </p:txBody>
      </p:sp>
    </p:spTree>
    <p:extLst>
      <p:ext uri="{BB962C8B-B14F-4D97-AF65-F5344CB8AC3E}">
        <p14:creationId xmlns:p14="http://schemas.microsoft.com/office/powerpoint/2010/main" val="3322052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texto&#10;&#10;Descripción generada automáticamente">
            <a:extLst>
              <a:ext uri="{FF2B5EF4-FFF2-40B4-BE49-F238E27FC236}">
                <a16:creationId xmlns:a16="http://schemas.microsoft.com/office/drawing/2014/main" id="{04FA5379-551B-4337-BB64-1A2C3EE80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68" y="0"/>
            <a:ext cx="7013864" cy="5143500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75771BB-89D3-4199-AAC8-EE107CF7E228}"/>
              </a:ext>
            </a:extLst>
          </p:cNvPr>
          <p:cNvCxnSpPr>
            <a:cxnSpLocks/>
          </p:cNvCxnSpPr>
          <p:nvPr/>
        </p:nvCxnSpPr>
        <p:spPr>
          <a:xfrm>
            <a:off x="3491880" y="267494"/>
            <a:ext cx="576064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8FF7ED92-6269-447D-A47F-8B8442395412}"/>
              </a:ext>
            </a:extLst>
          </p:cNvPr>
          <p:cNvSpPr txBox="1"/>
          <p:nvPr/>
        </p:nvSpPr>
        <p:spPr>
          <a:xfrm>
            <a:off x="6494756" y="1203598"/>
            <a:ext cx="2613748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Add Proximity switch on each Arm. (110V AC)</a:t>
            </a:r>
            <a:endParaRPr lang="en-US" baseline="-25000" dirty="0">
              <a:solidFill>
                <a:srgbClr val="0070C0"/>
              </a:solidFill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8186736-334C-47C2-B5E0-9E0863B65377}"/>
              </a:ext>
            </a:extLst>
          </p:cNvPr>
          <p:cNvCxnSpPr>
            <a:cxnSpLocks/>
          </p:cNvCxnSpPr>
          <p:nvPr/>
        </p:nvCxnSpPr>
        <p:spPr>
          <a:xfrm flipH="1">
            <a:off x="4283970" y="1849929"/>
            <a:ext cx="2210786" cy="100985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DE6A8F7-1CB8-4432-B98E-26001148E103}"/>
              </a:ext>
            </a:extLst>
          </p:cNvPr>
          <p:cNvSpPr txBox="1"/>
          <p:nvPr/>
        </p:nvSpPr>
        <p:spPr>
          <a:xfrm>
            <a:off x="35496" y="3291830"/>
            <a:ext cx="1584176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Add 2 relays </a:t>
            </a:r>
            <a:endParaRPr lang="en-US" baseline="-25000" dirty="0">
              <a:solidFill>
                <a:srgbClr val="0070C0"/>
              </a:solidFill>
            </a:endParaRP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14D7A583-178D-4FA4-B0AA-3C6F7B479F14}"/>
              </a:ext>
            </a:extLst>
          </p:cNvPr>
          <p:cNvCxnSpPr>
            <a:cxnSpLocks/>
          </p:cNvCxnSpPr>
          <p:nvPr/>
        </p:nvCxnSpPr>
        <p:spPr>
          <a:xfrm flipV="1">
            <a:off x="1619672" y="3265540"/>
            <a:ext cx="1152128" cy="17030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356C043-FA42-44A2-B1F9-F9258121C490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1619672" y="3476496"/>
            <a:ext cx="1152128" cy="18466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15513D69-1285-4899-8EA3-71CC030E0E04}"/>
              </a:ext>
            </a:extLst>
          </p:cNvPr>
          <p:cNvCxnSpPr>
            <a:cxnSpLocks/>
          </p:cNvCxnSpPr>
          <p:nvPr/>
        </p:nvCxnSpPr>
        <p:spPr>
          <a:xfrm flipH="1">
            <a:off x="4211960" y="1849929"/>
            <a:ext cx="2282796" cy="201796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16971D92-B1DD-463F-BC09-D4BF4485694D}"/>
              </a:ext>
            </a:extLst>
          </p:cNvPr>
          <p:cNvCxnSpPr>
            <a:cxnSpLocks/>
          </p:cNvCxnSpPr>
          <p:nvPr/>
        </p:nvCxnSpPr>
        <p:spPr>
          <a:xfrm>
            <a:off x="2411760" y="3003798"/>
            <a:ext cx="1656184" cy="0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90D6346-4893-460F-B739-63D4898E7922}"/>
              </a:ext>
            </a:extLst>
          </p:cNvPr>
          <p:cNvCxnSpPr>
            <a:cxnSpLocks/>
          </p:cNvCxnSpPr>
          <p:nvPr/>
        </p:nvCxnSpPr>
        <p:spPr>
          <a:xfrm>
            <a:off x="4158000" y="3003798"/>
            <a:ext cx="288032" cy="0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9723035-19A9-410C-A205-1E768EDBB0E0}"/>
              </a:ext>
            </a:extLst>
          </p:cNvPr>
          <p:cNvCxnSpPr>
            <a:cxnSpLocks/>
          </p:cNvCxnSpPr>
          <p:nvPr/>
        </p:nvCxnSpPr>
        <p:spPr>
          <a:xfrm flipH="1">
            <a:off x="3105410" y="3186000"/>
            <a:ext cx="1340622" cy="0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68266205-26F8-48F0-A13E-5E2DADEB9946}"/>
              </a:ext>
            </a:extLst>
          </p:cNvPr>
          <p:cNvCxnSpPr>
            <a:cxnSpLocks/>
          </p:cNvCxnSpPr>
          <p:nvPr/>
        </p:nvCxnSpPr>
        <p:spPr>
          <a:xfrm>
            <a:off x="4446032" y="2993261"/>
            <a:ext cx="0" cy="192739"/>
          </a:xfrm>
          <a:prstGeom prst="line">
            <a:avLst/>
          </a:prstGeom>
          <a:ln w="19050">
            <a:solidFill>
              <a:srgbClr val="4C26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6D71B4AB-1603-46DB-8892-143686366AC4}"/>
              </a:ext>
            </a:extLst>
          </p:cNvPr>
          <p:cNvCxnSpPr>
            <a:cxnSpLocks/>
          </p:cNvCxnSpPr>
          <p:nvPr/>
        </p:nvCxnSpPr>
        <p:spPr>
          <a:xfrm flipH="1">
            <a:off x="3105410" y="3363838"/>
            <a:ext cx="2978758" cy="0"/>
          </a:xfrm>
          <a:prstGeom prst="line">
            <a:avLst/>
          </a:prstGeom>
          <a:ln w="19050">
            <a:solidFill>
              <a:srgbClr val="FF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2296CB3D-6EEF-4E2D-B836-8B9DBB80E1E5}"/>
              </a:ext>
            </a:extLst>
          </p:cNvPr>
          <p:cNvCxnSpPr>
            <a:cxnSpLocks/>
          </p:cNvCxnSpPr>
          <p:nvPr/>
        </p:nvCxnSpPr>
        <p:spPr>
          <a:xfrm flipH="1">
            <a:off x="2411760" y="3363838"/>
            <a:ext cx="576064" cy="0"/>
          </a:xfrm>
          <a:prstGeom prst="line">
            <a:avLst/>
          </a:prstGeom>
          <a:ln w="19050">
            <a:solidFill>
              <a:srgbClr val="FF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6681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46F0201-D57F-4095-8EA1-4998F7154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AUTO STOP</a:t>
            </a:r>
          </a:p>
          <a:p>
            <a:r>
              <a:rPr lang="en-US" dirty="0"/>
              <a:t> (</a:t>
            </a:r>
            <a:r>
              <a:rPr lang="en-US" sz="3600" dirty="0"/>
              <a:t>AUTO REVERSE not Available)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0323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8" y="-1708348"/>
            <a:ext cx="6010597" cy="8352929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4371950"/>
            <a:ext cx="0" cy="432048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2987824" y="3816000"/>
            <a:ext cx="2088232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07854"/>
            <a:ext cx="0" cy="308146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7E43AB-047F-4481-8878-09D05E280114}"/>
              </a:ext>
            </a:extLst>
          </p:cNvPr>
          <p:cNvCxnSpPr>
            <a:cxnSpLocks/>
          </p:cNvCxnSpPr>
          <p:nvPr/>
        </p:nvCxnSpPr>
        <p:spPr>
          <a:xfrm>
            <a:off x="5003795" y="2468117"/>
            <a:ext cx="0" cy="15766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560C5EF-0A1B-4BFF-A930-AE6FE8993DE2}"/>
              </a:ext>
            </a:extLst>
          </p:cNvPr>
          <p:cNvCxnSpPr>
            <a:cxnSpLocks/>
          </p:cNvCxnSpPr>
          <p:nvPr/>
        </p:nvCxnSpPr>
        <p:spPr>
          <a:xfrm flipH="1">
            <a:off x="5003796" y="2468117"/>
            <a:ext cx="32420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1F4A36-EAB3-40EE-AC82-4D53007F38D8}"/>
              </a:ext>
            </a:extLst>
          </p:cNvPr>
          <p:cNvCxnSpPr>
            <a:cxnSpLocks/>
          </p:cNvCxnSpPr>
          <p:nvPr/>
        </p:nvCxnSpPr>
        <p:spPr>
          <a:xfrm>
            <a:off x="5328000" y="843558"/>
            <a:ext cx="0" cy="157777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7B759AD-6738-430A-ADA0-0538EE252AF2}"/>
              </a:ext>
            </a:extLst>
          </p:cNvPr>
          <p:cNvCxnSpPr>
            <a:cxnSpLocks/>
          </p:cNvCxnSpPr>
          <p:nvPr/>
        </p:nvCxnSpPr>
        <p:spPr>
          <a:xfrm>
            <a:off x="5220072" y="1047336"/>
            <a:ext cx="107928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5A3D8D5-B429-4479-B0DD-3BB84BD762C6}"/>
              </a:ext>
            </a:extLst>
          </p:cNvPr>
          <p:cNvCxnSpPr>
            <a:cxnSpLocks/>
          </p:cNvCxnSpPr>
          <p:nvPr/>
        </p:nvCxnSpPr>
        <p:spPr>
          <a:xfrm>
            <a:off x="5220072" y="831312"/>
            <a:ext cx="0" cy="21602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ED737B9-83DD-404C-B5F3-077A21804108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8E5D96F-90C4-4A18-A2F2-0086B2FA0C71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346F3AC-4CBA-4262-A753-4BC75333456B}"/>
              </a:ext>
            </a:extLst>
          </p:cNvPr>
          <p:cNvCxnSpPr>
            <a:cxnSpLocks/>
          </p:cNvCxnSpPr>
          <p:nvPr/>
        </p:nvCxnSpPr>
        <p:spPr>
          <a:xfrm flipV="1">
            <a:off x="3024000" y="324000"/>
            <a:ext cx="0" cy="156367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8848EAF-B39F-4B6B-98CC-151BEC644E1D}"/>
              </a:ext>
            </a:extLst>
          </p:cNvPr>
          <p:cNvCxnSpPr>
            <a:cxnSpLocks/>
          </p:cNvCxnSpPr>
          <p:nvPr/>
        </p:nvCxnSpPr>
        <p:spPr>
          <a:xfrm flipV="1">
            <a:off x="2987824" y="1980000"/>
            <a:ext cx="0" cy="33953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08DCCE0-97DE-4DB3-9FC3-93408D04FF10}"/>
              </a:ext>
            </a:extLst>
          </p:cNvPr>
          <p:cNvCxnSpPr>
            <a:cxnSpLocks/>
          </p:cNvCxnSpPr>
          <p:nvPr/>
        </p:nvCxnSpPr>
        <p:spPr>
          <a:xfrm flipV="1">
            <a:off x="3024000" y="2412425"/>
            <a:ext cx="0" cy="591373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A158844-2C59-48A3-8DFE-39F80981A99A}"/>
              </a:ext>
            </a:extLst>
          </p:cNvPr>
          <p:cNvCxnSpPr>
            <a:cxnSpLocks/>
          </p:cNvCxnSpPr>
          <p:nvPr/>
        </p:nvCxnSpPr>
        <p:spPr>
          <a:xfrm flipH="1">
            <a:off x="3059832" y="306000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82DE908-3C45-489E-BE59-476D5965F6C5}"/>
              </a:ext>
            </a:extLst>
          </p:cNvPr>
          <p:cNvCxnSpPr>
            <a:cxnSpLocks/>
          </p:cNvCxnSpPr>
          <p:nvPr/>
        </p:nvCxnSpPr>
        <p:spPr>
          <a:xfrm>
            <a:off x="3347864" y="2571750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AF37AA78-81FD-4723-9D0D-5476DD34D7AF}"/>
              </a:ext>
            </a:extLst>
          </p:cNvPr>
          <p:cNvCxnSpPr>
            <a:cxnSpLocks/>
          </p:cNvCxnSpPr>
          <p:nvPr/>
        </p:nvCxnSpPr>
        <p:spPr>
          <a:xfrm>
            <a:off x="2303608" y="4299942"/>
            <a:ext cx="61220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CFF6938-EB06-4909-A529-C8CF643FFD00}"/>
              </a:ext>
            </a:extLst>
          </p:cNvPr>
          <p:cNvCxnSpPr>
            <a:cxnSpLocks/>
          </p:cNvCxnSpPr>
          <p:nvPr/>
        </p:nvCxnSpPr>
        <p:spPr>
          <a:xfrm flipV="1">
            <a:off x="2926291" y="4088502"/>
            <a:ext cx="0" cy="16517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6378E4F5-EB03-4D38-99D2-4FE66E882500}"/>
              </a:ext>
            </a:extLst>
          </p:cNvPr>
          <p:cNvCxnSpPr>
            <a:cxnSpLocks/>
          </p:cNvCxnSpPr>
          <p:nvPr/>
        </p:nvCxnSpPr>
        <p:spPr>
          <a:xfrm flipV="1">
            <a:off x="2926291" y="3867894"/>
            <a:ext cx="0" cy="20222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592E429A-A755-4458-8034-35D9FECEC7DB}"/>
              </a:ext>
            </a:extLst>
          </p:cNvPr>
          <p:cNvCxnSpPr>
            <a:cxnSpLocks/>
          </p:cNvCxnSpPr>
          <p:nvPr/>
        </p:nvCxnSpPr>
        <p:spPr>
          <a:xfrm flipV="1">
            <a:off x="2591999" y="1980001"/>
            <a:ext cx="2" cy="1275828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241660AA-771A-43C4-9917-B25E3CE2F31B}"/>
              </a:ext>
            </a:extLst>
          </p:cNvPr>
          <p:cNvCxnSpPr>
            <a:cxnSpLocks/>
          </p:cNvCxnSpPr>
          <p:nvPr/>
        </p:nvCxnSpPr>
        <p:spPr>
          <a:xfrm flipH="1" flipV="1">
            <a:off x="2591999" y="224717"/>
            <a:ext cx="4142" cy="1662955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7296E36B-3295-4618-88D5-0F4886AAC381}"/>
              </a:ext>
            </a:extLst>
          </p:cNvPr>
          <p:cNvCxnSpPr>
            <a:cxnSpLocks/>
          </p:cNvCxnSpPr>
          <p:nvPr/>
        </p:nvCxnSpPr>
        <p:spPr>
          <a:xfrm>
            <a:off x="2592000" y="224717"/>
            <a:ext cx="1062455" cy="0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93E9112E-6EB2-4BCD-B819-27F5432D0EC3}"/>
              </a:ext>
            </a:extLst>
          </p:cNvPr>
          <p:cNvCxnSpPr>
            <a:cxnSpLocks/>
          </p:cNvCxnSpPr>
          <p:nvPr/>
        </p:nvCxnSpPr>
        <p:spPr>
          <a:xfrm>
            <a:off x="3654455" y="224717"/>
            <a:ext cx="0" cy="258801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0D9B08B6-886B-46EC-A4AD-7C03F4FF675F}"/>
              </a:ext>
            </a:extLst>
          </p:cNvPr>
          <p:cNvCxnSpPr>
            <a:cxnSpLocks/>
          </p:cNvCxnSpPr>
          <p:nvPr/>
        </p:nvCxnSpPr>
        <p:spPr>
          <a:xfrm flipH="1">
            <a:off x="2592000" y="3255829"/>
            <a:ext cx="126000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E40DC46F-6A7C-4C47-87B5-883E76E61BBB}"/>
              </a:ext>
            </a:extLst>
          </p:cNvPr>
          <p:cNvCxnSpPr>
            <a:cxnSpLocks/>
          </p:cNvCxnSpPr>
          <p:nvPr/>
        </p:nvCxnSpPr>
        <p:spPr>
          <a:xfrm flipV="1">
            <a:off x="2718000" y="3255829"/>
            <a:ext cx="0" cy="123545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5CFDC102-525C-43B7-8F0F-C9AE1696AC43}"/>
              </a:ext>
            </a:extLst>
          </p:cNvPr>
          <p:cNvCxnSpPr>
            <a:cxnSpLocks/>
          </p:cNvCxnSpPr>
          <p:nvPr/>
        </p:nvCxnSpPr>
        <p:spPr>
          <a:xfrm flipV="1">
            <a:off x="2718000" y="3507854"/>
            <a:ext cx="0" cy="308146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090584F1-2912-4C1B-B021-7516BFC334B4}"/>
              </a:ext>
            </a:extLst>
          </p:cNvPr>
          <p:cNvCxnSpPr>
            <a:cxnSpLocks/>
          </p:cNvCxnSpPr>
          <p:nvPr/>
        </p:nvCxnSpPr>
        <p:spPr>
          <a:xfrm flipH="1">
            <a:off x="2718000" y="3816000"/>
            <a:ext cx="53800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145E37E4-019F-40FE-9A79-4D934A442071}"/>
              </a:ext>
            </a:extLst>
          </p:cNvPr>
          <p:cNvCxnSpPr>
            <a:cxnSpLocks/>
          </p:cNvCxnSpPr>
          <p:nvPr/>
        </p:nvCxnSpPr>
        <p:spPr>
          <a:xfrm flipH="1">
            <a:off x="2829600" y="3830400"/>
            <a:ext cx="72008" cy="0"/>
          </a:xfrm>
          <a:prstGeom prst="line">
            <a:avLst/>
          </a:prstGeom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9A0AE104-C19A-4765-915B-4A0C72E706F6}"/>
              </a:ext>
            </a:extLst>
          </p:cNvPr>
          <p:cNvCxnSpPr>
            <a:cxnSpLocks/>
          </p:cNvCxnSpPr>
          <p:nvPr/>
        </p:nvCxnSpPr>
        <p:spPr>
          <a:xfrm>
            <a:off x="4806000" y="3507854"/>
            <a:ext cx="0" cy="308146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2A9C2ECF-2075-4B45-A75D-C961C53BBBC0}"/>
              </a:ext>
            </a:extLst>
          </p:cNvPr>
          <p:cNvCxnSpPr>
            <a:cxnSpLocks/>
          </p:cNvCxnSpPr>
          <p:nvPr/>
        </p:nvCxnSpPr>
        <p:spPr>
          <a:xfrm>
            <a:off x="4806000" y="3139430"/>
            <a:ext cx="869" cy="293723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42235DCE-81CF-4F5F-89BC-1C18B85E3E99}"/>
              </a:ext>
            </a:extLst>
          </p:cNvPr>
          <p:cNvCxnSpPr>
            <a:cxnSpLocks/>
          </p:cNvCxnSpPr>
          <p:nvPr/>
        </p:nvCxnSpPr>
        <p:spPr>
          <a:xfrm>
            <a:off x="4806000" y="2729137"/>
            <a:ext cx="0" cy="310569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C89F3AD2-1558-4C63-8BA0-F3588A1A40FA}"/>
              </a:ext>
            </a:extLst>
          </p:cNvPr>
          <p:cNvCxnSpPr>
            <a:cxnSpLocks/>
          </p:cNvCxnSpPr>
          <p:nvPr/>
        </p:nvCxnSpPr>
        <p:spPr>
          <a:xfrm flipV="1">
            <a:off x="5328000" y="2499742"/>
            <a:ext cx="0" cy="437829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B907EE43-7A8E-4F22-9D26-56455EFFFDDA}"/>
              </a:ext>
            </a:extLst>
          </p:cNvPr>
          <p:cNvCxnSpPr>
            <a:cxnSpLocks/>
          </p:cNvCxnSpPr>
          <p:nvPr/>
        </p:nvCxnSpPr>
        <p:spPr>
          <a:xfrm flipV="1">
            <a:off x="5256000" y="2995325"/>
            <a:ext cx="0" cy="656545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8E31EC29-FB58-4447-B16A-390F12A1360A}"/>
              </a:ext>
            </a:extLst>
          </p:cNvPr>
          <p:cNvCxnSpPr>
            <a:cxnSpLocks/>
          </p:cNvCxnSpPr>
          <p:nvPr/>
        </p:nvCxnSpPr>
        <p:spPr>
          <a:xfrm flipV="1">
            <a:off x="4716016" y="3633928"/>
            <a:ext cx="539984" cy="1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F4538CB7-400A-48B7-AEFC-10D0BF21F6CA}"/>
              </a:ext>
            </a:extLst>
          </p:cNvPr>
          <p:cNvCxnSpPr>
            <a:cxnSpLocks/>
          </p:cNvCxnSpPr>
          <p:nvPr/>
        </p:nvCxnSpPr>
        <p:spPr>
          <a:xfrm>
            <a:off x="4737157" y="3507854"/>
            <a:ext cx="0" cy="126074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D6C8D5D1-FFA9-44CF-8C8E-A6C61F7C562B}"/>
              </a:ext>
            </a:extLst>
          </p:cNvPr>
          <p:cNvCxnSpPr>
            <a:cxnSpLocks/>
          </p:cNvCxnSpPr>
          <p:nvPr/>
        </p:nvCxnSpPr>
        <p:spPr>
          <a:xfrm>
            <a:off x="4672920" y="2911401"/>
            <a:ext cx="7080" cy="452437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00DB178B-E632-4B44-96DB-61205EB07E8A}"/>
              </a:ext>
            </a:extLst>
          </p:cNvPr>
          <p:cNvCxnSpPr>
            <a:cxnSpLocks/>
          </p:cNvCxnSpPr>
          <p:nvPr/>
        </p:nvCxnSpPr>
        <p:spPr>
          <a:xfrm>
            <a:off x="4737157" y="3363838"/>
            <a:ext cx="0" cy="52273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334B2C5B-BD12-4275-BCC8-3F6963C77C86}"/>
              </a:ext>
            </a:extLst>
          </p:cNvPr>
          <p:cNvCxnSpPr>
            <a:cxnSpLocks/>
          </p:cNvCxnSpPr>
          <p:nvPr/>
        </p:nvCxnSpPr>
        <p:spPr>
          <a:xfrm flipH="1">
            <a:off x="4680000" y="3357546"/>
            <a:ext cx="57157" cy="0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2E1415FB-3EA5-4E65-80F0-D35429638847}"/>
              </a:ext>
            </a:extLst>
          </p:cNvPr>
          <p:cNvCxnSpPr>
            <a:cxnSpLocks/>
          </p:cNvCxnSpPr>
          <p:nvPr/>
        </p:nvCxnSpPr>
        <p:spPr>
          <a:xfrm flipH="1">
            <a:off x="5256001" y="2995325"/>
            <a:ext cx="71999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uadroTexto 54">
            <a:extLst>
              <a:ext uri="{FF2B5EF4-FFF2-40B4-BE49-F238E27FC236}">
                <a16:creationId xmlns:a16="http://schemas.microsoft.com/office/drawing/2014/main" id="{38D0D858-DC35-43C5-97C5-462570150C53}"/>
              </a:ext>
            </a:extLst>
          </p:cNvPr>
          <p:cNvSpPr txBox="1"/>
          <p:nvPr/>
        </p:nvSpPr>
        <p:spPr>
          <a:xfrm>
            <a:off x="700546" y="1182912"/>
            <a:ext cx="1510469" cy="64633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DANGER!!! </a:t>
            </a:r>
            <a:r>
              <a:rPr lang="en-US" dirty="0" err="1">
                <a:solidFill>
                  <a:srgbClr val="FF0000"/>
                </a:solidFill>
              </a:rPr>
              <a:t>AutoReverse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53990AC3-84E1-4957-AE4E-E1928D024DDD}"/>
              </a:ext>
            </a:extLst>
          </p:cNvPr>
          <p:cNvCxnSpPr>
            <a:cxnSpLocks/>
          </p:cNvCxnSpPr>
          <p:nvPr/>
        </p:nvCxnSpPr>
        <p:spPr>
          <a:xfrm flipV="1">
            <a:off x="2211015" y="712968"/>
            <a:ext cx="1100985" cy="46994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1486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8" y="-1708348"/>
            <a:ext cx="6010597" cy="8352929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7066EA5-C45E-4071-9869-D9AE8F46B83A}"/>
              </a:ext>
            </a:extLst>
          </p:cNvPr>
          <p:cNvCxnSpPr>
            <a:cxnSpLocks/>
          </p:cNvCxnSpPr>
          <p:nvPr/>
        </p:nvCxnSpPr>
        <p:spPr>
          <a:xfrm>
            <a:off x="2267744" y="4731990"/>
            <a:ext cx="104425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4371950"/>
            <a:ext cx="0" cy="432048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B28A05-0228-460A-B164-C841415D11A3}"/>
              </a:ext>
            </a:extLst>
          </p:cNvPr>
          <p:cNvCxnSpPr>
            <a:cxnSpLocks/>
          </p:cNvCxnSpPr>
          <p:nvPr/>
        </p:nvCxnSpPr>
        <p:spPr>
          <a:xfrm>
            <a:off x="3312000" y="4659982"/>
            <a:ext cx="0" cy="7200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2987824" y="3816000"/>
            <a:ext cx="2088232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ADE2147-1E9A-4292-80F8-AE1FD6F7C546}"/>
              </a:ext>
            </a:extLst>
          </p:cNvPr>
          <p:cNvCxnSpPr>
            <a:cxnSpLocks/>
          </p:cNvCxnSpPr>
          <p:nvPr/>
        </p:nvCxnSpPr>
        <p:spPr>
          <a:xfrm>
            <a:off x="5076056" y="3507854"/>
            <a:ext cx="0" cy="308146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2F7F21-B5A7-4856-9E90-92B15F87B8AD}"/>
              </a:ext>
            </a:extLst>
          </p:cNvPr>
          <p:cNvCxnSpPr>
            <a:cxnSpLocks/>
          </p:cNvCxnSpPr>
          <p:nvPr/>
        </p:nvCxnSpPr>
        <p:spPr>
          <a:xfrm>
            <a:off x="5076056" y="3363838"/>
            <a:ext cx="0" cy="720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42655BB-FFFD-4775-979E-9DA8EF669B26}"/>
              </a:ext>
            </a:extLst>
          </p:cNvPr>
          <p:cNvCxnSpPr>
            <a:cxnSpLocks/>
          </p:cNvCxnSpPr>
          <p:nvPr/>
        </p:nvCxnSpPr>
        <p:spPr>
          <a:xfrm>
            <a:off x="5004048" y="3363838"/>
            <a:ext cx="72008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FB76A73-2F61-4F49-A79B-AE82D053A162}"/>
              </a:ext>
            </a:extLst>
          </p:cNvPr>
          <p:cNvCxnSpPr>
            <a:cxnSpLocks/>
          </p:cNvCxnSpPr>
          <p:nvPr/>
        </p:nvCxnSpPr>
        <p:spPr>
          <a:xfrm>
            <a:off x="5004048" y="3139430"/>
            <a:ext cx="0" cy="224408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05625B8-AC8F-4B00-9D2A-CACC7FF5A41F}"/>
              </a:ext>
            </a:extLst>
          </p:cNvPr>
          <p:cNvCxnSpPr>
            <a:cxnSpLocks/>
          </p:cNvCxnSpPr>
          <p:nvPr/>
        </p:nvCxnSpPr>
        <p:spPr>
          <a:xfrm>
            <a:off x="5003795" y="2729137"/>
            <a:ext cx="0" cy="315328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7E43AB-047F-4481-8878-09D05E280114}"/>
              </a:ext>
            </a:extLst>
          </p:cNvPr>
          <p:cNvCxnSpPr>
            <a:cxnSpLocks/>
          </p:cNvCxnSpPr>
          <p:nvPr/>
        </p:nvCxnSpPr>
        <p:spPr>
          <a:xfrm>
            <a:off x="5003795" y="2468117"/>
            <a:ext cx="0" cy="15766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560C5EF-0A1B-4BFF-A930-AE6FE8993DE2}"/>
              </a:ext>
            </a:extLst>
          </p:cNvPr>
          <p:cNvCxnSpPr>
            <a:cxnSpLocks/>
          </p:cNvCxnSpPr>
          <p:nvPr/>
        </p:nvCxnSpPr>
        <p:spPr>
          <a:xfrm flipH="1">
            <a:off x="5003796" y="2468117"/>
            <a:ext cx="324204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1F4A36-EAB3-40EE-AC82-4D53007F38D8}"/>
              </a:ext>
            </a:extLst>
          </p:cNvPr>
          <p:cNvCxnSpPr>
            <a:cxnSpLocks/>
          </p:cNvCxnSpPr>
          <p:nvPr/>
        </p:nvCxnSpPr>
        <p:spPr>
          <a:xfrm>
            <a:off x="5328000" y="843558"/>
            <a:ext cx="0" cy="157777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7B759AD-6738-430A-ADA0-0538EE252AF2}"/>
              </a:ext>
            </a:extLst>
          </p:cNvPr>
          <p:cNvCxnSpPr>
            <a:cxnSpLocks/>
          </p:cNvCxnSpPr>
          <p:nvPr/>
        </p:nvCxnSpPr>
        <p:spPr>
          <a:xfrm>
            <a:off x="5220072" y="1047336"/>
            <a:ext cx="107928" cy="0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5A3D8D5-B429-4479-B0DD-3BB84BD762C6}"/>
              </a:ext>
            </a:extLst>
          </p:cNvPr>
          <p:cNvCxnSpPr>
            <a:cxnSpLocks/>
          </p:cNvCxnSpPr>
          <p:nvPr/>
        </p:nvCxnSpPr>
        <p:spPr>
          <a:xfrm>
            <a:off x="5220072" y="831312"/>
            <a:ext cx="0" cy="216024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ED737B9-83DD-404C-B5F3-077A21804108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8E5D96F-90C4-4A18-A2F2-0086B2FA0C71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346F3AC-4CBA-4262-A753-4BC75333456B}"/>
              </a:ext>
            </a:extLst>
          </p:cNvPr>
          <p:cNvCxnSpPr>
            <a:cxnSpLocks/>
          </p:cNvCxnSpPr>
          <p:nvPr/>
        </p:nvCxnSpPr>
        <p:spPr>
          <a:xfrm flipV="1">
            <a:off x="3024000" y="324000"/>
            <a:ext cx="0" cy="156367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8848EAF-B39F-4B6B-98CC-151BEC644E1D}"/>
              </a:ext>
            </a:extLst>
          </p:cNvPr>
          <p:cNvCxnSpPr>
            <a:cxnSpLocks/>
          </p:cNvCxnSpPr>
          <p:nvPr/>
        </p:nvCxnSpPr>
        <p:spPr>
          <a:xfrm flipV="1">
            <a:off x="2987824" y="1980000"/>
            <a:ext cx="0" cy="339534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08DCCE0-97DE-4DB3-9FC3-93408D04FF10}"/>
              </a:ext>
            </a:extLst>
          </p:cNvPr>
          <p:cNvCxnSpPr>
            <a:cxnSpLocks/>
          </p:cNvCxnSpPr>
          <p:nvPr/>
        </p:nvCxnSpPr>
        <p:spPr>
          <a:xfrm flipV="1">
            <a:off x="3024000" y="2412425"/>
            <a:ext cx="0" cy="591373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A158844-2C59-48A3-8DFE-39F80981A99A}"/>
              </a:ext>
            </a:extLst>
          </p:cNvPr>
          <p:cNvCxnSpPr>
            <a:cxnSpLocks/>
          </p:cNvCxnSpPr>
          <p:nvPr/>
        </p:nvCxnSpPr>
        <p:spPr>
          <a:xfrm flipH="1">
            <a:off x="3059832" y="306000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82DE908-3C45-489E-BE59-476D5965F6C5}"/>
              </a:ext>
            </a:extLst>
          </p:cNvPr>
          <p:cNvCxnSpPr>
            <a:cxnSpLocks/>
          </p:cNvCxnSpPr>
          <p:nvPr/>
        </p:nvCxnSpPr>
        <p:spPr>
          <a:xfrm>
            <a:off x="3347864" y="2571750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AF37AA78-81FD-4723-9D0D-5476DD34D7AF}"/>
              </a:ext>
            </a:extLst>
          </p:cNvPr>
          <p:cNvCxnSpPr>
            <a:cxnSpLocks/>
          </p:cNvCxnSpPr>
          <p:nvPr/>
        </p:nvCxnSpPr>
        <p:spPr>
          <a:xfrm>
            <a:off x="2303608" y="4299942"/>
            <a:ext cx="61220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CFF6938-EB06-4909-A529-C8CF643FFD00}"/>
              </a:ext>
            </a:extLst>
          </p:cNvPr>
          <p:cNvCxnSpPr>
            <a:cxnSpLocks/>
          </p:cNvCxnSpPr>
          <p:nvPr/>
        </p:nvCxnSpPr>
        <p:spPr>
          <a:xfrm flipV="1">
            <a:off x="2926291" y="4088502"/>
            <a:ext cx="0" cy="16517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6378E4F5-EB03-4D38-99D2-4FE66E882500}"/>
              </a:ext>
            </a:extLst>
          </p:cNvPr>
          <p:cNvCxnSpPr>
            <a:cxnSpLocks/>
          </p:cNvCxnSpPr>
          <p:nvPr/>
        </p:nvCxnSpPr>
        <p:spPr>
          <a:xfrm flipV="1">
            <a:off x="2926291" y="3867894"/>
            <a:ext cx="0" cy="20222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090584F1-2912-4C1B-B021-7516BFC334B4}"/>
              </a:ext>
            </a:extLst>
          </p:cNvPr>
          <p:cNvCxnSpPr>
            <a:cxnSpLocks/>
          </p:cNvCxnSpPr>
          <p:nvPr/>
        </p:nvCxnSpPr>
        <p:spPr>
          <a:xfrm flipH="1">
            <a:off x="2718000" y="3816000"/>
            <a:ext cx="53800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9A0AE104-C19A-4765-915B-4A0C72E706F6}"/>
              </a:ext>
            </a:extLst>
          </p:cNvPr>
          <p:cNvCxnSpPr>
            <a:cxnSpLocks/>
          </p:cNvCxnSpPr>
          <p:nvPr/>
        </p:nvCxnSpPr>
        <p:spPr>
          <a:xfrm>
            <a:off x="4806000" y="3507854"/>
            <a:ext cx="0" cy="308146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2A9C2ECF-2075-4B45-A75D-C961C53BBBC0}"/>
              </a:ext>
            </a:extLst>
          </p:cNvPr>
          <p:cNvCxnSpPr>
            <a:cxnSpLocks/>
          </p:cNvCxnSpPr>
          <p:nvPr/>
        </p:nvCxnSpPr>
        <p:spPr>
          <a:xfrm>
            <a:off x="4806000" y="3139430"/>
            <a:ext cx="869" cy="293723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42235DCE-81CF-4F5F-89BC-1C18B85E3E99}"/>
              </a:ext>
            </a:extLst>
          </p:cNvPr>
          <p:cNvCxnSpPr>
            <a:cxnSpLocks/>
          </p:cNvCxnSpPr>
          <p:nvPr/>
        </p:nvCxnSpPr>
        <p:spPr>
          <a:xfrm>
            <a:off x="4806000" y="2729137"/>
            <a:ext cx="0" cy="310569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C89F3AD2-1558-4C63-8BA0-F3588A1A40FA}"/>
              </a:ext>
            </a:extLst>
          </p:cNvPr>
          <p:cNvCxnSpPr>
            <a:cxnSpLocks/>
          </p:cNvCxnSpPr>
          <p:nvPr/>
        </p:nvCxnSpPr>
        <p:spPr>
          <a:xfrm flipV="1">
            <a:off x="5328000" y="2499742"/>
            <a:ext cx="0" cy="437829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B907EE43-7A8E-4F22-9D26-56455EFFFDDA}"/>
              </a:ext>
            </a:extLst>
          </p:cNvPr>
          <p:cNvCxnSpPr>
            <a:cxnSpLocks/>
          </p:cNvCxnSpPr>
          <p:nvPr/>
        </p:nvCxnSpPr>
        <p:spPr>
          <a:xfrm flipV="1">
            <a:off x="5256000" y="2995325"/>
            <a:ext cx="0" cy="656545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8E31EC29-FB58-4447-B16A-390F12A1360A}"/>
              </a:ext>
            </a:extLst>
          </p:cNvPr>
          <p:cNvCxnSpPr>
            <a:cxnSpLocks/>
          </p:cNvCxnSpPr>
          <p:nvPr/>
        </p:nvCxnSpPr>
        <p:spPr>
          <a:xfrm flipV="1">
            <a:off x="4716016" y="3633928"/>
            <a:ext cx="539984" cy="1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F4538CB7-400A-48B7-AEFC-10D0BF21F6CA}"/>
              </a:ext>
            </a:extLst>
          </p:cNvPr>
          <p:cNvCxnSpPr>
            <a:cxnSpLocks/>
          </p:cNvCxnSpPr>
          <p:nvPr/>
        </p:nvCxnSpPr>
        <p:spPr>
          <a:xfrm>
            <a:off x="4737157" y="3507854"/>
            <a:ext cx="0" cy="126074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D6C8D5D1-FFA9-44CF-8C8E-A6C61F7C562B}"/>
              </a:ext>
            </a:extLst>
          </p:cNvPr>
          <p:cNvCxnSpPr>
            <a:cxnSpLocks/>
          </p:cNvCxnSpPr>
          <p:nvPr/>
        </p:nvCxnSpPr>
        <p:spPr>
          <a:xfrm>
            <a:off x="4672920" y="2911401"/>
            <a:ext cx="7080" cy="452437"/>
          </a:xfrm>
          <a:prstGeom prst="line">
            <a:avLst/>
          </a:prstGeom>
          <a:ln w="1905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00DB178B-E632-4B44-96DB-61205EB07E8A}"/>
              </a:ext>
            </a:extLst>
          </p:cNvPr>
          <p:cNvCxnSpPr>
            <a:cxnSpLocks/>
          </p:cNvCxnSpPr>
          <p:nvPr/>
        </p:nvCxnSpPr>
        <p:spPr>
          <a:xfrm>
            <a:off x="4737157" y="3363838"/>
            <a:ext cx="0" cy="52273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334B2C5B-BD12-4275-BCC8-3F6963C77C86}"/>
              </a:ext>
            </a:extLst>
          </p:cNvPr>
          <p:cNvCxnSpPr>
            <a:cxnSpLocks/>
          </p:cNvCxnSpPr>
          <p:nvPr/>
        </p:nvCxnSpPr>
        <p:spPr>
          <a:xfrm flipH="1">
            <a:off x="4680000" y="3357546"/>
            <a:ext cx="57157" cy="0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2E1415FB-3EA5-4E65-80F0-D35429638847}"/>
              </a:ext>
            </a:extLst>
          </p:cNvPr>
          <p:cNvCxnSpPr>
            <a:cxnSpLocks/>
          </p:cNvCxnSpPr>
          <p:nvPr/>
        </p:nvCxnSpPr>
        <p:spPr>
          <a:xfrm flipH="1">
            <a:off x="5256001" y="2995325"/>
            <a:ext cx="71999" cy="1"/>
          </a:xfrm>
          <a:prstGeom prst="line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D89A8BF3-8942-4DCB-9108-F5603DC68A35}"/>
              </a:ext>
            </a:extLst>
          </p:cNvPr>
          <p:cNvSpPr txBox="1"/>
          <p:nvPr/>
        </p:nvSpPr>
        <p:spPr>
          <a:xfrm>
            <a:off x="35252" y="267494"/>
            <a:ext cx="1326004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Free Cable</a:t>
            </a:r>
            <a:endParaRPr lang="en-US" baseline="-25000" dirty="0">
              <a:solidFill>
                <a:srgbClr val="0070C0"/>
              </a:solidFill>
            </a:endParaRP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A03FF83A-7D45-4B4F-A7CA-22BC93A603AA}"/>
              </a:ext>
            </a:extLst>
          </p:cNvPr>
          <p:cNvCxnSpPr>
            <a:cxnSpLocks/>
          </p:cNvCxnSpPr>
          <p:nvPr/>
        </p:nvCxnSpPr>
        <p:spPr>
          <a:xfrm>
            <a:off x="1357518" y="452160"/>
            <a:ext cx="1018153" cy="89545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D72ED6EB-3084-4E6E-9F10-6CEDA98C0169}"/>
              </a:ext>
            </a:extLst>
          </p:cNvPr>
          <p:cNvCxnSpPr>
            <a:cxnSpLocks/>
          </p:cNvCxnSpPr>
          <p:nvPr/>
        </p:nvCxnSpPr>
        <p:spPr>
          <a:xfrm flipV="1">
            <a:off x="2592001" y="3507854"/>
            <a:ext cx="0" cy="745823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01E7E243-2C2E-48FE-A877-B8C24B7B46F5}"/>
              </a:ext>
            </a:extLst>
          </p:cNvPr>
          <p:cNvCxnSpPr>
            <a:cxnSpLocks/>
          </p:cNvCxnSpPr>
          <p:nvPr/>
        </p:nvCxnSpPr>
        <p:spPr>
          <a:xfrm flipV="1">
            <a:off x="3194461" y="411509"/>
            <a:ext cx="567535" cy="331787"/>
          </a:xfrm>
          <a:prstGeom prst="line">
            <a:avLst/>
          </a:prstGeom>
          <a:ln w="190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7688B13D-C290-4F36-B01B-D57574CB6AF0}"/>
              </a:ext>
            </a:extLst>
          </p:cNvPr>
          <p:cNvCxnSpPr>
            <a:cxnSpLocks/>
          </p:cNvCxnSpPr>
          <p:nvPr/>
        </p:nvCxnSpPr>
        <p:spPr>
          <a:xfrm>
            <a:off x="3203505" y="396009"/>
            <a:ext cx="558491" cy="347287"/>
          </a:xfrm>
          <a:prstGeom prst="line">
            <a:avLst/>
          </a:prstGeom>
          <a:ln w="190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0366615F-3EE2-4BAA-9AC1-AB8726A8A4BC}"/>
              </a:ext>
            </a:extLst>
          </p:cNvPr>
          <p:cNvCxnSpPr>
            <a:cxnSpLocks/>
          </p:cNvCxnSpPr>
          <p:nvPr/>
        </p:nvCxnSpPr>
        <p:spPr>
          <a:xfrm flipV="1">
            <a:off x="4571999" y="1916173"/>
            <a:ext cx="0" cy="169507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71B5DEB7-42C0-489F-804F-8EAE51345EFE}"/>
              </a:ext>
            </a:extLst>
          </p:cNvPr>
          <p:cNvCxnSpPr>
            <a:cxnSpLocks/>
          </p:cNvCxnSpPr>
          <p:nvPr/>
        </p:nvCxnSpPr>
        <p:spPr>
          <a:xfrm flipV="1">
            <a:off x="4571999" y="1581624"/>
            <a:ext cx="0" cy="17255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45B0B7A8-341D-4820-B973-DA9CCE26DD26}"/>
              </a:ext>
            </a:extLst>
          </p:cNvPr>
          <p:cNvCxnSpPr>
            <a:cxnSpLocks/>
          </p:cNvCxnSpPr>
          <p:nvPr/>
        </p:nvCxnSpPr>
        <p:spPr>
          <a:xfrm>
            <a:off x="4428450" y="1754523"/>
            <a:ext cx="143549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90B3143E-BE7E-42D5-AD45-29AFA8B6A485}"/>
              </a:ext>
            </a:extLst>
          </p:cNvPr>
          <p:cNvCxnSpPr>
            <a:cxnSpLocks/>
          </p:cNvCxnSpPr>
          <p:nvPr/>
        </p:nvCxnSpPr>
        <p:spPr>
          <a:xfrm flipH="1" flipV="1">
            <a:off x="4463436" y="1704058"/>
            <a:ext cx="108565" cy="21211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1CA4B5FA-783E-4675-AB2D-72348C285532}"/>
              </a:ext>
            </a:extLst>
          </p:cNvPr>
          <p:cNvCxnSpPr>
            <a:cxnSpLocks/>
          </p:cNvCxnSpPr>
          <p:nvPr/>
        </p:nvCxnSpPr>
        <p:spPr>
          <a:xfrm flipV="1">
            <a:off x="5328000" y="1916173"/>
            <a:ext cx="0" cy="169507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4088C6D4-BADE-49E7-B2A8-B08BDE037CC4}"/>
              </a:ext>
            </a:extLst>
          </p:cNvPr>
          <p:cNvCxnSpPr>
            <a:cxnSpLocks/>
          </p:cNvCxnSpPr>
          <p:nvPr/>
        </p:nvCxnSpPr>
        <p:spPr>
          <a:xfrm flipV="1">
            <a:off x="5328000" y="1581624"/>
            <a:ext cx="0" cy="17255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4BF9CBE5-88C1-4C71-8BE8-E91037440128}"/>
              </a:ext>
            </a:extLst>
          </p:cNvPr>
          <p:cNvCxnSpPr>
            <a:cxnSpLocks/>
          </p:cNvCxnSpPr>
          <p:nvPr/>
        </p:nvCxnSpPr>
        <p:spPr>
          <a:xfrm>
            <a:off x="5180129" y="1754175"/>
            <a:ext cx="143549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1A3CA637-91B3-4821-A76F-3BC9A64A5C2A}"/>
              </a:ext>
            </a:extLst>
          </p:cNvPr>
          <p:cNvCxnSpPr>
            <a:cxnSpLocks/>
          </p:cNvCxnSpPr>
          <p:nvPr/>
        </p:nvCxnSpPr>
        <p:spPr>
          <a:xfrm flipH="1" flipV="1">
            <a:off x="5218730" y="1704058"/>
            <a:ext cx="84344" cy="19303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uadroTexto 94">
            <a:extLst>
              <a:ext uri="{FF2B5EF4-FFF2-40B4-BE49-F238E27FC236}">
                <a16:creationId xmlns:a16="http://schemas.microsoft.com/office/drawing/2014/main" id="{B1E13D8C-697C-4FAF-90FE-148F7BB56480}"/>
              </a:ext>
            </a:extLst>
          </p:cNvPr>
          <p:cNvSpPr txBox="1"/>
          <p:nvPr/>
        </p:nvSpPr>
        <p:spPr>
          <a:xfrm>
            <a:off x="7063387" y="1059582"/>
            <a:ext cx="1685077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Auto Stop only</a:t>
            </a:r>
            <a:endParaRPr lang="en-US" baseline="-25000" dirty="0">
              <a:solidFill>
                <a:srgbClr val="0070C0"/>
              </a:solidFill>
            </a:endParaRPr>
          </a:p>
        </p:txBody>
      </p:sp>
      <p:cxnSp>
        <p:nvCxnSpPr>
          <p:cNvPr id="96" name="Conector recto de flecha 95">
            <a:extLst>
              <a:ext uri="{FF2B5EF4-FFF2-40B4-BE49-F238E27FC236}">
                <a16:creationId xmlns:a16="http://schemas.microsoft.com/office/drawing/2014/main" id="{72ECC0E7-ACBB-4830-8687-70F7DF5C2E19}"/>
              </a:ext>
            </a:extLst>
          </p:cNvPr>
          <p:cNvCxnSpPr>
            <a:cxnSpLocks/>
          </p:cNvCxnSpPr>
          <p:nvPr/>
        </p:nvCxnSpPr>
        <p:spPr>
          <a:xfrm flipH="1">
            <a:off x="5431605" y="1235460"/>
            <a:ext cx="1644215" cy="56511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A0A85BB7-0FA9-4101-9EE9-ED6E18381F9A}"/>
              </a:ext>
            </a:extLst>
          </p:cNvPr>
          <p:cNvCxnSpPr>
            <a:cxnSpLocks/>
          </p:cNvCxnSpPr>
          <p:nvPr/>
        </p:nvCxnSpPr>
        <p:spPr>
          <a:xfrm flipV="1">
            <a:off x="2592001" y="4371950"/>
            <a:ext cx="0" cy="360041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8872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ptura de pantalla de un celular con letras&#10;&#10;Descripción generada automáticamente">
            <a:extLst>
              <a:ext uri="{FF2B5EF4-FFF2-40B4-BE49-F238E27FC236}">
                <a16:creationId xmlns:a16="http://schemas.microsoft.com/office/drawing/2014/main" id="{6490F9FD-1C15-492F-B501-0DA28BC0A5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40" y="0"/>
            <a:ext cx="8805948" cy="5143500"/>
          </a:xfrm>
          <a:prstGeom prst="rect">
            <a:avLst/>
          </a:prstGeom>
        </p:spPr>
      </p:pic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F5AB5D00-DCFA-4572-9633-B2AABCB1E7E8}"/>
              </a:ext>
            </a:extLst>
          </p:cNvPr>
          <p:cNvCxnSpPr>
            <a:cxnSpLocks/>
          </p:cNvCxnSpPr>
          <p:nvPr/>
        </p:nvCxnSpPr>
        <p:spPr>
          <a:xfrm>
            <a:off x="5220072" y="3219822"/>
            <a:ext cx="774177" cy="0"/>
          </a:xfrm>
          <a:prstGeom prst="line">
            <a:avLst/>
          </a:prstGeom>
          <a:ln w="19050" cmpd="sng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73859E4-7581-4845-B3EC-3907D56C526D}"/>
              </a:ext>
            </a:extLst>
          </p:cNvPr>
          <p:cNvCxnSpPr>
            <a:cxnSpLocks/>
          </p:cNvCxnSpPr>
          <p:nvPr/>
        </p:nvCxnSpPr>
        <p:spPr>
          <a:xfrm flipV="1">
            <a:off x="4446000" y="1837813"/>
            <a:ext cx="0" cy="589921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F85794A-E279-45D5-9C35-6EC3733D853B}"/>
              </a:ext>
            </a:extLst>
          </p:cNvPr>
          <p:cNvCxnSpPr>
            <a:cxnSpLocks/>
          </p:cNvCxnSpPr>
          <p:nvPr/>
        </p:nvCxnSpPr>
        <p:spPr>
          <a:xfrm flipV="1">
            <a:off x="5436096" y="1837813"/>
            <a:ext cx="0" cy="589921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5F929D0-B708-4287-9ECB-C56AE8579C30}"/>
              </a:ext>
            </a:extLst>
          </p:cNvPr>
          <p:cNvCxnSpPr>
            <a:cxnSpLocks/>
          </p:cNvCxnSpPr>
          <p:nvPr/>
        </p:nvCxnSpPr>
        <p:spPr>
          <a:xfrm flipV="1">
            <a:off x="4238360" y="2419349"/>
            <a:ext cx="207640" cy="8385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0BE42B2D-52AD-48A9-BF83-711117D8EC80}"/>
              </a:ext>
            </a:extLst>
          </p:cNvPr>
          <p:cNvCxnSpPr>
            <a:cxnSpLocks/>
          </p:cNvCxnSpPr>
          <p:nvPr/>
        </p:nvCxnSpPr>
        <p:spPr>
          <a:xfrm>
            <a:off x="5220072" y="2427734"/>
            <a:ext cx="216024" cy="1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D8A272E-B38C-4AEF-8A88-50A7507ED179}"/>
              </a:ext>
            </a:extLst>
          </p:cNvPr>
          <p:cNvCxnSpPr>
            <a:cxnSpLocks/>
          </p:cNvCxnSpPr>
          <p:nvPr/>
        </p:nvCxnSpPr>
        <p:spPr>
          <a:xfrm>
            <a:off x="3762000" y="1915294"/>
            <a:ext cx="0" cy="504055"/>
          </a:xfrm>
          <a:prstGeom prst="line">
            <a:avLst/>
          </a:prstGeom>
          <a:ln w="19050">
            <a:solidFill>
              <a:srgbClr val="FFC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1983464-277E-4E12-B7A5-45B873537375}"/>
              </a:ext>
            </a:extLst>
          </p:cNvPr>
          <p:cNvCxnSpPr>
            <a:cxnSpLocks/>
          </p:cNvCxnSpPr>
          <p:nvPr/>
        </p:nvCxnSpPr>
        <p:spPr>
          <a:xfrm flipV="1">
            <a:off x="3770385" y="2419349"/>
            <a:ext cx="207640" cy="8385"/>
          </a:xfrm>
          <a:prstGeom prst="line">
            <a:avLst/>
          </a:prstGeom>
          <a:ln w="19050">
            <a:solidFill>
              <a:srgbClr val="FFC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208F8C3-EDCF-4E11-9BC2-8C24F4DD1B8A}"/>
              </a:ext>
            </a:extLst>
          </p:cNvPr>
          <p:cNvCxnSpPr>
            <a:cxnSpLocks/>
          </p:cNvCxnSpPr>
          <p:nvPr/>
        </p:nvCxnSpPr>
        <p:spPr>
          <a:xfrm flipV="1">
            <a:off x="4760480" y="2407764"/>
            <a:ext cx="207640" cy="8385"/>
          </a:xfrm>
          <a:prstGeom prst="line">
            <a:avLst/>
          </a:prstGeom>
          <a:ln w="19050">
            <a:solidFill>
              <a:srgbClr val="4C26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5CBC6E2-E215-4431-9837-0D8E83DF0921}"/>
              </a:ext>
            </a:extLst>
          </p:cNvPr>
          <p:cNvCxnSpPr>
            <a:cxnSpLocks/>
          </p:cNvCxnSpPr>
          <p:nvPr/>
        </p:nvCxnSpPr>
        <p:spPr>
          <a:xfrm>
            <a:off x="4760480" y="1915293"/>
            <a:ext cx="0" cy="504055"/>
          </a:xfrm>
          <a:prstGeom prst="line">
            <a:avLst/>
          </a:prstGeom>
          <a:ln w="19050">
            <a:solidFill>
              <a:srgbClr val="4C26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A4E7291-321D-4126-910F-8B2A26587C7C}"/>
              </a:ext>
            </a:extLst>
          </p:cNvPr>
          <p:cNvCxnSpPr>
            <a:cxnSpLocks/>
          </p:cNvCxnSpPr>
          <p:nvPr/>
        </p:nvCxnSpPr>
        <p:spPr>
          <a:xfrm>
            <a:off x="3203848" y="3219822"/>
            <a:ext cx="774177" cy="0"/>
          </a:xfrm>
          <a:prstGeom prst="line">
            <a:avLst/>
          </a:prstGeom>
          <a:ln w="19050">
            <a:solidFill>
              <a:srgbClr val="FFFF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DC29378-5BE0-44CD-9A18-FDC71DA988FA}"/>
              </a:ext>
            </a:extLst>
          </p:cNvPr>
          <p:cNvCxnSpPr>
            <a:cxnSpLocks/>
          </p:cNvCxnSpPr>
          <p:nvPr/>
        </p:nvCxnSpPr>
        <p:spPr>
          <a:xfrm>
            <a:off x="4238360" y="3219822"/>
            <a:ext cx="729760" cy="0"/>
          </a:xfrm>
          <a:prstGeom prst="line">
            <a:avLst/>
          </a:prstGeom>
          <a:ln w="19050">
            <a:solidFill>
              <a:srgbClr val="FFFF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322657FA-F329-4815-B9A4-13A2029BE5DD}"/>
              </a:ext>
            </a:extLst>
          </p:cNvPr>
          <p:cNvCxnSpPr>
            <a:cxnSpLocks/>
          </p:cNvCxnSpPr>
          <p:nvPr/>
        </p:nvCxnSpPr>
        <p:spPr>
          <a:xfrm>
            <a:off x="5220072" y="3219822"/>
            <a:ext cx="774177" cy="0"/>
          </a:xfrm>
          <a:prstGeom prst="line">
            <a:avLst/>
          </a:prstGeom>
          <a:ln w="66675" cmpd="dbl">
            <a:solidFill>
              <a:srgbClr val="FFFF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7739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CD8F386-0890-4FF7-9229-7B8DBD77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"/>
          <a:stretch/>
        </p:blipFill>
        <p:spPr>
          <a:xfrm rot="16200000">
            <a:off x="990636" y="-1708347"/>
            <a:ext cx="6010597" cy="8352929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8CE05D-9021-4050-A738-5532FDB1E1D7}"/>
              </a:ext>
            </a:extLst>
          </p:cNvPr>
          <p:cNvCxnSpPr>
            <a:cxnSpLocks/>
          </p:cNvCxnSpPr>
          <p:nvPr/>
        </p:nvCxnSpPr>
        <p:spPr>
          <a:xfrm>
            <a:off x="1763688" y="4842000"/>
            <a:ext cx="43204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906E1B-5CE5-456C-9A74-F1F8360E8266}"/>
              </a:ext>
            </a:extLst>
          </p:cNvPr>
          <p:cNvCxnSpPr>
            <a:cxnSpLocks/>
          </p:cNvCxnSpPr>
          <p:nvPr/>
        </p:nvCxnSpPr>
        <p:spPr>
          <a:xfrm flipV="1">
            <a:off x="2267744" y="4371950"/>
            <a:ext cx="0" cy="432048"/>
          </a:xfrm>
          <a:prstGeom prst="line">
            <a:avLst/>
          </a:prstGeom>
          <a:ln w="1905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B9265BC-6627-4F0E-B860-A51A5EAA32A7}"/>
              </a:ext>
            </a:extLst>
          </p:cNvPr>
          <p:cNvCxnSpPr>
            <a:cxnSpLocks/>
          </p:cNvCxnSpPr>
          <p:nvPr/>
        </p:nvCxnSpPr>
        <p:spPr>
          <a:xfrm>
            <a:off x="2987824" y="3816000"/>
            <a:ext cx="3852176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AF37AA78-81FD-4723-9D0D-5476DD34D7AF}"/>
              </a:ext>
            </a:extLst>
          </p:cNvPr>
          <p:cNvCxnSpPr>
            <a:cxnSpLocks/>
          </p:cNvCxnSpPr>
          <p:nvPr/>
        </p:nvCxnSpPr>
        <p:spPr>
          <a:xfrm>
            <a:off x="2303608" y="4299942"/>
            <a:ext cx="61220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CFF6938-EB06-4909-A529-C8CF643FFD00}"/>
              </a:ext>
            </a:extLst>
          </p:cNvPr>
          <p:cNvCxnSpPr>
            <a:cxnSpLocks/>
          </p:cNvCxnSpPr>
          <p:nvPr/>
        </p:nvCxnSpPr>
        <p:spPr>
          <a:xfrm flipV="1">
            <a:off x="2926291" y="4088502"/>
            <a:ext cx="0" cy="16517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6378E4F5-EB03-4D38-99D2-4FE66E882500}"/>
              </a:ext>
            </a:extLst>
          </p:cNvPr>
          <p:cNvCxnSpPr>
            <a:cxnSpLocks/>
          </p:cNvCxnSpPr>
          <p:nvPr/>
        </p:nvCxnSpPr>
        <p:spPr>
          <a:xfrm flipV="1">
            <a:off x="2926291" y="3867894"/>
            <a:ext cx="0" cy="20222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3A488088-EE65-4F9F-BB92-3EEDCA75722C}"/>
              </a:ext>
            </a:extLst>
          </p:cNvPr>
          <p:cNvCxnSpPr>
            <a:cxnSpLocks/>
          </p:cNvCxnSpPr>
          <p:nvPr/>
        </p:nvCxnSpPr>
        <p:spPr>
          <a:xfrm>
            <a:off x="6840000" y="3579862"/>
            <a:ext cx="0" cy="236138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7CF40CD7-5296-409A-93D6-6CB62D603882}"/>
              </a:ext>
            </a:extLst>
          </p:cNvPr>
          <p:cNvCxnSpPr>
            <a:cxnSpLocks/>
          </p:cNvCxnSpPr>
          <p:nvPr/>
        </p:nvCxnSpPr>
        <p:spPr>
          <a:xfrm flipV="1">
            <a:off x="6840000" y="2887078"/>
            <a:ext cx="0" cy="634804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860BE490-18E3-4C20-AF06-3A9F8BF77D8E}"/>
              </a:ext>
            </a:extLst>
          </p:cNvPr>
          <p:cNvCxnSpPr>
            <a:cxnSpLocks/>
          </p:cNvCxnSpPr>
          <p:nvPr/>
        </p:nvCxnSpPr>
        <p:spPr>
          <a:xfrm flipV="1">
            <a:off x="6840000" y="2468117"/>
            <a:ext cx="0" cy="270613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20A24CB2-9757-4A18-A3CA-9A80AFCF98F0}"/>
              </a:ext>
            </a:extLst>
          </p:cNvPr>
          <p:cNvCxnSpPr>
            <a:cxnSpLocks/>
          </p:cNvCxnSpPr>
          <p:nvPr/>
        </p:nvCxnSpPr>
        <p:spPr>
          <a:xfrm flipV="1">
            <a:off x="6660232" y="3003799"/>
            <a:ext cx="0" cy="285194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03603D6B-681E-4C2E-B9F0-360779302AD4}"/>
              </a:ext>
            </a:extLst>
          </p:cNvPr>
          <p:cNvCxnSpPr>
            <a:cxnSpLocks/>
          </p:cNvCxnSpPr>
          <p:nvPr/>
        </p:nvCxnSpPr>
        <p:spPr>
          <a:xfrm flipH="1" flipV="1">
            <a:off x="6660232" y="3288993"/>
            <a:ext cx="179768" cy="1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8AF66BA7-D577-40BC-8462-E65CD00FC168}"/>
              </a:ext>
            </a:extLst>
          </p:cNvPr>
          <p:cNvCxnSpPr>
            <a:cxnSpLocks/>
          </p:cNvCxnSpPr>
          <p:nvPr/>
        </p:nvCxnSpPr>
        <p:spPr>
          <a:xfrm flipV="1">
            <a:off x="6656409" y="1563638"/>
            <a:ext cx="0" cy="1350860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596D4215-FBE5-418D-9204-7A384D3BDED2}"/>
              </a:ext>
            </a:extLst>
          </p:cNvPr>
          <p:cNvCxnSpPr>
            <a:cxnSpLocks/>
          </p:cNvCxnSpPr>
          <p:nvPr/>
        </p:nvCxnSpPr>
        <p:spPr>
          <a:xfrm flipV="1">
            <a:off x="6840000" y="1632443"/>
            <a:ext cx="0" cy="726947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D5DB2531-583D-43BD-91F9-A7394536DD72}"/>
              </a:ext>
            </a:extLst>
          </p:cNvPr>
          <p:cNvCxnSpPr>
            <a:cxnSpLocks/>
          </p:cNvCxnSpPr>
          <p:nvPr/>
        </p:nvCxnSpPr>
        <p:spPr>
          <a:xfrm flipV="1">
            <a:off x="6656409" y="1552128"/>
            <a:ext cx="119444" cy="11510"/>
          </a:xfrm>
          <a:prstGeom prst="line">
            <a:avLst/>
          </a:prstGeom>
          <a:ln w="19050">
            <a:solidFill>
              <a:srgbClr val="7030A0"/>
            </a:solidFill>
            <a:prstDash val="solid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06FC75C9-994C-4A97-9245-98AB2AF32BF1}"/>
              </a:ext>
            </a:extLst>
          </p:cNvPr>
          <p:cNvCxnSpPr>
            <a:cxnSpLocks/>
          </p:cNvCxnSpPr>
          <p:nvPr/>
        </p:nvCxnSpPr>
        <p:spPr>
          <a:xfrm flipH="1" flipV="1">
            <a:off x="6834441" y="1188835"/>
            <a:ext cx="5559" cy="294162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B9CDDC17-8173-481B-86FE-8CF4E27BEE8C}"/>
              </a:ext>
            </a:extLst>
          </p:cNvPr>
          <p:cNvCxnSpPr>
            <a:cxnSpLocks/>
          </p:cNvCxnSpPr>
          <p:nvPr/>
        </p:nvCxnSpPr>
        <p:spPr>
          <a:xfrm flipV="1">
            <a:off x="6834441" y="582125"/>
            <a:ext cx="0" cy="173923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A3AE2AC-C3DE-4F58-838F-3E0C1C8A629F}"/>
              </a:ext>
            </a:extLst>
          </p:cNvPr>
          <p:cNvSpPr/>
          <p:nvPr/>
        </p:nvSpPr>
        <p:spPr>
          <a:xfrm>
            <a:off x="6588223" y="756048"/>
            <a:ext cx="1807713" cy="4327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Guidance logic</a:t>
            </a:r>
          </a:p>
        </p:txBody>
      </p: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EA27BC25-C514-4C99-A70C-350AFB1A30E0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8157492" y="503288"/>
            <a:ext cx="0" cy="252760"/>
          </a:xfrm>
          <a:prstGeom prst="line">
            <a:avLst/>
          </a:prstGeom>
          <a:ln w="19050">
            <a:solidFill>
              <a:srgbClr val="7030A0"/>
            </a:solidFill>
            <a:prstDash val="lgDash"/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23A9EF2-A8F8-4F51-A312-0F55F0445142}"/>
              </a:ext>
            </a:extLst>
          </p:cNvPr>
          <p:cNvSpPr txBox="1"/>
          <p:nvPr/>
        </p:nvSpPr>
        <p:spPr>
          <a:xfrm>
            <a:off x="7847150" y="13395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Cart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6B22EB0-BFBE-469E-9DA0-8796845D73CB}"/>
              </a:ext>
            </a:extLst>
          </p:cNvPr>
          <p:cNvSpPr txBox="1"/>
          <p:nvPr/>
        </p:nvSpPr>
        <p:spPr>
          <a:xfrm>
            <a:off x="6195827" y="133956"/>
            <a:ext cx="1296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Last Tower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0DE49EB9-9792-4705-93A5-360DF66AB4A5}"/>
              </a:ext>
            </a:extLst>
          </p:cNvPr>
          <p:cNvCxnSpPr>
            <a:cxnSpLocks/>
          </p:cNvCxnSpPr>
          <p:nvPr/>
        </p:nvCxnSpPr>
        <p:spPr>
          <a:xfrm>
            <a:off x="5220072" y="324000"/>
            <a:ext cx="0" cy="432048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6F7D0AEB-BA26-41BD-BF16-671F9C7D2BE8}"/>
              </a:ext>
            </a:extLst>
          </p:cNvPr>
          <p:cNvCxnSpPr>
            <a:cxnSpLocks/>
          </p:cNvCxnSpPr>
          <p:nvPr/>
        </p:nvCxnSpPr>
        <p:spPr>
          <a:xfrm>
            <a:off x="3024000" y="324000"/>
            <a:ext cx="219607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8582C0F-9390-4E5B-BFA9-4FBEEAA0E6F6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3023824" y="324001"/>
            <a:ext cx="176" cy="1667194"/>
          </a:xfrm>
          <a:prstGeom prst="line">
            <a:avLst/>
          </a:prstGeom>
          <a:ln w="19050">
            <a:solidFill>
              <a:srgbClr val="FFFF00"/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D6556CB9-397A-4FB9-BC39-D8CB50228A95}"/>
              </a:ext>
            </a:extLst>
          </p:cNvPr>
          <p:cNvCxnSpPr>
            <a:cxnSpLocks/>
            <a:endCxn id="31" idx="2"/>
          </p:cNvCxnSpPr>
          <p:nvPr/>
        </p:nvCxnSpPr>
        <p:spPr>
          <a:xfrm flipH="1" flipV="1">
            <a:off x="3023824" y="2332010"/>
            <a:ext cx="176" cy="67179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8A9899D-D43B-427D-B25A-1A76A19ACA2E}"/>
              </a:ext>
            </a:extLst>
          </p:cNvPr>
          <p:cNvCxnSpPr>
            <a:cxnSpLocks/>
          </p:cNvCxnSpPr>
          <p:nvPr/>
        </p:nvCxnSpPr>
        <p:spPr>
          <a:xfrm flipH="1">
            <a:off x="3059832" y="3060000"/>
            <a:ext cx="288032" cy="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0C390BC6-4F83-4546-AAB1-2E34C32D1A2B}"/>
              </a:ext>
            </a:extLst>
          </p:cNvPr>
          <p:cNvCxnSpPr>
            <a:cxnSpLocks/>
          </p:cNvCxnSpPr>
          <p:nvPr/>
        </p:nvCxnSpPr>
        <p:spPr>
          <a:xfrm>
            <a:off x="3347864" y="2571750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F2DF9A74-3F55-4F1F-BEBE-E9B7C058EC2D}"/>
              </a:ext>
            </a:extLst>
          </p:cNvPr>
          <p:cNvCxnSpPr>
            <a:cxnSpLocks/>
          </p:cNvCxnSpPr>
          <p:nvPr/>
        </p:nvCxnSpPr>
        <p:spPr>
          <a:xfrm>
            <a:off x="3203848" y="2556215"/>
            <a:ext cx="0" cy="488250"/>
          </a:xfrm>
          <a:prstGeom prst="line">
            <a:avLst/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06D7A875-A246-4C43-A854-1354138504DC}"/>
              </a:ext>
            </a:extLst>
          </p:cNvPr>
          <p:cNvSpPr/>
          <p:nvPr/>
        </p:nvSpPr>
        <p:spPr>
          <a:xfrm>
            <a:off x="2119967" y="1991195"/>
            <a:ext cx="1807713" cy="340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Guidance Safety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5B535781-C1F7-417B-866D-226A0D2A1099}"/>
              </a:ext>
            </a:extLst>
          </p:cNvPr>
          <p:cNvCxnSpPr>
            <a:cxnSpLocks/>
          </p:cNvCxnSpPr>
          <p:nvPr/>
        </p:nvCxnSpPr>
        <p:spPr>
          <a:xfrm flipV="1">
            <a:off x="3194461" y="411509"/>
            <a:ext cx="567535" cy="331787"/>
          </a:xfrm>
          <a:prstGeom prst="line">
            <a:avLst/>
          </a:prstGeom>
          <a:ln w="190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8D00AF1E-3496-4F62-98E7-DF65508D650C}"/>
              </a:ext>
            </a:extLst>
          </p:cNvPr>
          <p:cNvCxnSpPr>
            <a:cxnSpLocks/>
          </p:cNvCxnSpPr>
          <p:nvPr/>
        </p:nvCxnSpPr>
        <p:spPr>
          <a:xfrm>
            <a:off x="3203505" y="396009"/>
            <a:ext cx="558491" cy="347287"/>
          </a:xfrm>
          <a:prstGeom prst="line">
            <a:avLst/>
          </a:prstGeom>
          <a:ln w="190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45CA8A36-AB7C-4A2E-9402-CFD3B08189CD}"/>
              </a:ext>
            </a:extLst>
          </p:cNvPr>
          <p:cNvCxnSpPr>
            <a:cxnSpLocks/>
          </p:cNvCxnSpPr>
          <p:nvPr/>
        </p:nvCxnSpPr>
        <p:spPr>
          <a:xfrm flipV="1">
            <a:off x="4571999" y="1916173"/>
            <a:ext cx="0" cy="169507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4CFF78BC-1B62-49EB-A6A9-3690AAAA62D3}"/>
              </a:ext>
            </a:extLst>
          </p:cNvPr>
          <p:cNvCxnSpPr>
            <a:cxnSpLocks/>
          </p:cNvCxnSpPr>
          <p:nvPr/>
        </p:nvCxnSpPr>
        <p:spPr>
          <a:xfrm flipV="1">
            <a:off x="4571999" y="1581624"/>
            <a:ext cx="0" cy="17255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7CE62B2B-1AAA-4B48-BA9C-091D7E290F6B}"/>
              </a:ext>
            </a:extLst>
          </p:cNvPr>
          <p:cNvCxnSpPr>
            <a:cxnSpLocks/>
          </p:cNvCxnSpPr>
          <p:nvPr/>
        </p:nvCxnSpPr>
        <p:spPr>
          <a:xfrm>
            <a:off x="4428450" y="1754523"/>
            <a:ext cx="143549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2F479EF1-0A61-45AD-B2E0-1A2B7E4DF6F6}"/>
              </a:ext>
            </a:extLst>
          </p:cNvPr>
          <p:cNvCxnSpPr>
            <a:cxnSpLocks/>
          </p:cNvCxnSpPr>
          <p:nvPr/>
        </p:nvCxnSpPr>
        <p:spPr>
          <a:xfrm flipH="1" flipV="1">
            <a:off x="4463436" y="1704058"/>
            <a:ext cx="108565" cy="21211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AE2061DE-AC61-448E-A6F8-87A691EB8294}"/>
              </a:ext>
            </a:extLst>
          </p:cNvPr>
          <p:cNvCxnSpPr>
            <a:cxnSpLocks/>
          </p:cNvCxnSpPr>
          <p:nvPr/>
        </p:nvCxnSpPr>
        <p:spPr>
          <a:xfrm flipV="1">
            <a:off x="5328000" y="1916173"/>
            <a:ext cx="0" cy="169507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5853FC40-44AF-4FCB-8F92-468F9AAADF16}"/>
              </a:ext>
            </a:extLst>
          </p:cNvPr>
          <p:cNvCxnSpPr>
            <a:cxnSpLocks/>
          </p:cNvCxnSpPr>
          <p:nvPr/>
        </p:nvCxnSpPr>
        <p:spPr>
          <a:xfrm flipV="1">
            <a:off x="5328000" y="1581624"/>
            <a:ext cx="0" cy="17255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58AD3138-64D1-4E1A-9FCB-B0D0F434FB94}"/>
              </a:ext>
            </a:extLst>
          </p:cNvPr>
          <p:cNvCxnSpPr>
            <a:cxnSpLocks/>
          </p:cNvCxnSpPr>
          <p:nvPr/>
        </p:nvCxnSpPr>
        <p:spPr>
          <a:xfrm>
            <a:off x="5180129" y="1754175"/>
            <a:ext cx="143549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7E2A8C4-460B-46CC-9675-E21466CD8600}"/>
              </a:ext>
            </a:extLst>
          </p:cNvPr>
          <p:cNvCxnSpPr>
            <a:cxnSpLocks/>
          </p:cNvCxnSpPr>
          <p:nvPr/>
        </p:nvCxnSpPr>
        <p:spPr>
          <a:xfrm flipH="1" flipV="1">
            <a:off x="5218730" y="1704058"/>
            <a:ext cx="84344" cy="19303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0843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THANK</a:t>
            </a:r>
            <a:r>
              <a:rPr lang="en-US" b="0" dirty="0"/>
              <a:t> YOU</a:t>
            </a:r>
            <a:endParaRPr lang="en-US" dirty="0"/>
          </a:p>
        </p:txBody>
      </p:sp>
      <p:pic>
        <p:nvPicPr>
          <p:cNvPr id="3" name="Picture 2" descr="A picture containing logo&#10;&#10;Description automatically generated">
            <a:extLst>
              <a:ext uri="{FF2B5EF4-FFF2-40B4-BE49-F238E27FC236}">
                <a16:creationId xmlns:a16="http://schemas.microsoft.com/office/drawing/2014/main" id="{1B1AAB5E-5D9C-52C7-BE47-295307ABD5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3867894"/>
            <a:ext cx="2966125" cy="12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605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S_Template_Compressed[1]" id="{FCDF530D-EFE1-43AC-841C-3987241D6EF8}" vid="{CA892292-BFCB-4AF0-9E40-560A79AB55CB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AIS TEMPLATE</Template>
  <TotalTime>1118</TotalTime>
  <Words>664</Words>
  <Application>Microsoft Office PowerPoint</Application>
  <PresentationFormat>On-screen Show (16:9)</PresentationFormat>
  <Paragraphs>182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4" baseType="lpstr">
      <vt:lpstr>Arial</vt:lpstr>
      <vt:lpstr>Calibri</vt:lpstr>
      <vt:lpstr>Gotham</vt:lpstr>
      <vt:lpstr>Gotham Bold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Régis Simier</dc:creator>
  <cp:lastModifiedBy>Elva Perez</cp:lastModifiedBy>
  <cp:revision>141</cp:revision>
  <cp:lastPrinted>2013-02-05T13:05:22Z</cp:lastPrinted>
  <dcterms:created xsi:type="dcterms:W3CDTF">2019-10-09T10:31:51Z</dcterms:created>
  <dcterms:modified xsi:type="dcterms:W3CDTF">2022-08-02T14:03:04Z</dcterms:modified>
</cp:coreProperties>
</file>